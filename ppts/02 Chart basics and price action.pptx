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30" Type="http://schemas.openxmlformats.org/officeDocument/2006/relationships/tableStyles" Target="tableStyles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9" Type="http://schemas.openxmlformats.org/officeDocument/2006/relationships/slide" Target="slides/slide29.xml" /><Relationship Id="rId28" Type="http://schemas.openxmlformats.org/officeDocument/2006/relationships/slide" Target="slides/slide28.xml" /><Relationship Id="rId27" Type="http://schemas.openxmlformats.org/officeDocument/2006/relationships/slide" Target="slides/slide27.xml" /><Relationship Id="rId26" Type="http://schemas.openxmlformats.org/officeDocument/2006/relationships/slide" Target="slides/slide26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Relationship Id="rId25" Type="http://schemas.openxmlformats.org/officeDocument/2006/relationships/slide" Target="slides/slide25.xml" /><Relationship Id="rId15" Type="http://schemas.openxmlformats.org/officeDocument/2006/relationships/slide" Target="slides/slide15.xml" /><Relationship Id="rId24" Type="http://schemas.openxmlformats.org/officeDocument/2006/relationships/slide" Target="slides/slide24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0" Type="http://schemas.openxmlformats.org/officeDocument/2006/relationships/slide" Target="slides/slide20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5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6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8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9.png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png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png" /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2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2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3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4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601" y="0"/>
            <a:ext cx="12188798" cy="6858000"/>
          </a:xfrm>
          <a:prstGeom prst="rect"/>
        </p:spPr>
      </p:pic>
      <p:sp>
        <p:nvSpPr>
          <p:cNvPr id="145" name=""/>
          <p:cNvSpPr txBox="true"/>
          <p:nvPr/>
        </p:nvSpPr>
        <p:spPr>
          <a:xfrm rot="0" flipH="false" flipV="false">
            <a:off x="295956" y="714375"/>
            <a:ext cx="46672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十字星例子：交易区间</a:t>
            </a:r>
            <a:r>
              <a:rPr lang="en-US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K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4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4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" y="0"/>
            <a:ext cx="12188798" cy="6858000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601" y="0"/>
            <a:ext cx="12188798" cy="6858000"/>
          </a:xfrm>
          <a:prstGeom prst="rect"/>
        </p:spPr>
      </p:pic>
      <p:sp>
        <p:nvSpPr>
          <p:cNvPr id="21" name=""/>
          <p:cNvSpPr txBox="true"/>
          <p:nvPr/>
        </p:nvSpPr>
        <p:spPr>
          <a:xfrm rot="0" flipH="false" flipV="false">
            <a:off x="3639231" y="2898321"/>
            <a:ext cx="2456769" cy="15176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持续尝试突破，但是</a:t>
            </a:r>
            <a:r>
              <a:rPr lang="en-US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80%</a:t>
            </a:r>
            <a:r>
              <a:rPr lang="zh-CN" sz="2400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的时候，突破失败</a:t>
            </a:r>
            <a:endParaRPr/>
          </a:p>
        </p:txBody>
      </p:sp>
      <p:cxnSp>
        <p:nvCxnSpPr>
          <p:cNvPr id="22" name=""/>
          <p:cNvCxnSpPr/>
          <p:nvPr/>
        </p:nvCxnSpPr>
        <p:spPr>
          <a:xfrm rot="0" flipH="false" flipV="false">
            <a:off x="1377723" y="4520973"/>
            <a:ext cx="428625" cy="489857"/>
          </a:xfrm>
          <a:prstGeom prst="straightConnector1"/>
          <a:ln w="25400">
            <a:solidFill>
              <a:srgbClr val="00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23" name=""/>
          <p:cNvSpPr txBox="true"/>
          <p:nvPr/>
        </p:nvSpPr>
        <p:spPr>
          <a:xfrm rot="0" flipH="false" flipV="false">
            <a:off x="1071562" y="5010830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highlight>
                  <a:srgbClr val="ffff00">
                    <a:alpha val="100000"/>
                  </a:srgbClr>
                </a:highlight>
              </a:rPr>
              <a:t>形成</a:t>
            </a:r>
            <a:r>
              <a:rPr lang="en-US">
                <a:highlight>
                  <a:srgbClr val="ffff00">
                    <a:alpha val="100000"/>
                  </a:srgbClr>
                </a:highlight>
              </a:rPr>
              <a:t>TTR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2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" y="0"/>
            <a:ext cx="12187754" cy="6858000"/>
          </a:xfrm>
          <a:prstGeom prst="rect"/>
        </p:spPr>
      </p:pic>
      <p:sp>
        <p:nvSpPr>
          <p:cNvPr id="28" name=""/>
          <p:cNvSpPr txBox="true"/>
          <p:nvPr/>
        </p:nvSpPr>
        <p:spPr>
          <a:xfrm rot="0" flipH="false" flipV="false">
            <a:off x="838200" y="5951538"/>
            <a:ext cx="52006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成交量降低，表示没人愿意在这个价格区间卖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" y="0"/>
            <a:ext cx="12187754" cy="6858000"/>
          </a:xfrm>
          <a:prstGeom prst="rect"/>
        </p:spPr>
      </p:pic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" y="0"/>
            <a:ext cx="12187754" cy="6858000"/>
          </a:xfrm>
          <a:prstGeom prst="rect"/>
        </p:spPr>
      </p:pic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950"/>
            <a:ext cx="12192000" cy="6856099"/>
          </a:xfrm>
          <a:prstGeom prst="rect"/>
        </p:spPr>
      </p:pic>
      <p:sp>
        <p:nvSpPr>
          <p:cNvPr id="41" name=""/>
          <p:cNvSpPr txBox="true"/>
          <p:nvPr/>
        </p:nvSpPr>
        <p:spPr>
          <a:xfrm rot="0" flipH="false" flipV="false">
            <a:off x="1143000" y="755196"/>
            <a:ext cx="62103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highlight>
                  <a:srgbClr val="ffff00">
                    <a:alpha val="100000"/>
                  </a:srgbClr>
                </a:highlight>
              </a:rPr>
              <a:t>价格行为：任何价格运动的表现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0"/>
            <a:ext cx="12192000" cy="6856099"/>
          </a:xfrm>
          <a:prstGeom prst="rect"/>
        </p:spPr>
      </p:pic>
      <p:sp>
        <p:nvSpPr>
          <p:cNvPr id="46" name=""/>
          <p:cNvSpPr txBox="true"/>
          <p:nvPr/>
        </p:nvSpPr>
        <p:spPr>
          <a:xfrm rot="0" flipH="false" flipV="false">
            <a:off x="3112634" y="724580"/>
            <a:ext cx="41656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</a:rPr>
              <a:t>一切都很重要</a:t>
            </a:r>
            <a:endParaRPr/>
          </a:p>
        </p:txBody>
      </p:sp>
      <p:sp>
        <p:nvSpPr>
          <p:cNvPr id="47" name=""/>
          <p:cNvSpPr txBox="true"/>
          <p:nvPr/>
        </p:nvSpPr>
        <p:spPr>
          <a:xfrm rot="0">
            <a:off x="734786" y="1755321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</a:rPr>
              <a:t>不要错过任何事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5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0"/>
            <a:ext cx="12192000" cy="6856099"/>
          </a:xfrm>
          <a:prstGeom prst="rect"/>
        </p:spPr>
      </p:pic>
      <p:sp>
        <p:nvSpPr>
          <p:cNvPr id="52" name=""/>
          <p:cNvSpPr txBox="true"/>
          <p:nvPr/>
        </p:nvSpPr>
        <p:spPr>
          <a:xfrm rot="0" flipH="false" flipV="false">
            <a:off x="3377973" y="724580"/>
            <a:ext cx="493395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</a:rPr>
              <a:t>个人理解：同样的事情总是会重复发生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6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0" y="950"/>
            <a:ext cx="12192000" cy="6856099"/>
          </a:xfrm>
          <a:prstGeom prst="rect"/>
        </p:spPr>
      </p:pic>
      <p:sp>
        <p:nvSpPr>
          <p:cNvPr id="61" name=""/>
          <p:cNvSpPr txBox="true"/>
          <p:nvPr/>
        </p:nvSpPr>
        <p:spPr>
          <a:xfrm rot="0" flipH="false" flipV="false">
            <a:off x="2826884" y="663348"/>
            <a:ext cx="1778000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低可能性突破</a:t>
            </a:r>
            <a:endParaRPr/>
          </a:p>
        </p:txBody>
      </p:sp>
      <p:cxnSp>
        <p:nvCxnSpPr>
          <p:cNvPr id="62" name=""/>
          <p:cNvCxnSpPr/>
          <p:nvPr/>
        </p:nvCxnSpPr>
        <p:spPr>
          <a:xfrm rot="0" flipH="false" flipV="false">
            <a:off x="5568462" y="1983154"/>
            <a:ext cx="556845" cy="1582615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63" name=""/>
          <p:cNvSpPr txBox="true"/>
          <p:nvPr/>
        </p:nvSpPr>
        <p:spPr>
          <a:xfrm rot="0" flipH="false" flipV="false">
            <a:off x="3790462" y="1672004"/>
            <a:ext cx="1778000" cy="3111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100"/>
              <a:t>熊形通道，这可能是个牛旗</a:t>
            </a:r>
            <a:endParaRPr/>
          </a:p>
        </p:txBody>
      </p:sp>
      <p:sp>
        <p:nvSpPr>
          <p:cNvPr id="64" name=""/>
          <p:cNvSpPr txBox="true"/>
          <p:nvPr/>
        </p:nvSpPr>
        <p:spPr>
          <a:xfrm rot="0" flipH="false" flipV="false">
            <a:off x="263770" y="1894987"/>
            <a:ext cx="1816100" cy="17589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>
                <a:solidFill>
                  <a:srgbClr val="FF0000">
                    <a:alpha val="100000"/>
                  </a:srgbClr>
                </a:solidFill>
              </a:rPr>
              <a:t>交易者看到</a:t>
            </a:r>
            <a:r>
              <a:rPr lang="en-US" sz="1200">
                <a:solidFill>
                  <a:srgbClr val="FF0000">
                    <a:alpha val="100000"/>
                  </a:srgbClr>
                </a:solidFill>
              </a:rPr>
              <a:t>3</a:t>
            </a:r>
            <a:r>
              <a:rPr lang="zh-CN" sz="1200">
                <a:solidFill>
                  <a:srgbClr val="FF0000">
                    <a:alpha val="100000"/>
                  </a:srgbClr>
                </a:solidFill>
              </a:rPr>
              <a:t>推楔形，假定这是一个通道牛旗，以为要上涨。</a:t>
            </a:r>
            <a:endParaRPr/>
          </a:p>
          <a:p>
            <a:pPr/>
            <a:endParaRPr lang="en-US" sz="1200">
              <a:solidFill>
                <a:srgbClr val="FF0000">
                  <a:alpha val="100000"/>
                </a:srgbClr>
              </a:solidFill>
            </a:endParaRPr>
          </a:p>
          <a:p>
            <a:pPr/>
            <a:r>
              <a:rPr lang="zh-CN" sz="1200">
                <a:solidFill>
                  <a:srgbClr val="FF0000">
                    <a:alpha val="100000"/>
                  </a:srgbClr>
                </a:solidFill>
              </a:rPr>
              <a:t>所以如果觉得更可能上涨，但是实际下跌就是痛苦交易。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false" flipV="false">
            <a:off x="2079870" y="5854579"/>
            <a:ext cx="7942384" cy="72292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sp>
        <p:nvSpPr>
          <p:cNvPr id="66" name=""/>
          <p:cNvSpPr txBox="true"/>
          <p:nvPr/>
        </p:nvSpPr>
        <p:spPr>
          <a:xfrm rot="0" flipH="false" flipV="false">
            <a:off x="2122854" y="5951538"/>
            <a:ext cx="7946292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很多时候我们明确的想法，会跟实际发生的相反（坚信上涨，但是结果下跌）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false" flipV="false">
            <a:off x="6760308" y="3165231"/>
            <a:ext cx="4542689" cy="957628"/>
          </a:xfrm>
          <a:prstGeom prst="round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100">
                <a:solidFill>
                  <a:srgbClr val="FFFF00">
                    <a:alpha val="100000"/>
                  </a:srgbClr>
                </a:solidFill>
              </a:rPr>
              <a:t>当看到向下突破不可能了，交易者期待一个反转或者着回弹，此时多头期待在前面的</a:t>
            </a:r>
            <a:r>
              <a:rPr lang="en-US" sz="1100">
                <a:solidFill>
                  <a:srgbClr val="FFFF00">
                    <a:alpha val="100000"/>
                  </a:srgbClr>
                </a:solidFill>
              </a:rPr>
              <a:t>LH</a:t>
            </a:r>
            <a:r>
              <a:rPr lang="zh-CN" sz="1100">
                <a:solidFill>
                  <a:srgbClr val="FFFF00">
                    <a:alpha val="100000"/>
                  </a:srgbClr>
                </a:solidFill>
              </a:rPr>
              <a:t>卖出，结果最终出现跌破楔形底部的情况，本不该发生，这是低概率事件</a:t>
            </a:r>
            <a:endParaRPr/>
          </a:p>
          <a:p>
            <a:pPr algn="ctr"/>
            <a:r>
              <a:rPr lang="zh-CN" sz="1100">
                <a:solidFill>
                  <a:srgbClr val="FFFF00">
                    <a:alpha val="100000"/>
                  </a:srgbClr>
                </a:solidFill>
              </a:rPr>
              <a:t>所以这是一个痛苦的交易，可能会持续比交易者认为的更长的时间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false" flipV="false">
            <a:off x="1074615" y="752231"/>
            <a:ext cx="3682999" cy="664307"/>
          </a:xfrm>
          <a:prstGeom prst="round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痛苦交易：可能性低的突破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0"/>
            <a:ext cx="12192000" cy="6856099"/>
          </a:xfrm>
          <a:prstGeom prst="rect"/>
        </p:spPr>
      </p:pic>
      <p:sp>
        <p:nvSpPr>
          <p:cNvPr id="73" name=""/>
          <p:cNvSpPr/>
          <p:nvPr/>
        </p:nvSpPr>
        <p:spPr>
          <a:xfrm rot="0" flipH="false" flipV="false">
            <a:off x="5715000" y="86702"/>
            <a:ext cx="3585307" cy="556846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成功的突破：比较少</a:t>
            </a:r>
            <a:endParaRPr/>
          </a:p>
        </p:txBody>
      </p:sp>
      <p:sp>
        <p:nvSpPr>
          <p:cNvPr id="74" name=""/>
          <p:cNvSpPr/>
          <p:nvPr/>
        </p:nvSpPr>
        <p:spPr>
          <a:xfrm rot="0">
            <a:off x="478692" y="2266462"/>
            <a:ext cx="3497384" cy="75223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/>
              <a:t>90%</a:t>
            </a:r>
            <a:r>
              <a:rPr lang="zh-CN"/>
              <a:t>的</a:t>
            </a:r>
            <a:r>
              <a:rPr lang="en-US"/>
              <a:t>bar</a:t>
            </a:r>
            <a:r>
              <a:rPr lang="zh-CN"/>
              <a:t>都在交易区间中</a:t>
            </a:r>
            <a:endParaRPr/>
          </a:p>
        </p:txBody>
      </p:sp>
      <p:sp>
        <p:nvSpPr>
          <p:cNvPr id="75" name=""/>
          <p:cNvSpPr/>
          <p:nvPr/>
        </p:nvSpPr>
        <p:spPr>
          <a:xfrm rot="0">
            <a:off x="537308" y="5109308"/>
            <a:ext cx="3731846" cy="61546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en-US"/>
              <a:t>10%</a:t>
            </a:r>
            <a:r>
              <a:rPr lang="zh-CN"/>
              <a:t>的时候，</a:t>
            </a:r>
            <a:r>
              <a:rPr lang="en-US"/>
              <a:t>bar</a:t>
            </a:r>
            <a:r>
              <a:rPr lang="zh-CN"/>
              <a:t>在突破，价格快速移动寻找性的交易区间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0"/>
            <a:ext cx="12192000" cy="6856099"/>
          </a:xfrm>
          <a:prstGeom prst="rect"/>
        </p:spPr>
      </p:pic>
      <p:sp>
        <p:nvSpPr>
          <p:cNvPr id="80" name=""/>
          <p:cNvSpPr/>
          <p:nvPr/>
        </p:nvSpPr>
        <p:spPr>
          <a:xfrm rot="0">
            <a:off x="1338385" y="791308"/>
            <a:ext cx="7131538" cy="635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市场循环：趋势和区间来回交替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8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375" y="0"/>
            <a:ext cx="12189249" cy="6858000"/>
          </a:xfrm>
          <a:prstGeom prst="rect"/>
        </p:spPr>
      </p:pic>
      <p:sp>
        <p:nvSpPr>
          <p:cNvPr id="85" name=""/>
          <p:cNvSpPr/>
          <p:nvPr/>
        </p:nvSpPr>
        <p:spPr>
          <a:xfrm rot="0" flipH="false" flipV="false">
            <a:off x="400538" y="957384"/>
            <a:ext cx="4884615" cy="634998"/>
          </a:xfrm>
          <a:prstGeom prst="round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2000">
                <a:solidFill>
                  <a:srgbClr val="FFFF00">
                    <a:alpha val="100000"/>
                  </a:srgbClr>
                </a:solidFill>
              </a:rPr>
              <a:t>看跌吞没今日最高：但是概率是多少？</a:t>
            </a:r>
            <a:endParaRPr/>
          </a:p>
        </p:txBody>
      </p:sp>
      <p:cxnSp>
        <p:nvCxnSpPr>
          <p:cNvPr id="86" name=""/>
          <p:cNvCxnSpPr/>
          <p:nvPr/>
        </p:nvCxnSpPr>
        <p:spPr>
          <a:xfrm rot="0" flipH="false" flipV="false">
            <a:off x="5431692" y="1397000"/>
            <a:ext cx="3751384" cy="625230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87" name=""/>
          <p:cNvSpPr txBox="true"/>
          <p:nvPr/>
        </p:nvSpPr>
        <p:spPr>
          <a:xfrm rot="540000" flipH="false" flipV="false">
            <a:off x="5861538" y="1204477"/>
            <a:ext cx="3194538" cy="450850"/>
          </a:xfrm>
          <a:prstGeom prst="rect">
            <a:avLst/>
          </a:prstGeom>
          <a:ln w="12700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</a:rPr>
              <a:t>记住</a:t>
            </a:r>
            <a:r>
              <a:rPr lang="en-US">
                <a:solidFill>
                  <a:srgbClr val="FF0000">
                    <a:alpha val="100000"/>
                  </a:srgbClr>
                </a:solidFill>
              </a:rPr>
              <a:t>80%</a:t>
            </a:r>
            <a:r>
              <a:rPr lang="zh-CN">
                <a:solidFill>
                  <a:srgbClr val="FF0000">
                    <a:alpha val="100000"/>
                  </a:srgbClr>
                </a:solidFill>
              </a:rPr>
              <a:t>反转都是失败的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false" flipV="false">
            <a:off x="7307384" y="2960077"/>
            <a:ext cx="4269153" cy="361459"/>
          </a:xfrm>
          <a:prstGeom prst="round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看跌吞没形态，但是当前强势上涨趋势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9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9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375" y="0"/>
            <a:ext cx="12189249" cy="6858000"/>
          </a:xfrm>
          <a:prstGeom prst="rect"/>
        </p:spPr>
      </p:pic>
      <p:cxnSp>
        <p:nvCxnSpPr>
          <p:cNvPr id="93" name=""/>
          <p:cNvCxnSpPr/>
          <p:nvPr/>
        </p:nvCxnSpPr>
        <p:spPr>
          <a:xfrm rot="0" flipH="false" flipV="false">
            <a:off x="2960077" y="1807308"/>
            <a:ext cx="429846" cy="1201615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94" name=""/>
          <p:cNvSpPr txBox="true"/>
          <p:nvPr/>
        </p:nvSpPr>
        <p:spPr>
          <a:xfrm rot="0" flipH="false" flipV="false">
            <a:off x="713154" y="674077"/>
            <a:ext cx="4249615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底部看涨吞没形态：需要联系前文</a:t>
            </a:r>
            <a:endParaRPr/>
          </a:p>
        </p:txBody>
      </p:sp>
      <p:sp>
        <p:nvSpPr>
          <p:cNvPr id="95" name=""/>
          <p:cNvSpPr txBox="true"/>
          <p:nvPr/>
        </p:nvSpPr>
        <p:spPr>
          <a:xfrm rot="0" flipH="false" flipV="false">
            <a:off x="2530231" y="1426308"/>
            <a:ext cx="4532923" cy="4508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下跌窄通道，很少回调或者幅度很小</a:t>
            </a:r>
            <a:endParaRPr/>
          </a:p>
        </p:txBody>
      </p:sp>
      <p:sp>
        <p:nvSpPr>
          <p:cNvPr id="96" name=""/>
          <p:cNvSpPr txBox="true"/>
          <p:nvPr/>
        </p:nvSpPr>
        <p:spPr>
          <a:xfrm rot="0" flipH="false" flipV="false">
            <a:off x="3468077" y="2077916"/>
            <a:ext cx="4260850" cy="3302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200">
                <a:solidFill>
                  <a:srgbClr val="ff0000">
                    <a:alpha val="100000"/>
                  </a:srgbClr>
                </a:solidFill>
              </a:rPr>
              <a:t>只是看到形态是不够的，需要在一个前文环境中还有意义</a:t>
            </a:r>
            <a:endParaRPr/>
          </a:p>
        </p:txBody>
      </p:sp>
      <p:cxnSp>
        <p:nvCxnSpPr>
          <p:cNvPr id="97" name=""/>
          <p:cNvCxnSpPr/>
          <p:nvPr/>
        </p:nvCxnSpPr>
        <p:spPr>
          <a:xfrm rot="0" flipH="false" flipV="true">
            <a:off x="5070230" y="3829539"/>
            <a:ext cx="0" cy="586478"/>
          </a:xfrm>
          <a:prstGeom prst="straightConnector1"/>
          <a:ln w="25400">
            <a:solidFill>
              <a:srgbClr val="ff0000">
                <a:alpha val="100000"/>
              </a:srgbClr>
            </a:solidFill>
            <a:prstDash val="solid"/>
            <a:headEnd/>
            <a:tailEnd type="triangle"/>
          </a:ln>
        </p:spPr>
      </p:cxnSp>
      <p:sp>
        <p:nvSpPr>
          <p:cNvPr id="98" name=""/>
          <p:cNvSpPr/>
          <p:nvPr/>
        </p:nvSpPr>
        <p:spPr>
          <a:xfrm rot="0" flipH="false" flipV="false">
            <a:off x="4220308" y="4493846"/>
            <a:ext cx="2842846" cy="420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1400">
                <a:solidFill>
                  <a:srgbClr val="FF0000">
                    <a:alpha val="100000"/>
                  </a:srgbClr>
                </a:solidFill>
              </a:rPr>
              <a:t>聪明人在低点一个</a:t>
            </a:r>
            <a:r>
              <a:rPr lang="en-US" sz="1400">
                <a:solidFill>
                  <a:srgbClr val="FF0000">
                    <a:alpha val="100000"/>
                  </a:srgbClr>
                </a:solidFill>
              </a:rPr>
              <a:t>TICK</a:t>
            </a:r>
            <a:r>
              <a:rPr lang="zh-CN" sz="1400">
                <a:solidFill>
                  <a:srgbClr val="FF0000">
                    <a:alpha val="100000"/>
                  </a:srgbClr>
                </a:solidFill>
              </a:rPr>
              <a:t>限价卖出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" y="0"/>
            <a:ext cx="12189249" cy="6858000"/>
          </a:xfrm>
          <a:prstGeom prst="rect"/>
        </p:spPr>
      </p:pic>
      <p:sp>
        <p:nvSpPr>
          <p:cNvPr id="103" name=""/>
          <p:cNvSpPr/>
          <p:nvPr/>
        </p:nvSpPr>
        <p:spPr>
          <a:xfrm rot="0" flipH="false" flipV="false">
            <a:off x="361462" y="742462"/>
            <a:ext cx="4923690" cy="488461"/>
          </a:xfrm>
          <a:prstGeom prst="round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市场惯性：</a:t>
            </a:r>
            <a:r>
              <a:rPr lang="en-US" sz="2000">
                <a:solidFill>
                  <a:srgbClr val="ff0000">
                    <a:alpha val="100000"/>
                  </a:srgbClr>
                </a:solidFill>
              </a:rPr>
              <a:t>80%</a:t>
            </a:r>
            <a:r>
              <a:rPr lang="zh-CN" sz="2000">
                <a:solidFill>
                  <a:srgbClr val="ff0000">
                    <a:alpha val="100000"/>
                  </a:srgbClr>
                </a:solidFill>
              </a:rPr>
              <a:t>情况下会保持同样的行为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0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" y="0"/>
            <a:ext cx="12189249" cy="6858000"/>
          </a:xfrm>
          <a:prstGeom prst="rect"/>
        </p:spPr>
      </p:pic>
      <p:sp>
        <p:nvSpPr>
          <p:cNvPr id="108" name=""/>
          <p:cNvSpPr/>
          <p:nvPr/>
        </p:nvSpPr>
        <p:spPr>
          <a:xfrm rot="0" flipH="false" flipV="false">
            <a:off x="3126154" y="1455615"/>
            <a:ext cx="2217614" cy="84992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r>
              <a:rPr lang="zh-CN"/>
              <a:t>买压</a:t>
            </a:r>
            <a:endParaRPr/>
          </a:p>
          <a:p>
            <a:pPr algn="ctr"/>
            <a:r>
              <a:rPr lang="zh-CN"/>
              <a:t>卖压</a:t>
            </a:r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" y="0"/>
            <a:ext cx="12189249" cy="6858000"/>
          </a:xfrm>
          <a:prstGeom prst="rect"/>
        </p:spPr>
      </p:pic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1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" y="0"/>
            <a:ext cx="12189249" cy="6858000"/>
          </a:xfrm>
          <a:prstGeom prst="rect"/>
        </p:spPr>
      </p:pic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1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1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" y="0"/>
            <a:ext cx="12189249" cy="6858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2024-11-14T17:57:48Z</dcterms:created>
  <dcterms:modified xsi:type="dcterms:W3CDTF">2024-11-14T17:57:48Z</dcterms:modified>
</cp:coreProperties>
</file>