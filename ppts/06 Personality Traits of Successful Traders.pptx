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tableStyles" Target="tableStyles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 lang="zh-CN" altLang="zh-CN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  <p:sp>
        <p:nvSpPr>
          <p:cNvPr id="5" name=""/>
          <p:cNvSpPr/>
          <p:nvPr/>
        </p:nvSpPr>
        <p:spPr>
          <a:xfrm rot="0">
            <a:off x="2672191" y="906302"/>
            <a:ext cx="3784046" cy="48585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伟大交易员的品质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false" flipV="false">
            <a:off x="2700221" y="1812605"/>
            <a:ext cx="3756016" cy="45782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做蠢事</a:t>
            </a:r>
            <a:endParaRPr/>
          </a:p>
        </p:txBody>
      </p:sp>
      <p:sp>
        <p:nvSpPr>
          <p:cNvPr id="7" name=""/>
          <p:cNvSpPr/>
          <p:nvPr/>
        </p:nvSpPr>
        <p:spPr>
          <a:xfrm rot="0">
            <a:off x="2709564" y="2625474"/>
            <a:ext cx="4363332" cy="45782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对不确定性感到</a:t>
            </a:r>
            <a:r>
              <a:rPr lang="en-US"/>
              <a:t>OK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406" y="0"/>
            <a:ext cx="12189188" cy="6858000"/>
          </a:xfrm>
          <a:prstGeom prst="rect"/>
        </p:spPr>
      </p:pic>
      <p:sp>
        <p:nvSpPr>
          <p:cNvPr id="42" name=""/>
          <p:cNvSpPr/>
          <p:nvPr/>
        </p:nvSpPr>
        <p:spPr>
          <a:xfrm rot="0">
            <a:off x="4671662" y="1476245"/>
            <a:ext cx="2532040" cy="32701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纪律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false" flipV="false">
            <a:off x="4631512" y="2183561"/>
            <a:ext cx="2532040" cy="32701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客观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false" flipV="false">
            <a:off x="4631512" y="2846937"/>
            <a:ext cx="2532040" cy="32701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耐心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false" flipV="false">
            <a:off x="7356986" y="3619656"/>
            <a:ext cx="2532040" cy="32701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舒适的面对确定性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false" flipV="false">
            <a:off x="7356986" y="4355002"/>
            <a:ext cx="2532040" cy="32701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出色的管理他们的交易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  <p:sp>
        <p:nvSpPr>
          <p:cNvPr id="51" name=""/>
          <p:cNvSpPr/>
          <p:nvPr/>
        </p:nvSpPr>
        <p:spPr>
          <a:xfrm rot="0" flipH="false" flipV="false">
            <a:off x="1812605" y="728779"/>
            <a:ext cx="5232260" cy="6540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明知是小概率事件，依然觉得“也许这次会成功”，而不去做正确的大概率事件，这就是不遵守纪律。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  <p:sp>
        <p:nvSpPr>
          <p:cNvPr id="60" name=""/>
          <p:cNvSpPr/>
          <p:nvPr/>
        </p:nvSpPr>
        <p:spPr>
          <a:xfrm rot="0">
            <a:off x="1018422" y="728779"/>
            <a:ext cx="5839577" cy="61665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客观：不要让情感影响决策</a:t>
            </a:r>
            <a:endParaRPr/>
          </a:p>
        </p:txBody>
      </p:sp>
      <p:sp>
        <p:nvSpPr>
          <p:cNvPr id="61" name=""/>
          <p:cNvSpPr/>
          <p:nvPr/>
        </p:nvSpPr>
        <p:spPr>
          <a:xfrm rot="0">
            <a:off x="896959" y="2270428"/>
            <a:ext cx="4157779" cy="64468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感觉情绪不稳，那就暂停交易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6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  <p:sp>
        <p:nvSpPr>
          <p:cNvPr id="66" name=""/>
          <p:cNvSpPr/>
          <p:nvPr/>
        </p:nvSpPr>
        <p:spPr>
          <a:xfrm rot="0" flipH="false" flipV="false">
            <a:off x="504540" y="728779"/>
            <a:ext cx="6643102" cy="59797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耐心：等待行情启动，对你的交易风格有好处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  <p:sp>
        <p:nvSpPr>
          <p:cNvPr id="12" name=""/>
          <p:cNvSpPr/>
          <p:nvPr/>
        </p:nvSpPr>
        <p:spPr>
          <a:xfrm rot="0">
            <a:off x="541913" y="710093"/>
            <a:ext cx="8184751" cy="63534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错误：认识，承认并迅速改正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  <p:sp>
        <p:nvSpPr>
          <p:cNvPr id="17" name=""/>
          <p:cNvSpPr/>
          <p:nvPr/>
        </p:nvSpPr>
        <p:spPr>
          <a:xfrm rot="0">
            <a:off x="392420" y="728779"/>
            <a:ext cx="6073160" cy="63534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尊重市场：向对待爷爷一样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406" y="0"/>
            <a:ext cx="12189188" cy="6858000"/>
          </a:xfrm>
          <a:prstGeom prst="rect"/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" y="0"/>
            <a:ext cx="12189188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2025-02-09T20:58:06Z</dcterms:created>
  <dcterms:modified xsi:type="dcterms:W3CDTF">2025-02-09T20:58:06Z</dcterms:modified>
</cp:coreProperties>
</file>