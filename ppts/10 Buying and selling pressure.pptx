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theme/theme2.xml" ContentType="application/vnd.openxmlformats-officedocument.them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1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32.xml" ContentType="application/vnd.openxmlformats-officedocument.presentationml.slid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26.xml" ContentType="application/vnd.openxmlformats-officedocument.presentationml.slide+xml"/>
  <Override PartName="/ppt/slides/slide9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17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notesMasterIdLst>
    <p:notesMasterId r:id="rId3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 type="screen16x9"/>
  <p:notesSz cx="6858000" cy="9144000"/>
  <p:defaultTextStyle>
    <a:defPPr>
      <a:defRPr lang="zh-CN"/>
    </a:defPPr>
    <a:lvl1pPr marL="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>
        <p14:section name="What is Buying and Selling Pressure?" id="{6EF6DFE1-B51D-4E8C-AA6A-5275EDF923C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Gaps" id="{7AA7F9F2-093E-4686-9596-059527A57C0C}">
          <p14:sldIdLst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Trading Ranges" id="{A09D9016-8217-4841-86F1-4F51813C77A7}">
          <p14:sldIdLst>
            <p14:sldId id="279"/>
            <p14:sldId id="280"/>
            <p14:sldId id="281"/>
          </p14:sldIdLst>
        </p14:section>
        <p14:section name="Channels" id="{C4F12349-DF25-4D89-894F-1046F0039AB6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</p14:sectionLst>
    </p:ext>
  </p:extLst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20" Type="http://schemas.openxmlformats.org/officeDocument/2006/relationships/slide" Target="slides/slide20.xml" /><Relationship Id="rId13" Type="http://schemas.openxmlformats.org/officeDocument/2006/relationships/slide" Target="slides/slide13.xml" /><Relationship Id="rId19" Type="http://schemas.openxmlformats.org/officeDocument/2006/relationships/slide" Target="slides/slide19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3" Type="http://schemas.openxmlformats.org/officeDocument/2006/relationships/slide" Target="slides/slide3.xml" /><Relationship Id="rId34" Type="http://schemas.openxmlformats.org/officeDocument/2006/relationships/slide" Target="slides/slide34.xml" /><Relationship Id="rId14" Type="http://schemas.openxmlformats.org/officeDocument/2006/relationships/slide" Target="slides/slide14.xml" /><Relationship Id="rId22" Type="http://schemas.openxmlformats.org/officeDocument/2006/relationships/slide" Target="slides/slide22.xml" /><Relationship Id="rId28" Type="http://schemas.openxmlformats.org/officeDocument/2006/relationships/slide" Target="slides/slide28.xml" /><Relationship Id="rId11" Type="http://schemas.openxmlformats.org/officeDocument/2006/relationships/slide" Target="slides/slide11.xml" /><Relationship Id="rId36" Type="http://schemas.openxmlformats.org/officeDocument/2006/relationships/tableStyles" Target="tableStyles.xml" /><Relationship Id="rId7" Type="http://schemas.openxmlformats.org/officeDocument/2006/relationships/slide" Target="slides/slide7.xml" /><Relationship Id="rId17" Type="http://schemas.openxmlformats.org/officeDocument/2006/relationships/slide" Target="slides/slide17.xml" /><Relationship Id="rId35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31" Type="http://schemas.openxmlformats.org/officeDocument/2006/relationships/slide" Target="slides/slide31.xml" /><Relationship Id="rId15" Type="http://schemas.openxmlformats.org/officeDocument/2006/relationships/slide" Target="slides/slide15.xml" /><Relationship Id="rId10" Type="http://schemas.openxmlformats.org/officeDocument/2006/relationships/slide" Target="slides/slide10.xml" /><Relationship Id="rId2" Type="http://schemas.openxmlformats.org/officeDocument/2006/relationships/slide" Target="slides/slide2.xml" /><Relationship Id="rId12" Type="http://schemas.openxmlformats.org/officeDocument/2006/relationships/slide" Target="slides/slide12.xml" /><Relationship Id="rId24" Type="http://schemas.openxmlformats.org/officeDocument/2006/relationships/slide" Target="slides/slide24.xml" /><Relationship Id="rId21" Type="http://schemas.openxmlformats.org/officeDocument/2006/relationships/slide" Target="slides/slide21.xml" /><Relationship Id="rId30" Type="http://schemas.openxmlformats.org/officeDocument/2006/relationships/slide" Target="slides/slide30.xml" /><Relationship Id="rId23" Type="http://schemas.openxmlformats.org/officeDocument/2006/relationships/slide" Target="slides/slide23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29" Type="http://schemas.openxmlformats.org/officeDocument/2006/relationships/slide" Target="slides/slide29.xml" /><Relationship Id="rId32" Type="http://schemas.openxmlformats.org/officeDocument/2006/relationships/slide" Target="slides/slide32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33" Type="http://schemas.openxmlformats.org/officeDocument/2006/relationships/slide" Target="slides/slide33.xml" /><Relationship Id="rId6" Type="http://schemas.openxmlformats.org/officeDocument/2006/relationships/slide" Target="slides/slide6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5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r>
              <a:rPr/>
              <a:t>When trading, traders always have to be paying attention to signs of strength.</a:t>
            </a:r>
            <a:endParaRPr/>
          </a:p>
          <a:p>
            <a:pPr/>
            <a:endParaRPr lang="en-US"/>
          </a:p>
          <a:p>
            <a:pPr/>
            <a:r>
              <a:rPr/>
              <a:t>And one way to think about it is buying and selling pressure. Bars often show that either the bulls or the bears are stronger, and when the price action</a:t>
            </a:r>
            <a:endParaRPr/>
          </a:p>
          <a:p>
            <a:pPr/>
            <a:r>
              <a:rPr/>
              <a:t>favors the bulls, it's buying pressure.</a:t>
            </a:r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r>
              <a:rPr/>
              <a:t>Whenever I look at a trading range, I'm always looking for signs of sustained buying and pressure and if there's more buying pressure then I think a bull breakout</a:t>
            </a:r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lvl="0" algn="ctr">
              <a:defRPr sz="60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pPr/>
            <a:r>
              <a:rPr lang="zh-CN" alt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62B735B0-1E6B-4AAE-9ED6-3DBCB2AC5596}" type="datetime1">
              <a:rPr/>
              <a:t>2022/12/22</a:t>
            </a:fld>
            <a:endParaRPr lang="zh-CN" alt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365BD4F7-6D2A-43CC-8902-DC42A1A3C6AF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D5F2C82-781A-4EDE-A3EF-3F2438FB9F31}" type="datetime1">
              <a:rPr/>
              <a:t>2022/12/22</a:t>
            </a:fld>
            <a:endParaRPr lang="zh-CN" altLang="zh-CN"/>
          </a:p>
        </p:txBody>
      </p:sp>
      <p:sp>
        <p:nvSpPr>
          <p:cNvPr id="11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20B6519-0892-4679-8EF4-7E8632D63502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1E2E82B7-6B5C-47FC-9723-F06795F43EA6}" type="datetime1">
              <a:rPr/>
              <a:t>2022/12/22</a:t>
            </a:fld>
            <a:endParaRPr lang="zh-CN" altLang="zh-CN"/>
          </a:p>
        </p:txBody>
      </p:sp>
      <p:sp>
        <p:nvSpPr>
          <p:cNvPr id="23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24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D56D6B1-AEFD-4F94-925D-7C5E06F2D589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true"/>
          </p:cNvSpPr>
          <p:nvPr>
            <p:ph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4CEC58E8-DACA-4BE6-B257-D83C916C4624}" type="datetime1">
              <a:rPr/>
              <a:t>2022/12/22</a:t>
            </a:fld>
            <a:endParaRPr lang="zh-CN" altLang="zh-CN"/>
          </a:p>
        </p:txBody>
      </p:sp>
      <p:sp>
        <p:nvSpPr>
          <p:cNvPr id="30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31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C1B0D9E3-9611-448B-A185-A82F9C099275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true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true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603D01A9-6636-4B38-8357-40A6314F4E6C}" type="datetime1">
              <a:rPr/>
              <a:t>2022/12/22</a:t>
            </a:fld>
            <a:endParaRPr lang="zh-CN" altLang="zh-CN"/>
          </a:p>
        </p:txBody>
      </p:sp>
      <p:sp>
        <p:nvSpPr>
          <p:cNvPr id="39" name="页脚占位符 7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0" name="灯片编号占位符 8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0AF7E8E4-B2FE-47E6-8321-B5EB66239D97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948FBD87-ED0B-4F60-AF3B-0E0AD33A4811}" type="datetime1">
              <a:rPr/>
              <a:t>2022/12/22</a:t>
            </a:fld>
            <a:endParaRPr lang="zh-CN" altLang="zh-CN"/>
          </a:p>
        </p:txBody>
      </p:sp>
      <p:sp>
        <p:nvSpPr>
          <p:cNvPr id="44" name="页脚占位符 3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5" name="灯片编号占位符 4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9AC65A2-A02C-4F73-A16B-7FC1AAA003E9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E7DA814-644F-4697-8FE5-46D4A0F5BBB0}" type="datetime1">
              <a:rPr/>
              <a:t>2022/12/22</a:t>
            </a:fld>
            <a:endParaRPr lang="zh-CN" altLang="zh-CN"/>
          </a:p>
        </p:txBody>
      </p:sp>
      <p:sp>
        <p:nvSpPr>
          <p:cNvPr id="48" name="页脚占位符 2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9" name="灯片编号占位符 3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97BA9F3-60DB-4411-B847-382B77F5D7D6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6C93E30-C61A-46BA-B565-F0C97AF8078C}" type="datetime1">
              <a:rPr/>
              <a:t>2022/12/22</a:t>
            </a:fld>
            <a:endParaRPr lang="zh-CN" altLang="zh-CN"/>
          </a:p>
        </p:txBody>
      </p:sp>
      <p:sp>
        <p:nvSpPr>
          <p:cNvPr id="55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56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C18F98CF-8B45-4F2C-AA06-936FBB5BFF0F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/>
            <a:endParaRPr lang="zh-CN" altLang="zh-CN"/>
          </a:p>
        </p:txBody>
      </p:sp>
      <p:sp>
        <p:nvSpPr>
          <p:cNvPr id="60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7B927E94-0A4D-435C-8398-A30004961C83}" type="datetime1">
              <a:rPr/>
              <a:t>2022/12/22</a:t>
            </a:fld>
            <a:endParaRPr lang="zh-CN" altLang="zh-CN"/>
          </a:p>
        </p:txBody>
      </p:sp>
      <p:sp>
        <p:nvSpPr>
          <p:cNvPr id="62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3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9ECBB5F7-F3A9-4784-AC2B-CDDA8B2C8A59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true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16D6CCCE-95A5-42F6-9454-C73F14042C7C}" type="datetime1">
              <a:rPr/>
              <a:t>2022/12/22</a:t>
            </a:fld>
            <a:endParaRPr lang="zh-CN" altLang="zh-CN"/>
          </a:p>
        </p:txBody>
      </p:sp>
      <p:sp>
        <p:nvSpPr>
          <p:cNvPr id="68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9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07E4A9A-3FAA-4B6F-9C30-258875663224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5B82C61-D909-45A3-BA4D-6D6580355498}" type="datetime1">
              <a:rPr/>
              <a:t>2022/12/22</a:t>
            </a:fld>
            <a:endParaRPr lang="zh-CN" altLang="zh-CN"/>
          </a:p>
        </p:txBody>
      </p:sp>
      <p:sp>
        <p:nvSpPr>
          <p:cNvPr id="17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127930D-29B7-4288-9CE9-993F76EA5C43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5" Type="http://schemas.openxmlformats.org/officeDocument/2006/relationships/slideLayout" Target="../slideLayouts/slideLayout6.xml" /><Relationship Id="rId2" Type="http://schemas.openxmlformats.org/officeDocument/2006/relationships/slideLayout" Target="../slideLayouts/slideLayout3.xml" /><Relationship Id="rId6" Type="http://schemas.openxmlformats.org/officeDocument/2006/relationships/slideLayout" Target="../slideLayouts/slideLayout7.xml" /><Relationship Id="rId11" Type="http://schemas.openxmlformats.org/officeDocument/2006/relationships/theme" Target="../theme/theme1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258905A1-66A8-41B4-8500-45B6E353A19E}" type="datetime1">
              <a:rPr/>
              <a:t>2022/12/22</a:t>
            </a:fld>
            <a:endParaRPr lang="zh-CN" alt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71D56F41-8DED-4DE8-A16A-5912936214B6}" type="slidenum">
              <a:rPr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微软雅黑"/>
          <a:ea typeface="微软雅黑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微软雅黑"/>
          <a:ea typeface="微软雅黑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微软雅黑"/>
          <a:ea typeface="微软雅黑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微软雅黑"/>
          <a:ea typeface="微软雅黑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image" Target="media/image13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4.png" /><Relationship Id="rId0" Type="http://schemas.openxmlformats.org/officeDocument/2006/relationships/slideLayout" Target="../slideLayouts/slideLayout2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30.png" /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31.png" /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32.png" /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33.png" /><Relationship Id="rId0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34.png" /><Relationship Id="rId0" Type="http://schemas.openxmlformats.org/officeDocument/2006/relationships/slideLayout" Target="../slideLayouts/slideLayout2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35.png" /><Relationship Id="rId0" Type="http://schemas.openxmlformats.org/officeDocument/2006/relationships/slideLayout" Target="../slideLayouts/slideLayout2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2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2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2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2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2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2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9.png" /><Relationship Id="rId0" Type="http://schemas.openxmlformats.org/officeDocument/2006/relationships/slideLayout" Target="../slideLayouts/slideLayout2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2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1.png" /><Relationship Id="rId0" Type="http://schemas.openxmlformats.org/officeDocument/2006/relationships/slideLayout" Target="../slideLayouts/slideLayout2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2.png" /><Relationship Id="rId0" Type="http://schemas.openxmlformats.org/officeDocument/2006/relationships/slideLayout" Target="../slideLayouts/slideLayout2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4.png" /><Relationship Id="rId0" Type="http://schemas.openxmlformats.org/officeDocument/2006/relationships/slideLayout" Target="../slideLayouts/slideLayout2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5.png" /><Relationship Id="rId0" Type="http://schemas.openxmlformats.org/officeDocument/2006/relationships/slideLayout" Target="../slideLayouts/slideLayout2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6.png" /><Relationship Id="rId0" Type="http://schemas.openxmlformats.org/officeDocument/2006/relationships/slideLayout" Target="../slideLayouts/slideLayout2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7.png" /><Relationship Id="rId0" Type="http://schemas.openxmlformats.org/officeDocument/2006/relationships/slideLayout" Target="../slideLayouts/slideLayout2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8.png" /><Relationship Id="rId0" Type="http://schemas.openxmlformats.org/officeDocument/2006/relationships/slideLayout" Target="../slideLayouts/slideLayout2.xml" /></Relationships>
</file>

<file path=ppt/slides/_rels/slide25.xml.rels><?xml version="1.0" encoding="UTF-8" standalone="yes"?><Relationships xmlns="http://schemas.openxmlformats.org/package/2006/relationships"><Relationship Id="rId2" Type="http://schemas.openxmlformats.org/officeDocument/2006/relationships/image" Target="media/image19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2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20.png" /><Relationship Id="rId0" Type="http://schemas.openxmlformats.org/officeDocument/2006/relationships/slideLayout" Target="../slideLayouts/slideLayout2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media/image21.png" /><Relationship Id="rId0" Type="http://schemas.openxmlformats.org/officeDocument/2006/relationships/slideLayout" Target="../slideLayouts/slideLayout2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image" Target="media/image22.png" /><Relationship Id="rId0" Type="http://schemas.openxmlformats.org/officeDocument/2006/relationships/slideLayout" Target="../slideLayouts/slideLayout2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image" Target="media/image23.png" /><Relationship Id="rId0" Type="http://schemas.openxmlformats.org/officeDocument/2006/relationships/slideLayout" Target="../slideLayouts/slideLayout2.xml" 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image" Target="media/image25.png" /><Relationship Id="rId0" Type="http://schemas.openxmlformats.org/officeDocument/2006/relationships/slideLayout" Target="../slideLayouts/slideLayout2.xml" 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image" Target="media/image26.png" /><Relationship Id="rId0" Type="http://schemas.openxmlformats.org/officeDocument/2006/relationships/slideLayout" Target="../slideLayouts/slideLayout2.xml" 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image" Target="media/image27.png" /><Relationship Id="rId0" Type="http://schemas.openxmlformats.org/officeDocument/2006/relationships/slideLayout" Target="../slideLayouts/slideLayout2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image" Target="media/image28.png" /><Relationship Id="rId0" Type="http://schemas.openxmlformats.org/officeDocument/2006/relationships/slideLayout" Target="../slideLayouts/slideLayout2.xml" 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image" Target="media/image29.png" /><Relationship Id="rId0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pic>
        <p:nvPicPr>
          <p:cNvPr id="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3568" y="0"/>
            <a:ext cx="12164864" cy="6858000"/>
          </a:xfrm>
          <a:prstGeom prst="rect"/>
        </p:spPr>
      </p:pic>
      <p:sp>
        <p:nvSpPr>
          <p:cNvPr id="5" name=""/>
          <p:cNvSpPr/>
          <p:nvPr/>
        </p:nvSpPr>
        <p:spPr>
          <a:xfrm rot="0">
            <a:off x="1511193" y="4277445"/>
            <a:ext cx="6425773" cy="547487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/>
              <a:t>逆势交易需要强的信号线</a:t>
            </a:r>
            <a:endParaRPr/>
          </a:p>
        </p:txBody>
      </p:sp>
      <p:pic>
        <p:nvPicPr>
          <p:cNvPr id="6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4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50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93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9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17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1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21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2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27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2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31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3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35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3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3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7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21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2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25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2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2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3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33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3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37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3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41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4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45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4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53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5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57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5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61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6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65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6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6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7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73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74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77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7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81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8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85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8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8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9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97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9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01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0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05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0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0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1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13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1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theme/theme1.xml><?xml version="1.0" encoding="utf-8"?>
<a:theme xmlns:a="http://schemas.openxmlformats.org/drawingml/2006/main" name="腾讯文档 默认主题">
  <a:themeElements>
    <a:clrScheme name="Tencent">
      <a:dk1>
        <a:sysClr val="windowText" lastClr="000000"/>
      </a:dk1>
      <a:lt1>
        <a:sysClr val="window" lastClr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默认字体" panose="020F0302020204030204"/>
        <a:ea typeface=""/>
        <a:cs typeface=""/>
        <a:font script="Jpan" typeface="游ゴシック Light"/>
        <a:font script="Hang" typeface="맑은 고딕"/>
        <a:font script="Hans" typeface="默认字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默认字体" panose="020F0502020204030204"/>
        <a:ea typeface=""/>
        <a:cs typeface=""/>
        <a:font script="Jpan" typeface="游ゴシック"/>
        <a:font script="Hang" typeface="맑은 고딕"/>
        <a:font script="Hans" typeface="默认字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2.xml><?xml version="1.0" encoding="utf-8"?>
<a:theme xmlns:a="http://schemas.openxmlformats.org/drawingml/2006/main" name="notesMaster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2024-11-14T17:59:04Z</dcterms:created>
  <dcterms:modified xsi:type="dcterms:W3CDTF">2024-11-14T17:59:04Z</dcterms:modified>
</cp:coreProperties>
</file>