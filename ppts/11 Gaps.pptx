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22.xml" ContentType="application/vnd.openxmlformats-officedocument.presentationml.slide+xml"/>
  <Override PartName="/ppt/slides/slide15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26.xml" ContentType="application/vnd.openxmlformats-officedocument.presentationml.slid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28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23.xml" ContentType="application/vnd.openxmlformats-officedocument.presentationml.slide+xml"/>
  <Override PartName="/ppt/slides/slide11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 type="screen16x9"/>
  <p:notesSz cx="6858000" cy="9144000"/>
  <p:defaultTextStyle>
    <a:defPPr>
      <a:defRPr lang="zh-CN"/>
    </a:defPPr>
    <a:lvl1pPr marL="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false" eaLnBrk="true" latinLnBrk="false" hangingPunct="true">
      <a:lnSpc>
        <a:spcPct val="130000"/>
      </a:lnSpc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>
        <p14:section name="What are gaps?" id="{1F6C2DFE-0044-49C5-9F76-45A034D889E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</p:extLst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28" Type="http://schemas.openxmlformats.org/officeDocument/2006/relationships/slide" Target="slides/slide28.xml" /><Relationship Id="rId27" Type="http://schemas.openxmlformats.org/officeDocument/2006/relationships/slide" Target="slides/slide27.xml" /><Relationship Id="rId7" Type="http://schemas.openxmlformats.org/officeDocument/2006/relationships/slide" Target="slides/slide7.xml" /><Relationship Id="rId26" Type="http://schemas.openxmlformats.org/officeDocument/2006/relationships/slide" Target="slides/slide26.xml" /><Relationship Id="rId29" Type="http://schemas.openxmlformats.org/officeDocument/2006/relationships/tableStyles" Target="tableStyles.xml" /><Relationship Id="rId24" Type="http://schemas.openxmlformats.org/officeDocument/2006/relationships/slide" Target="slides/slide24.xml" /><Relationship Id="rId23" Type="http://schemas.openxmlformats.org/officeDocument/2006/relationships/slide" Target="slides/slide23.xml" /><Relationship Id="rId8" Type="http://schemas.openxmlformats.org/officeDocument/2006/relationships/slide" Target="slides/slide8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7" Type="http://schemas.openxmlformats.org/officeDocument/2006/relationships/slide" Target="slides/slide17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6" Type="http://schemas.openxmlformats.org/officeDocument/2006/relationships/slide" Target="slides/slide16.xml" /><Relationship Id="rId5" Type="http://schemas.openxmlformats.org/officeDocument/2006/relationships/slide" Target="slides/slide5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5" Type="http://schemas.openxmlformats.org/officeDocument/2006/relationships/slide" Target="slides/slide25.xml" /><Relationship Id="rId12" Type="http://schemas.openxmlformats.org/officeDocument/2006/relationships/slide" Target="slides/slide12.xml" /><Relationship Id="rId2" Type="http://schemas.openxmlformats.org/officeDocument/2006/relationships/slide" Target="slides/slide2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15" Type="http://schemas.openxmlformats.org/officeDocument/2006/relationships/slide" Target="slides/slide15.xml" /><Relationship Id="rId22" Type="http://schemas.openxmlformats.org/officeDocument/2006/relationships/slide" Target="slides/slide2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lvl="0" algn="ctr">
              <a:defRPr sz="60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pPr/>
            <a:r>
              <a:rPr lang="zh-CN" alt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62B735B0-1E6B-4AAE-9ED6-3DBCB2AC5596}" type="datetime1">
              <a:rPr/>
              <a:t>2022/12/22</a:t>
            </a:fld>
            <a:endParaRPr lang="zh-CN" alt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365BD4F7-6D2A-43CC-8902-DC42A1A3C6AF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D5F2C82-781A-4EDE-A3EF-3F2438FB9F31}" type="datetime1">
              <a:rPr/>
              <a:t>2022/12/22</a:t>
            </a:fld>
            <a:endParaRPr lang="zh-CN" altLang="zh-CN"/>
          </a:p>
        </p:txBody>
      </p:sp>
      <p:sp>
        <p:nvSpPr>
          <p:cNvPr id="11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20B6519-0892-4679-8EF4-7E8632D63502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1E2E82B7-6B5C-47FC-9723-F06795F43EA6}" type="datetime1">
              <a:rPr/>
              <a:t>2022/12/22</a:t>
            </a:fld>
            <a:endParaRPr lang="zh-CN" altLang="zh-CN"/>
          </a:p>
        </p:txBody>
      </p:sp>
      <p:sp>
        <p:nvSpPr>
          <p:cNvPr id="23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24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D56D6B1-AEFD-4F94-925D-7C5E06F2D589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true"/>
          </p:cNvSpPr>
          <p:nvPr>
            <p:ph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4CEC58E8-DACA-4BE6-B257-D83C916C4624}" type="datetime1">
              <a:rPr/>
              <a:t>2022/12/22</a:t>
            </a:fld>
            <a:endParaRPr lang="zh-CN" altLang="zh-CN"/>
          </a:p>
        </p:txBody>
      </p:sp>
      <p:sp>
        <p:nvSpPr>
          <p:cNvPr id="30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31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C1B0D9E3-9611-448B-A185-A82F9C099275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true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true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true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603D01A9-6636-4B38-8357-40A6314F4E6C}" type="datetime1">
              <a:rPr/>
              <a:t>2022/12/22</a:t>
            </a:fld>
            <a:endParaRPr lang="zh-CN" altLang="zh-CN"/>
          </a:p>
        </p:txBody>
      </p:sp>
      <p:sp>
        <p:nvSpPr>
          <p:cNvPr id="39" name="页脚占位符 7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0" name="灯片编号占位符 8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0AF7E8E4-B2FE-47E6-8321-B5EB66239D97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948FBD87-ED0B-4F60-AF3B-0E0AD33A4811}" type="datetime1">
              <a:rPr/>
              <a:t>2022/12/22</a:t>
            </a:fld>
            <a:endParaRPr lang="zh-CN" altLang="zh-CN"/>
          </a:p>
        </p:txBody>
      </p:sp>
      <p:sp>
        <p:nvSpPr>
          <p:cNvPr id="44" name="页脚占位符 3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5" name="灯片编号占位符 4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9AC65A2-A02C-4F73-A16B-7FC1AAA003E9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E7DA814-644F-4697-8FE5-46D4A0F5BBB0}" type="datetime1">
              <a:rPr/>
              <a:t>2022/12/22</a:t>
            </a:fld>
            <a:endParaRPr lang="zh-CN" altLang="zh-CN"/>
          </a:p>
        </p:txBody>
      </p:sp>
      <p:sp>
        <p:nvSpPr>
          <p:cNvPr id="48" name="页脚占位符 2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49" name="灯片编号占位符 3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97BA9F3-60DB-4411-B847-382B77F5D7D6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56C93E30-C61A-46BA-B565-F0C97AF8078C}" type="datetime1">
              <a:rPr/>
              <a:t>2022/12/22</a:t>
            </a:fld>
            <a:endParaRPr lang="zh-CN" altLang="zh-CN"/>
          </a:p>
        </p:txBody>
      </p:sp>
      <p:sp>
        <p:nvSpPr>
          <p:cNvPr id="55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56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C18F98CF-8B45-4F2C-AA06-936FBB5BFF0F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/>
            <a:endParaRPr lang="zh-CN" altLang="zh-CN"/>
          </a:p>
        </p:txBody>
      </p:sp>
      <p:sp>
        <p:nvSpPr>
          <p:cNvPr id="60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 alt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7B927E94-0A4D-435C-8398-A30004961C83}" type="datetime1">
              <a:rPr/>
              <a:t>2022/12/22</a:t>
            </a:fld>
            <a:endParaRPr lang="zh-CN" altLang="zh-CN"/>
          </a:p>
        </p:txBody>
      </p:sp>
      <p:sp>
        <p:nvSpPr>
          <p:cNvPr id="62" name="页脚占位符 5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3" name="灯片编号占位符 6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9ECBB5F7-F3A9-4784-AC2B-CDDA8B2C8A59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true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16D6CCCE-95A5-42F6-9454-C73F14042C7C}" type="datetime1">
              <a:rPr/>
              <a:t>2022/12/22</a:t>
            </a:fld>
            <a:endParaRPr lang="zh-CN" altLang="zh-CN"/>
          </a:p>
        </p:txBody>
      </p:sp>
      <p:sp>
        <p:nvSpPr>
          <p:cNvPr id="68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69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07E4A9A-3FAA-4B6F-9C30-258875663224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true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A5B82C61-D909-45A3-BA4D-6D6580355498}" type="datetime1">
              <a:rPr/>
              <a:t>2022/12/22</a:t>
            </a:fld>
            <a:endParaRPr lang="zh-CN" altLang="zh-CN"/>
          </a:p>
        </p:txBody>
      </p:sp>
      <p:sp>
        <p:nvSpPr>
          <p:cNvPr id="17" name="页脚占位符 4"/>
          <p:cNvSpPr>
            <a:spLocks noGrp="true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 lang="zh-CN" altLang="zh-CN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B127930D-29B7-4288-9CE9-993F76EA5C43}" type="slidenum">
              <a:rPr/>
              <a:t>‹#›</a:t>
            </a:fld>
            <a:endParaRPr lang="zh-CN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0" Type="http://schemas.openxmlformats.org/officeDocument/2006/relationships/slideLayout" Target="../slideLayouts/slideLayout1.xml" /><Relationship Id="rId2" Type="http://schemas.openxmlformats.org/officeDocument/2006/relationships/slideLayout" Target="../slideLayouts/slideLayout3.xml" /><Relationship Id="rId11" Type="http://schemas.openxmlformats.org/officeDocument/2006/relationships/theme" Target="../theme/theme1.xml" /><Relationship Id="rId7" Type="http://schemas.openxmlformats.org/officeDocument/2006/relationships/slideLayout" Target="../slideLayouts/slideLayout8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/>
            <a:r>
              <a:rPr lang="zh-CN" alt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 altLang="zh-CN"/>
              <a:t>单击此处编辑母版文本样式</a:t>
            </a:r>
            <a:endParaRPr/>
          </a:p>
          <a:p>
            <a:pPr lvl="1"/>
            <a:r>
              <a:rPr lang="zh-CN" altLang="zh-CN"/>
              <a:t>二级</a:t>
            </a:r>
            <a:endParaRPr/>
          </a:p>
          <a:p>
            <a:pPr lvl="2"/>
            <a:r>
              <a:rPr lang="zh-CN" altLang="zh-CN"/>
              <a:t>三级</a:t>
            </a:r>
            <a:endParaRPr/>
          </a:p>
          <a:p>
            <a:pPr lvl="3"/>
            <a:r>
              <a:rPr lang="zh-CN" altLang="zh-CN"/>
              <a:t>四级</a:t>
            </a:r>
            <a:endParaRPr/>
          </a:p>
          <a:p>
            <a:pPr lvl="4"/>
            <a:r>
              <a:rPr lang="zh-CN" alt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258905A1-66A8-41B4-8500-45B6E353A19E}" type="datetime1">
              <a:rPr/>
              <a:t>2022/12/22</a:t>
            </a:fld>
            <a:endParaRPr lang="zh-CN" alt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 alt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71D56F41-8DED-4DE8-A16A-5912936214B6}" type="slidenum">
              <a:rPr/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微软雅黑"/>
          <a:ea typeface="微软雅黑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微软雅黑"/>
          <a:ea typeface="微软雅黑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微软雅黑"/>
          <a:ea typeface="微软雅黑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微软雅黑"/>
          <a:ea typeface="微软雅黑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微软雅黑"/>
          <a:ea typeface="微软雅黑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微软雅黑"/>
          <a:ea typeface="微软雅黑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2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2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2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3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37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38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68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6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72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73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76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pic>
        <p:nvPicPr>
          <p:cNvPr id="7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82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85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88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7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0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3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6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1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22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25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28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31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34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41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44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47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50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53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56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slides/slide26.xml><?xml version="1.0" encoding="utf-8"?>
<p:sld xmlns:a="http://schemas.openxmlformats.org/drawingml/2006/main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59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62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标题 1"/>
          <p:cNvSpPr>
            <a:spLocks noGrp="true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  <p:sp>
        <p:nvSpPr>
          <p:cNvPr id="65" name="内容占位符 2"/>
          <p:cNvSpPr>
            <a:spLocks noGrp="true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p>
            <a:pPr/>
            <a:endParaRPr/>
          </a:p>
        </p:txBody>
      </p:sp>
    </p:spTree>
  </p:cSld>
</p:sld>
</file>

<file path=ppt/theme/theme1.xml><?xml version="1.0" encoding="utf-8"?>
<a:theme xmlns:a="http://schemas.openxmlformats.org/drawingml/2006/main" name="腾讯文档 默认主题">
  <a:themeElements>
    <a:clrScheme name="Tencent">
      <a:dk1>
        <a:sysClr val="windowText" lastClr="000000"/>
      </a:dk1>
      <a:lt1>
        <a:sysClr val="window" lastClr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默认字体" panose="020F0302020204030204"/>
        <a:ea typeface=""/>
        <a:cs typeface=""/>
        <a:font script="Jpan" typeface="游ゴシック Light"/>
        <a:font script="Hang" typeface="맑은 고딕"/>
        <a:font script="Hans" typeface="默认字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默认字体" panose="020F0502020204030204"/>
        <a:ea typeface=""/>
        <a:cs typeface=""/>
        <a:font script="Jpan" typeface="游ゴシック"/>
        <a:font script="Hang" typeface="맑은 고딕"/>
        <a:font script="Hans" typeface="默认字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2024-11-14T17:59:17Z</dcterms:created>
  <dcterms:modified xsi:type="dcterms:W3CDTF">2024-11-14T17:59:17Z</dcterms:modified>
</cp:coreProperties>
</file>