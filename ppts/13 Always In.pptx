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15.xml" ContentType="application/vnd.openxmlformats-officedocument.presentationml.slide+xml"/>
  <Override PartName="/ppt/slides/slide56.xml" ContentType="application/vnd.openxmlformats-officedocument.presentationml.slide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slides/slide32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35.xml" ContentType="application/vnd.openxmlformats-officedocument.presentationml.slide+xml"/>
  <Override PartName="/ppt/slides/slide42.xml" ContentType="application/vnd.openxmlformats-officedocument.presentationml.slide+xml"/>
  <Override PartName="/docProps/app.xml" ContentType="application/vnd.openxmlformats-officedocument.extended-properties+xml"/>
  <Override PartName="/ppt/slides/slide40.xml" ContentType="application/vnd.openxmlformats-officedocument.presentationml.slide+xml"/>
  <Override PartName="/ppt/slides/slide25.xml" ContentType="application/vnd.openxmlformats-officedocument.presentationml.slide+xml"/>
  <Override PartName="/ppt/slides/slide2.xml" ContentType="application/vnd.openxmlformats-officedocument.presentationml.slide+xml"/>
  <Override PartName="/ppt/slides/slide34.xml" ContentType="application/vnd.openxmlformats-officedocument.presentationml.slide+xml"/>
  <Override PartName="/ppt/slides/slide31.xml" ContentType="application/vnd.openxmlformats-officedocument.presentationml.slide+xml"/>
  <Override PartName="/ppt/slides/slide37.xml" ContentType="application/vnd.openxmlformats-officedocument.presentationml.slide+xml"/>
  <Override PartName="/ppt/slides/slide59.xml" ContentType="application/vnd.openxmlformats-officedocument.presentationml.slide+xml"/>
  <Override PartName="/ppt/slides/slide13.xml" ContentType="application/vnd.openxmlformats-officedocument.presentationml.slide+xml"/>
  <Override PartName="/ppt/slides/slide36.xml" ContentType="application/vnd.openxmlformats-officedocument.presentationml.slide+xml"/>
  <Override PartName="/ppt/slides/slide26.xml" ContentType="application/vnd.openxmlformats-officedocument.presentationml.slide+xml"/>
  <Override PartName="/ppt/slides/slide33.xml" ContentType="application/vnd.openxmlformats-officedocument.presentationml.slide+xml"/>
  <Override PartName="/ppt/slides/slide47.xml" ContentType="application/vnd.openxmlformats-officedocument.presentationml.slide+xml"/>
  <Override PartName="/ppt/slides/slide54.xml" ContentType="application/vnd.openxmlformats-officedocument.presentationml.slide+xml"/>
  <Override PartName="/ppt/theme/theme1.xml" ContentType="application/vnd.openxmlformats-officedocument.theme+xml"/>
  <Override PartName="/ppt/slides/slide49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55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2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7.xml" ContentType="application/vnd.openxmlformats-officedocument.presentationml.slide+xml"/>
  <Override PartName="/ppt/slides/slide51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slides/slide46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3.xml" ContentType="application/vnd.openxmlformats-officedocument.presentationml.slide+xml"/>
  <Override PartName="/ppt/slides/slide14.xml" ContentType="application/vnd.openxmlformats-officedocument.presentationml.slide+xml"/>
  <Override PartName="/ppt/slides/slide52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41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9.xml" ContentType="application/vnd.openxmlformats-officedocument.presentationml.slide+xml"/>
  <Override PartName="/ppt/slides/slide23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</p:sldIdLst>
  <p:sldSz cx="12192000" cy="6858000" type="screen16x9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默认字体"/>
        <a:ea typeface="默认字体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默认字体"/>
        <a:ea typeface="默认字体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默认字体"/>
        <a:ea typeface="默认字体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默认字体"/>
        <a:ea typeface="默认字体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默认字体"/>
        <a:ea typeface="默认字体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默认字体"/>
        <a:ea typeface="默认字体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默认字体"/>
        <a:ea typeface="默认字体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默认字体"/>
        <a:ea typeface="默认字体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默认字体"/>
        <a:ea typeface="默认字体"/>
      </a:defRPr>
    </a:lvl9pPr>
  </p:defaultTextStyle>
  <p:extLst>
    <p:ext uri="{521415D9-36F7-43E2-AB2F-B90AF26B5E84}">
      <p14:sectionLst>
        <p14:section name="Always trend or TR" id="{CF136105-B6B1-443F-A5CA-A100538489FE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Always In direction" id="{CDDB48CD-B34D-4687-82B4-1F955A95DD9F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Trader's Equation" id="{BC9D12C3-0EDB-41B0-918E-F99574DE6533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Always In Long" id="{58FB500F-66E5-4521-92C4-31F3E55C4C77}">
          <p14:sldIdLst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Always In Short" id="{07541F6C-3922-49C4-A007-4A99C304BC4B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Scalping and swing trading" id="{08915A65-FD6D-4DE5-9728-00313706518D}">
          <p14:sldIdLst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</p14:sectionLst>
    </p:ext>
  </p:extLst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8" Type="http://schemas.openxmlformats.org/officeDocument/2006/relationships/slide" Target="slides/slide58.xml" /><Relationship Id="rId54" Type="http://schemas.openxmlformats.org/officeDocument/2006/relationships/slide" Target="slides/slide54.xml" /><Relationship Id="rId53" Type="http://schemas.openxmlformats.org/officeDocument/2006/relationships/slide" Target="slides/slide53.xml" /><Relationship Id="rId51" Type="http://schemas.openxmlformats.org/officeDocument/2006/relationships/slide" Target="slides/slide51.xml" /><Relationship Id="rId50" Type="http://schemas.openxmlformats.org/officeDocument/2006/relationships/slide" Target="slides/slide50.xml" /><Relationship Id="rId5" Type="http://schemas.openxmlformats.org/officeDocument/2006/relationships/slide" Target="slides/slide5.xml" /><Relationship Id="rId55" Type="http://schemas.openxmlformats.org/officeDocument/2006/relationships/slide" Target="slides/slide55.xml" /><Relationship Id="rId49" Type="http://schemas.openxmlformats.org/officeDocument/2006/relationships/slide" Target="slides/slide49.xml" /><Relationship Id="rId48" Type="http://schemas.openxmlformats.org/officeDocument/2006/relationships/slide" Target="slides/slide48.xml" /><Relationship Id="rId47" Type="http://schemas.openxmlformats.org/officeDocument/2006/relationships/slide" Target="slides/slide47.xml" /><Relationship Id="rId46" Type="http://schemas.openxmlformats.org/officeDocument/2006/relationships/slide" Target="slides/slide46.xml" /><Relationship Id="rId45" Type="http://schemas.openxmlformats.org/officeDocument/2006/relationships/slide" Target="slides/slide45.xml" /><Relationship Id="rId21" Type="http://schemas.openxmlformats.org/officeDocument/2006/relationships/slide" Target="slides/slide21.xml" /><Relationship Id="rId28" Type="http://schemas.openxmlformats.org/officeDocument/2006/relationships/slide" Target="slides/slide28.xml" /><Relationship Id="rId11" Type="http://schemas.openxmlformats.org/officeDocument/2006/relationships/slide" Target="slides/slide11.xml" /><Relationship Id="rId19" Type="http://schemas.openxmlformats.org/officeDocument/2006/relationships/slide" Target="slides/slide19.xml" /><Relationship Id="rId44" Type="http://schemas.openxmlformats.org/officeDocument/2006/relationships/slide" Target="slides/slide44.xml" /><Relationship Id="rId36" Type="http://schemas.openxmlformats.org/officeDocument/2006/relationships/slide" Target="slides/slide36.xml" /><Relationship Id="rId14" Type="http://schemas.openxmlformats.org/officeDocument/2006/relationships/slide" Target="slides/slide14.xml" /><Relationship Id="rId3" Type="http://schemas.openxmlformats.org/officeDocument/2006/relationships/slide" Target="slides/slide3.xml" /><Relationship Id="rId52" Type="http://schemas.openxmlformats.org/officeDocument/2006/relationships/slide" Target="slides/slide52.xml" /><Relationship Id="rId20" Type="http://schemas.openxmlformats.org/officeDocument/2006/relationships/slide" Target="slides/slide20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29" Type="http://schemas.openxmlformats.org/officeDocument/2006/relationships/slide" Target="slides/slide29.xml" /><Relationship Id="rId26" Type="http://schemas.openxmlformats.org/officeDocument/2006/relationships/slide" Target="slides/slide26.xml" /><Relationship Id="rId43" Type="http://schemas.openxmlformats.org/officeDocument/2006/relationships/slide" Target="slides/slide43.xml" /><Relationship Id="rId30" Type="http://schemas.openxmlformats.org/officeDocument/2006/relationships/slide" Target="slides/slide30.xml" /><Relationship Id="rId57" Type="http://schemas.openxmlformats.org/officeDocument/2006/relationships/slide" Target="slides/slide57.xml" /><Relationship Id="rId23" Type="http://schemas.openxmlformats.org/officeDocument/2006/relationships/slide" Target="slides/slide23.xml" /><Relationship Id="rId59" Type="http://schemas.openxmlformats.org/officeDocument/2006/relationships/slide" Target="slides/slide59.xml" /><Relationship Id="rId31" Type="http://schemas.openxmlformats.org/officeDocument/2006/relationships/slide" Target="slides/slide31.xml" /><Relationship Id="rId41" Type="http://schemas.openxmlformats.org/officeDocument/2006/relationships/slide" Target="slides/slide41.xml" /><Relationship Id="rId13" Type="http://schemas.openxmlformats.org/officeDocument/2006/relationships/slide" Target="slides/slide13.xml" /><Relationship Id="rId34" Type="http://schemas.openxmlformats.org/officeDocument/2006/relationships/slide" Target="slides/slide34.xml" /><Relationship Id="rId24" Type="http://schemas.openxmlformats.org/officeDocument/2006/relationships/slide" Target="slides/slide24.xml" /><Relationship Id="rId2" Type="http://schemas.openxmlformats.org/officeDocument/2006/relationships/slide" Target="slides/slide2.xml" /><Relationship Id="rId25" Type="http://schemas.openxmlformats.org/officeDocument/2006/relationships/slide" Target="slides/slide25.xml" /><Relationship Id="rId1" Type="http://schemas.openxmlformats.org/officeDocument/2006/relationships/slide" Target="slides/slide1.xml" /><Relationship Id="rId40" Type="http://schemas.openxmlformats.org/officeDocument/2006/relationships/slide" Target="slides/slide40.xml" /><Relationship Id="rId42" Type="http://schemas.openxmlformats.org/officeDocument/2006/relationships/slide" Target="slides/slide42.xml" /><Relationship Id="rId27" Type="http://schemas.openxmlformats.org/officeDocument/2006/relationships/slide" Target="slides/slide27.xml" /><Relationship Id="rId22" Type="http://schemas.openxmlformats.org/officeDocument/2006/relationships/slide" Target="slides/slide22.xml" /><Relationship Id="rId32" Type="http://schemas.openxmlformats.org/officeDocument/2006/relationships/slide" Target="slides/slide32.xml" /><Relationship Id="rId60" Type="http://schemas.openxmlformats.org/officeDocument/2006/relationships/tableStyles" Target="tableStyles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33" Type="http://schemas.openxmlformats.org/officeDocument/2006/relationships/slide" Target="slides/slide33.xml" /><Relationship Id="rId35" Type="http://schemas.openxmlformats.org/officeDocument/2006/relationships/slide" Target="slides/slide35.xml" /><Relationship Id="rId56" Type="http://schemas.openxmlformats.org/officeDocument/2006/relationships/slide" Target="slides/slide56.xml" /><Relationship Id="rId37" Type="http://schemas.openxmlformats.org/officeDocument/2006/relationships/slide" Target="slides/slide37.xml" /><Relationship Id="rId17" Type="http://schemas.openxmlformats.org/officeDocument/2006/relationships/slide" Target="slides/slide17.xml" /><Relationship Id="rId15" Type="http://schemas.openxmlformats.org/officeDocument/2006/relationships/slide" Target="slides/slide15.xml" /><Relationship Id="rId38" Type="http://schemas.openxmlformats.org/officeDocument/2006/relationships/slide" Target="slides/slide38.xml" /><Relationship Id="rId39" Type="http://schemas.openxmlformats.org/officeDocument/2006/relationships/slide" Target="slides/slide39.xml" /><Relationship Id="rId4" Type="http://schemas.openxmlformats.org/officeDocument/2006/relationships/slide" Target="slides/slide4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pPr/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0F7DC6A6-BF1E-4CE5-B3E6-718B8EA0B82A}" type="datetime1">
              <a:rPr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8FC705DF-EB6A-4429-A9CF-8086C29D54D9}" type="slidenum">
              <a:r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7B03108F-6D01-401F-BB83-A4EE273EE035}" type="datetime1">
              <a:rPr/>
              <a:t>2022/12/22</a:t>
            </a:fld>
            <a:endParaRPr lang="zh-CN"/>
          </a:p>
        </p:txBody>
      </p:sp>
      <p:sp>
        <p:nvSpPr>
          <p:cNvPr id="11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2A18DFAB-279D-45FB-8988-01B47F34F95A}" type="slidenum">
              <a:r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8D5B006A-3E28-4231-AF04-14767498E664}" type="datetime1">
              <a:rPr/>
              <a:t>2022/12/22</a:t>
            </a:fld>
            <a:endParaRPr lang="zh-CN"/>
          </a:p>
        </p:txBody>
      </p:sp>
      <p:sp>
        <p:nvSpPr>
          <p:cNvPr id="23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24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8B94FA0-F740-4CDC-A935-5AEA919A98DA}" type="slidenum">
              <a:r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true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A1F3BCCF-927F-4C14-9052-F5177C3C439D}" type="datetime1">
              <a:rPr/>
              <a:t>2022/12/22</a:t>
            </a:fld>
            <a:endParaRPr lang="zh-CN"/>
          </a:p>
        </p:txBody>
      </p:sp>
      <p:sp>
        <p:nvSpPr>
          <p:cNvPr id="30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31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408259AF-2A25-452C-AA5F-7B080E8C5A7E}" type="slidenum">
              <a:r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true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true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E19FF268-CF0C-4595-A6A8-A0B1FC2FEB42}" type="datetime1">
              <a:rPr/>
              <a:t>2022/12/22</a:t>
            </a:fld>
            <a:endParaRPr lang="zh-CN"/>
          </a:p>
        </p:txBody>
      </p:sp>
      <p:sp>
        <p:nvSpPr>
          <p:cNvPr id="39" name="页脚占位符 7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0" name="灯片编号占位符 8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63A90A56-B7DA-460C-8F46-95BFAF0AF95F}" type="slidenum">
              <a:r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E05E0E50-3259-4429-AAEB-7BA10F2285FC}" type="datetime1">
              <a:rPr/>
              <a:t>2022/12/22</a:t>
            </a:fld>
            <a:endParaRPr lang="zh-CN"/>
          </a:p>
        </p:txBody>
      </p:sp>
      <p:sp>
        <p:nvSpPr>
          <p:cNvPr id="44" name="页脚占位符 3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5" name="灯片编号占位符 4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2178EC5-58A4-4F44-B83C-34BE3E218ABE}" type="slidenum">
              <a:r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03EF5456-EA9D-47AD-816E-BBFCE6D3FB5C}" type="datetime1">
              <a:rPr/>
              <a:t>2022/12/22</a:t>
            </a:fld>
            <a:endParaRPr lang="zh-CN"/>
          </a:p>
        </p:txBody>
      </p:sp>
      <p:sp>
        <p:nvSpPr>
          <p:cNvPr id="48" name="页脚占位符 2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9" name="灯片编号占位符 3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E3199BA4-F8C4-48F6-BF3D-6D4BD834E815}" type="slidenum">
              <a:r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BDD0B665-21F2-4210-A0AB-1FF516ABB0EC}" type="datetime1">
              <a:rPr/>
              <a:t>2022/12/22</a:t>
            </a:fld>
            <a:endParaRPr lang="zh-CN"/>
          </a:p>
        </p:txBody>
      </p:sp>
      <p:sp>
        <p:nvSpPr>
          <p:cNvPr id="55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56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D3120986-D9F8-450A-8E8A-7B53A97B66E9}" type="slidenum">
              <a:r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/>
            <a:endParaRPr lang="zh-CN"/>
          </a:p>
        </p:txBody>
      </p:sp>
      <p:sp>
        <p:nvSpPr>
          <p:cNvPr id="60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4E233BD8-DB7E-4E6E-9456-6D1E77C88269}" type="datetime1">
              <a:rPr/>
              <a:t>2022/12/22</a:t>
            </a:fld>
            <a:endParaRPr lang="zh-CN"/>
          </a:p>
        </p:txBody>
      </p:sp>
      <p:sp>
        <p:nvSpPr>
          <p:cNvPr id="62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3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747CCC7F-E1A2-469B-A337-764C3DF07313}" type="slidenum">
              <a:r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true"/>
          </p:cNvSpPr>
          <p:nvPr>
            <p:ph type="body" idx="1"/>
          </p:nvPr>
        </p:nvSpPr>
        <p:spPr/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9772B07E-4E44-4E95-89AF-F1EF6F4CC7EC}" type="datetime1">
              <a:rPr/>
              <a:t>2022/12/22</a:t>
            </a:fld>
            <a:endParaRPr lang="zh-CN"/>
          </a:p>
        </p:txBody>
      </p:sp>
      <p:sp>
        <p:nvSpPr>
          <p:cNvPr id="68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9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10D47AF7-089F-4725-8B45-DEA8A59F6C62}" type="slidenum">
              <a:r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17AA1729-FFEC-4670-BE57-9BB1B6CF1583}" type="datetime1">
              <a:rPr/>
              <a:t>2022/12/22</a:t>
            </a:fld>
            <a:endParaRPr lang="zh-CN"/>
          </a:p>
        </p:txBody>
      </p:sp>
      <p:sp>
        <p:nvSpPr>
          <p:cNvPr id="17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A7AACFD0-6D64-47CD-A483-D6FD45307366}" type="slidenum">
              <a:r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5" Type="http://schemas.openxmlformats.org/officeDocument/2006/relationships/slideLayout" Target="../slideLayouts/slideLayout6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3" Type="http://schemas.openxmlformats.org/officeDocument/2006/relationships/slideLayout" Target="../slideLayouts/slideLayout4.xml" /><Relationship Id="rId8" Type="http://schemas.openxmlformats.org/officeDocument/2006/relationships/slideLayout" Target="../slideLayouts/slideLayout9.xml" /><Relationship Id="rId2" Type="http://schemas.openxmlformats.org/officeDocument/2006/relationships/slideLayout" Target="../slideLayouts/slideLayout3.xml" /><Relationship Id="rId11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vert="horz" lIns="91440" tIns="45720" rIns="91440" bIns="45720" anchor="ctr">
            <a:normAutofit/>
          </a:bodyPr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vert="horz" lIns="91440" tIns="45720" rIns="91440" bIns="45720">
            <a:normAutofit/>
          </a:bodyPr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4ADBE2-30DF-480B-A5CC-C216012A8DE2}" type="datetime1">
              <a:rPr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D09DED9-3562-4003-9ED4-F9F7C2DA97F0}" type="slidenum">
              <a:rPr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默认字体"/>
          <a:ea typeface="默认字体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默认字体"/>
          <a:ea typeface="默认字体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默认字体"/>
          <a:ea typeface="默认字体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默认字体"/>
          <a:ea typeface="默认字体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默认字体"/>
          <a:ea typeface="默认字体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默认字体"/>
          <a:ea typeface="默认字体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默认字体"/>
          <a:ea typeface="默认字体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默认字体"/>
          <a:ea typeface="默认字体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默认字体"/>
          <a:ea typeface="默认字体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默认字体"/>
          <a:ea typeface="默认字体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默认字体"/>
          <a:ea typeface="默认字体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默认字体"/>
          <a:ea typeface="默认字体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默认字体"/>
          <a:ea typeface="默认字体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默认字体"/>
          <a:ea typeface="默认字体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默认字体"/>
          <a:ea typeface="默认字体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默认字体"/>
          <a:ea typeface="默认字体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默认字体"/>
          <a:ea typeface="默认字体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默认字体"/>
          <a:ea typeface="默认字体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默认字体"/>
          <a:ea typeface="默认字体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2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png" /><Relationship Id="rId0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3.png" /><Relationship Id="rId0" Type="http://schemas.openxmlformats.org/officeDocument/2006/relationships/slideLayout" Target="../slideLayouts/slideLayout2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34.png" /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45.png" /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56.png" /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57.png" /><Relationship Id="rId0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58.png" /><Relationship Id="rId0" Type="http://schemas.openxmlformats.org/officeDocument/2006/relationships/slideLayout" Target="../slideLayouts/slideLayout2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59.png" /><Relationship Id="rId0" Type="http://schemas.openxmlformats.org/officeDocument/2006/relationships/slideLayout" Target="../slideLayouts/slideLayout2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2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2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2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2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2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2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2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png" /><Relationship Id="rId0" Type="http://schemas.openxmlformats.org/officeDocument/2006/relationships/slideLayout" Target="../slideLayouts/slideLayout2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2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png" /><Relationship Id="rId0" Type="http://schemas.openxmlformats.org/officeDocument/2006/relationships/slideLayout" Target="../slideLayouts/slideLayout2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png" /><Relationship Id="rId0" Type="http://schemas.openxmlformats.org/officeDocument/2006/relationships/slideLayout" Target="../slideLayouts/slideLayout2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png" /><Relationship Id="rId0" Type="http://schemas.openxmlformats.org/officeDocument/2006/relationships/slideLayout" Target="../slideLayouts/slideLayout2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png" /><Relationship Id="rId0" Type="http://schemas.openxmlformats.org/officeDocument/2006/relationships/slideLayout" Target="../slideLayouts/slideLayout2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png" /><Relationship Id="rId0" Type="http://schemas.openxmlformats.org/officeDocument/2006/relationships/slideLayout" Target="../slideLayouts/slideLayout2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7.png" /><Relationship Id="rId0" Type="http://schemas.openxmlformats.org/officeDocument/2006/relationships/slideLayout" Target="../slideLayouts/slideLayout2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18.png" /><Relationship Id="rId0" Type="http://schemas.openxmlformats.org/officeDocument/2006/relationships/slideLayout" Target="../slideLayouts/slideLayout2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19.png" /><Relationship Id="rId0" Type="http://schemas.openxmlformats.org/officeDocument/2006/relationships/slideLayout" Target="../slideLayouts/slideLayout2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media/image20.png" /><Relationship Id="rId0" Type="http://schemas.openxmlformats.org/officeDocument/2006/relationships/slideLayout" Target="../slideLayouts/slideLayout2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image" Target="media/image21.png" /><Relationship Id="rId0" Type="http://schemas.openxmlformats.org/officeDocument/2006/relationships/slideLayout" Target="../slideLayouts/slideLayout2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image" Target="media/image22.png" /><Relationship Id="rId0" Type="http://schemas.openxmlformats.org/officeDocument/2006/relationships/slideLayout" Target="../slideLayouts/slideLayout2.xml" 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image" Target="media/image24.png" /><Relationship Id="rId0" Type="http://schemas.openxmlformats.org/officeDocument/2006/relationships/slideLayout" Target="../slideLayouts/slideLayout2.xml" 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image" Target="media/image25.png" /><Relationship Id="rId0" Type="http://schemas.openxmlformats.org/officeDocument/2006/relationships/slideLayout" Target="../slideLayouts/slideLayout2.xml" 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image" Target="media/image26.png" /><Relationship Id="rId0" Type="http://schemas.openxmlformats.org/officeDocument/2006/relationships/slideLayout" Target="../slideLayouts/slideLayout2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image" Target="media/image27.png" /><Relationship Id="rId0" Type="http://schemas.openxmlformats.org/officeDocument/2006/relationships/slideLayout" Target="../slideLayouts/slideLayout2.xml" 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image" Target="media/image28.png" /><Relationship Id="rId0" Type="http://schemas.openxmlformats.org/officeDocument/2006/relationships/slideLayout" Target="../slideLayouts/slideLayout2.xml" 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image" Target="media/image29.png" /><Relationship Id="rId0" Type="http://schemas.openxmlformats.org/officeDocument/2006/relationships/slideLayout" Target="../slideLayouts/slideLayout2.xml" 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image" Target="media/image30.png" /><Relationship Id="rId0" Type="http://schemas.openxmlformats.org/officeDocument/2006/relationships/slideLayout" Target="../slideLayouts/slideLayout2.xml" 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image" Target="media/image31.png" /><Relationship Id="rId0" Type="http://schemas.openxmlformats.org/officeDocument/2006/relationships/slideLayout" Target="../slideLayouts/slideLayout2.xml" 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image" Target="media/image32.png" /><Relationship Id="rId0" Type="http://schemas.openxmlformats.org/officeDocument/2006/relationships/slideLayout" Target="../slideLayouts/slideLayout2.xml" 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image" Target="media/image33.png" /><Relationship Id="rId0" Type="http://schemas.openxmlformats.org/officeDocument/2006/relationships/slideLayout" Target="../slideLayouts/slideLayout2.xml" 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image" Target="media/image35.png" /><Relationship Id="rId0" Type="http://schemas.openxmlformats.org/officeDocument/2006/relationships/slideLayout" Target="../slideLayouts/slideLayout2.xml" 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image" Target="media/image36.png" /><Relationship Id="rId0" Type="http://schemas.openxmlformats.org/officeDocument/2006/relationships/slideLayout" Target="../slideLayouts/slideLayout2.xml" 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image" Target="media/image37.png" /><Relationship Id="rId0" Type="http://schemas.openxmlformats.org/officeDocument/2006/relationships/slideLayout" Target="../slideLayouts/slideLayout2.xml" 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image" Target="media/image38.png" /><Relationship Id="rId0" Type="http://schemas.openxmlformats.org/officeDocument/2006/relationships/slideLayout" Target="../slideLayouts/slideLayout2.xml" 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image" Target="media/image39.png" /><Relationship Id="rId0" Type="http://schemas.openxmlformats.org/officeDocument/2006/relationships/slideLayout" Target="../slideLayouts/slideLayout2.xml" 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image" Target="media/image40.png" /><Relationship Id="rId0" Type="http://schemas.openxmlformats.org/officeDocument/2006/relationships/slideLayout" Target="../slideLayouts/slideLayout2.xml" 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image" Target="media/image41.png" /><Relationship Id="rId0" Type="http://schemas.openxmlformats.org/officeDocument/2006/relationships/slideLayout" Target="../slideLayouts/slideLayout2.xml" 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image" Target="media/image42.png" /><Relationship Id="rId0" Type="http://schemas.openxmlformats.org/officeDocument/2006/relationships/slideLayout" Target="../slideLayouts/slideLayout2.xml" 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image" Target="media/image43.png" /><Relationship Id="rId0" Type="http://schemas.openxmlformats.org/officeDocument/2006/relationships/slideLayout" Target="../slideLayouts/slideLayout2.xml" 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image" Target="media/image44.png" /><Relationship Id="rId0" Type="http://schemas.openxmlformats.org/officeDocument/2006/relationships/slideLayout" Target="../slideLayouts/slideLayout2.xml" 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image" Target="media/image46.png" /><Relationship Id="rId0" Type="http://schemas.openxmlformats.org/officeDocument/2006/relationships/slideLayout" Target="../slideLayouts/slideLayout2.xml" 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image" Target="media/image47.png" /><Relationship Id="rId0" Type="http://schemas.openxmlformats.org/officeDocument/2006/relationships/slideLayout" Target="../slideLayouts/slideLayout2.xml" 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image" Target="media/image48.png" /><Relationship Id="rId0" Type="http://schemas.openxmlformats.org/officeDocument/2006/relationships/slideLayout" Target="../slideLayouts/slideLayout2.xml" 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image" Target="media/image49.png" /><Relationship Id="rId0" Type="http://schemas.openxmlformats.org/officeDocument/2006/relationships/slideLayout" Target="../slideLayouts/slideLayout2.xml" 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image" Target="media/image50.png" /><Relationship Id="rId0" Type="http://schemas.openxmlformats.org/officeDocument/2006/relationships/slideLayout" Target="../slideLayouts/slideLayout2.xml" 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image" Target="media/image51.png" /><Relationship Id="rId0" Type="http://schemas.openxmlformats.org/officeDocument/2006/relationships/slideLayout" Target="../slideLayouts/slideLayout2.xml" 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image" Target="media/image52.png" /><Relationship Id="rId0" Type="http://schemas.openxmlformats.org/officeDocument/2006/relationships/slideLayout" Target="../slideLayouts/slideLayout2.xml" 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image" Target="media/image53.png" /><Relationship Id="rId0" Type="http://schemas.openxmlformats.org/officeDocument/2006/relationships/slideLayout" Target="../slideLayouts/slideLayout2.xml" 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image" Target="media/image54.png" /><Relationship Id="rId0" Type="http://schemas.openxmlformats.org/officeDocument/2006/relationships/slideLayout" Target="../slideLayouts/slideLayout2.xml" 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image" Target="media/image55.png" /><Relationship Id="rId0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3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  <a:solidFill>
            <a:schemeClr val="accent2">
              <a:alpha val="100000"/>
            </a:schemeClr>
          </a:solidFill>
        </p:spPr>
      </p:pic>
      <p:sp>
        <p:nvSpPr>
          <p:cNvPr id="5" name=""/>
          <p:cNvSpPr txBox="true"/>
          <p:nvPr/>
        </p:nvSpPr>
        <p:spPr>
          <a:xfrm rot="0" flipH="false" flipV="false">
            <a:off x="1934010" y="932354"/>
            <a:ext cx="6096000" cy="450850"/>
          </a:xfrm>
          <a:solidFill>
            <a:schemeClr val="tx1">
              <a:lumMod val="50000"/>
              <a:lumOff val="50000"/>
              <a:alpha val="100000"/>
            </a:schemeClr>
          </a:solidFill>
        </p:spPr>
        <p:txBody>
          <a:bodyPr>
            <a:spAutoFit/>
          </a:bodyPr>
          <a:p>
            <a:pPr/>
            <a:r>
              <a:rPr>
                <a:solidFill>
                  <a:schemeClr val="accent2">
                    <a:alpha val="100000"/>
                  </a:schemeClr>
                </a:solidFill>
              </a:rPr>
              <a:t>Every market is always in a trend or a trading range.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48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4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92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9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37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3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82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8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227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22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231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23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235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23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239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24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8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2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6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20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2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24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2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28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2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32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3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36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3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40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4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44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4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5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56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5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60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6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64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6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68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6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72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7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76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7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80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8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84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8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88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8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96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9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00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0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04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0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106" name=""/>
          <p:cNvSpPr txBox="true"/>
          <p:nvPr/>
        </p:nvSpPr>
        <p:spPr>
          <a:xfrm rot="0" flipH="false" flipV="false">
            <a:off x="4642293" y="2949539"/>
            <a:ext cx="2124975" cy="3683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400"/>
              <a:t>三角形，经常是最终旗形</a:t>
            </a:r>
            <a:endParaRPr/>
          </a:p>
        </p:txBody>
      </p:sp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09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1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13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1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17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1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21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2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25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2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29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3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33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3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41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4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45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4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49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5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53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5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57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5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61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6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65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6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69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7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73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7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175" name=""/>
          <p:cNvSpPr txBox="true"/>
          <p:nvPr/>
        </p:nvSpPr>
        <p:spPr>
          <a:xfrm>
            <a:off x="3048000" y="3028950"/>
            <a:ext cx="6096000" cy="806450"/>
          </a:xfrm>
          <a:solidFill>
            <a:schemeClr val="accent4">
              <a:lumMod val="20000"/>
              <a:lumOff val="80000"/>
              <a:alpha val="100000"/>
            </a:schemeClr>
          </a:solidFill>
        </p:spPr>
        <p:txBody>
          <a:bodyPr>
            <a:spAutoFit/>
          </a:bodyPr>
          <a:p>
            <a:pPr/>
            <a:r>
              <a:rPr/>
              <a:t>In this video, I'm going to be talking about scalping and swing trading based upon the </a:t>
            </a:r>
            <a:r>
              <a:rPr/>
              <a:t>always-in direction.</a:t>
            </a:r>
            <a:endParaRPr/>
          </a:p>
        </p:txBody>
      </p:sp>
    </p:spTree>
  </p:cSld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78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7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86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8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90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9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94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9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98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9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202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20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206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20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210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21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214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21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218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21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222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22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224" name=""/>
          <p:cNvSpPr txBox="true"/>
          <p:nvPr/>
        </p:nvSpPr>
        <p:spPr>
          <a:xfrm rot="0" flipH="false" flipV="false">
            <a:off x="2358306" y="3775869"/>
            <a:ext cx="5619518" cy="4508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always in </a:t>
            </a:r>
            <a:r>
              <a:rPr lang="zh-CN"/>
              <a:t>行情中，还是应该做波段交易而不是剥头皮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默认字体"/>
        <a:ea typeface="默认字体"/>
        <a:cs typeface=""/>
      </a:majorFont>
      <a:minorFont>
        <a:latin typeface="默认字体"/>
        <a:ea typeface="默认字体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2024-11-14T17:59:36Z</dcterms:created>
  <dcterms:modified xsi:type="dcterms:W3CDTF">2024-11-14T17:59:36Z</dcterms:modified>
</cp:coreProperties>
</file>