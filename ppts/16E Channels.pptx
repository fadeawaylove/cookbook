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33.xml" ContentType="application/vnd.openxmlformats-officedocument.presentationml.slide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3.xml" ContentType="application/vnd.openxmlformats-officedocument.presentationml.slide+xml"/>
  <Override PartName="/ppt/slides/slide30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34.xml" ContentType="application/vnd.openxmlformats-officedocument.presentationml.slide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3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22" Type="http://schemas.openxmlformats.org/officeDocument/2006/relationships/slide" Target="slides/slide22.xml" /><Relationship Id="rId34" Type="http://schemas.openxmlformats.org/officeDocument/2006/relationships/slide" Target="slides/slide34.xml" /><Relationship Id="rId21" Type="http://schemas.openxmlformats.org/officeDocument/2006/relationships/slide" Target="slides/slide21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30" Type="http://schemas.openxmlformats.org/officeDocument/2006/relationships/slide" Target="slides/slide30.xml" /><Relationship Id="rId6" Type="http://schemas.openxmlformats.org/officeDocument/2006/relationships/slide" Target="slides/slide6.xml" /><Relationship Id="rId32" Type="http://schemas.openxmlformats.org/officeDocument/2006/relationships/slide" Target="slides/slide32.xml" /><Relationship Id="rId18" Type="http://schemas.openxmlformats.org/officeDocument/2006/relationships/slide" Target="slides/slide18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28" Type="http://schemas.openxmlformats.org/officeDocument/2006/relationships/slide" Target="slides/slide28.xml" /><Relationship Id="rId10" Type="http://schemas.openxmlformats.org/officeDocument/2006/relationships/slide" Target="slides/slide10.xml" /><Relationship Id="rId25" Type="http://schemas.openxmlformats.org/officeDocument/2006/relationships/slide" Target="slides/slide25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7" Type="http://schemas.openxmlformats.org/officeDocument/2006/relationships/slide" Target="slides/slide17.xml" /><Relationship Id="rId24" Type="http://schemas.openxmlformats.org/officeDocument/2006/relationships/slide" Target="slides/slide24.xml" /><Relationship Id="rId15" Type="http://schemas.openxmlformats.org/officeDocument/2006/relationships/slide" Target="slides/slide15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31" Type="http://schemas.openxmlformats.org/officeDocument/2006/relationships/slide" Target="slides/slide31.xml" /><Relationship Id="rId23" Type="http://schemas.openxmlformats.org/officeDocument/2006/relationships/slide" Target="slides/slide23.xml" /><Relationship Id="rId3" Type="http://schemas.openxmlformats.org/officeDocument/2006/relationships/slide" Target="slides/slide3.xml" /><Relationship Id="rId26" Type="http://schemas.openxmlformats.org/officeDocument/2006/relationships/slide" Target="slides/slide26.xml" /><Relationship Id="rId4" Type="http://schemas.openxmlformats.org/officeDocument/2006/relationships/slide" Target="slides/slide4.xml" /><Relationship Id="rId27" Type="http://schemas.openxmlformats.org/officeDocument/2006/relationships/slide" Target="slides/slide27.xml" /><Relationship Id="rId29" Type="http://schemas.openxmlformats.org/officeDocument/2006/relationships/slide" Target="slides/slide29.xml" /><Relationship Id="rId7" Type="http://schemas.openxmlformats.org/officeDocument/2006/relationships/slide" Target="slides/slide7.xml" /><Relationship Id="rId33" Type="http://schemas.openxmlformats.org/officeDocument/2006/relationships/slide" Target="slides/slide33.xml" /><Relationship Id="rId36" Type="http://schemas.openxmlformats.org/officeDocument/2006/relationships/tableStyles" Target="tableStyles.xml" /><Relationship Id="rId35" Type="http://schemas.openxmlformats.org/officeDocument/2006/relationships/presProps" Target="presProps.xml" /><Relationship Id="rId19" Type="http://schemas.openxmlformats.org/officeDocument/2006/relationships/slide" Target="slides/slide19.xml" /><Relationship Id="rId3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3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3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3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image" Target="media/image27.jpg" /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image" Target="media/image28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6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4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8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2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2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2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2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2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Slide 2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8" name="Picture 3" descr="Slide 2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Slide 3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Slide 3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4" name="Picture 3" descr="Slide 3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8" name="Picture 3" descr="Slide 3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Slide 3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2024-11-15T15:28:11Z</dcterms:created>
  <dcterms:modified xsi:type="dcterms:W3CDTF">2024-11-15T15:28:11Z</dcterms:modified>
</cp:coreProperties>
</file>