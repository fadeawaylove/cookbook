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 type="screen16x9"/>
  <p:notesSz cx="6858000" cy="9144000"/>
  <p:defaultTextStyle>
    <a:defPPr>
      <a:defRPr lang="zh-CN"/>
    </a:defPPr>
    <a:lvl1pPr marL="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What is a Tight Channel?" id="{1DCE1838-60E6-4F8E-AF9F-BB4B0D99DC8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What is a Mocro Channel?" id="{AD7EDF4E-D667-4858-81D7-416373178D56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6" Type="http://schemas.openxmlformats.org/officeDocument/2006/relationships/slide" Target="slides/slide6.xml" /><Relationship Id="rId19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9" Type="http://schemas.openxmlformats.org/officeDocument/2006/relationships/slide" Target="slides/slide9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7" Type="http://schemas.openxmlformats.org/officeDocument/2006/relationships/slide" Target="slides/slide7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 alt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2B735B0-1E6B-4AAE-9ED6-3DBCB2AC5596}" type="datetime1">
              <a:rPr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365BD4F7-6D2A-43CC-8902-DC42A1A3C6A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D5F2C82-781A-4EDE-A3EF-3F2438FB9F31}" type="datetime1">
              <a:rPr/>
              <a:t>2022/12/22</a:t>
            </a:fld>
            <a:endParaRPr lang="zh-CN" alt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20B6519-0892-4679-8EF4-7E8632D63502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E2E82B7-6B5C-47FC-9723-F06795F43EA6}" type="datetime1">
              <a:rPr/>
              <a:t>2022/12/22</a:t>
            </a:fld>
            <a:endParaRPr lang="zh-CN" alt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D56D6B1-AEFD-4F94-925D-7C5E06F2D58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4CEC58E8-DACA-4BE6-B257-D83C916C4624}" type="datetime1">
              <a:rPr/>
              <a:t>2022/12/22</a:t>
            </a:fld>
            <a:endParaRPr lang="zh-CN" alt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B0D9E3-9611-448B-A185-A82F9C099275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03D01A9-6636-4B38-8357-40A6314F4E6C}" type="datetime1">
              <a:rPr/>
              <a:t>2022/12/22</a:t>
            </a:fld>
            <a:endParaRPr lang="zh-CN" alt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0AF7E8E4-B2FE-47E6-8321-B5EB66239D97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48FBD87-ED0B-4F60-AF3B-0E0AD33A4811}" type="datetime1">
              <a:rPr/>
              <a:t>2022/12/22</a:t>
            </a:fld>
            <a:endParaRPr lang="zh-CN" alt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9AC65A2-A02C-4F73-A16B-7FC1AAA003E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E7DA814-644F-4697-8FE5-46D4A0F5BBB0}" type="datetime1">
              <a:rPr/>
              <a:t>2022/12/22</a:t>
            </a:fld>
            <a:endParaRPr lang="zh-CN" alt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97BA9F3-60DB-4411-B847-382B77F5D7D6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6C93E30-C61A-46BA-B565-F0C97AF8078C}" type="datetime1">
              <a:rPr/>
              <a:t>2022/12/22</a:t>
            </a:fld>
            <a:endParaRPr lang="zh-CN" alt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8F98CF-8B45-4F2C-AA06-936FBB5BFF0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 alt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7B927E94-0A4D-435C-8398-A30004961C83}" type="datetime1">
              <a:rPr/>
              <a:t>2022/12/22</a:t>
            </a:fld>
            <a:endParaRPr lang="zh-CN" alt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ECBB5F7-F3A9-4784-AC2B-CDDA8B2C8A5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6D6CCCE-95A5-42F6-9454-C73F14042C7C}" type="datetime1">
              <a:rPr/>
              <a:t>2022/12/22</a:t>
            </a:fld>
            <a:endParaRPr lang="zh-CN" alt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07E4A9A-3FAA-4B6F-9C30-258875663224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5B82C61-D909-45A3-BA4D-6D6580355498}" type="datetime1">
              <a:rPr/>
              <a:t>2022/12/22</a:t>
            </a:fld>
            <a:endParaRPr lang="zh-CN" alt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127930D-29B7-4288-9CE9-993F76EA5C43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Relationship Id="rId6" Type="http://schemas.openxmlformats.org/officeDocument/2006/relationships/slideLayout" Target="../slideLayouts/slideLayout7.xml" /><Relationship Id="rId11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258905A1-66A8-41B4-8500-45B6E353A19E}" type="datetime1">
              <a:rPr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1D56F41-8DED-4DE8-A16A-5912936214B6}" type="slidenum">
              <a:r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微软雅黑"/>
          <a:ea typeface="微软雅黑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微软雅黑"/>
          <a:ea typeface="微软雅黑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微软雅黑"/>
          <a:ea typeface="微软雅黑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微软雅黑"/>
          <a:ea typeface="微软雅黑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7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7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7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7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24" name=""/>
          <p:cNvSpPr txBox="true"/>
          <p:nvPr/>
        </p:nvSpPr>
        <p:spPr>
          <a:xfrm rot="0" flipH="false" flipV="false">
            <a:off x="480007" y="3447564"/>
            <a:ext cx="2955475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窄通道：通道线距离很近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27" name=""/>
          <p:cNvSpPr txBox="true"/>
          <p:nvPr/>
        </p:nvSpPr>
        <p:spPr>
          <a:xfrm rot="0" flipH="false" flipV="false">
            <a:off x="304977" y="2747443"/>
            <a:ext cx="4984292" cy="104140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2400"/>
              <a:t>在</a:t>
            </a:r>
            <a:r>
              <a:rPr lang="en-US" sz="2400"/>
              <a:t>BullTrend</a:t>
            </a:r>
            <a:r>
              <a:rPr lang="zh-CN" sz="2400"/>
              <a:t>中</a:t>
            </a:r>
            <a:r>
              <a:rPr lang="en-US" sz="2400"/>
              <a:t>StopOrderSell</a:t>
            </a:r>
            <a:r>
              <a:rPr lang="zh-CN" sz="2400"/>
              <a:t>亏钱，说明是上涨窄通道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0" y="6350"/>
            <a:ext cx="12192000" cy="6858000"/>
          </a:xfrm>
          <a:prstGeom prst="rect"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9" name=""/>
          <p:cNvSpPr txBox="true"/>
          <p:nvPr/>
        </p:nvSpPr>
        <p:spPr>
          <a:xfrm rot="0" flipH="false" flipV="false">
            <a:off x="475087" y="4501881"/>
            <a:ext cx="4405290" cy="151765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1.</a:t>
            </a:r>
            <a:r>
              <a:rPr lang="zh-CN"/>
              <a:t>没有回调</a:t>
            </a:r>
            <a:endParaRPr/>
          </a:p>
          <a:p>
            <a:pPr/>
            <a:r>
              <a:rPr lang="en-US"/>
              <a:t>2.</a:t>
            </a:r>
            <a:r>
              <a:rPr lang="zh-CN"/>
              <a:t>回调很小</a:t>
            </a:r>
            <a:endParaRPr/>
          </a:p>
          <a:p>
            <a:pPr/>
            <a:r>
              <a:rPr lang="en-US"/>
              <a:t>3.</a:t>
            </a:r>
            <a:r>
              <a:rPr lang="zh-CN"/>
              <a:t>抛物线楔形</a:t>
            </a:r>
            <a:endParaRPr/>
          </a:p>
          <a:p>
            <a:pPr/>
            <a:r>
              <a:rPr lang="en-US"/>
              <a:t>4.</a:t>
            </a:r>
            <a:r>
              <a:rPr lang="zh-CN"/>
              <a:t>窄交易区间（水平</a:t>
            </a:r>
            <a:r>
              <a:rPr lang="en-US"/>
              <a:t>Channel</a:t>
            </a:r>
            <a:r>
              <a:rPr lang="zh-CN"/>
              <a:t>）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腾讯文档 默认主题">
  <a:themeElements>
    <a:clrScheme name="Tencent">
      <a:dk1>
        <a:sysClr val="windowText" lastClr="000000"/>
      </a:dk1>
      <a:lt1>
        <a:sysClr val="window" lastClr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默认字体" panose="020F0302020204030204"/>
        <a:ea typeface=""/>
        <a:cs typeface=""/>
        <a:font script="Jpan" typeface="游ゴシック Light"/>
        <a:font script="Hang" typeface="맑은 고딕"/>
        <a:font script="Hans" typeface="默认字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默认字体" panose="020F0502020204030204"/>
        <a:ea typeface=""/>
        <a:cs typeface=""/>
        <a:font script="Jpan" typeface="游ゴシック"/>
        <a:font script="Hang" typeface="맑은 고딕"/>
        <a:font script="Hans" typeface="默认字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2024-11-15T15:44:12Z</dcterms:created>
  <dcterms:modified xsi:type="dcterms:W3CDTF">2024-11-15T15:44:12Z</dcterms:modified>
</cp:coreProperties>
</file>