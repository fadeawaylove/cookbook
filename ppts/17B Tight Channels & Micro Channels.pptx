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Tight Trading Ranges" id="{2258E74F-491B-442D-93AF-3349ADEE9A4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Breakout or climax?" id="{9E68AF98-983F-4D3D-842F-5C5D2D21AE3C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3" Type="http://schemas.openxmlformats.org/officeDocument/2006/relationships/slide" Target="slides/slide23.xml" /><Relationship Id="rId26" Type="http://schemas.openxmlformats.org/officeDocument/2006/relationships/slide" Target="slides/slide26.xml" /><Relationship Id="rId11" Type="http://schemas.openxmlformats.org/officeDocument/2006/relationships/slide" Target="slides/slide11.xml" /><Relationship Id="rId27" Type="http://schemas.openxmlformats.org/officeDocument/2006/relationships/tableStyles" Target="tableStyles.xml" /><Relationship Id="rId13" Type="http://schemas.openxmlformats.org/officeDocument/2006/relationships/slide" Target="slides/slide13.xml" /><Relationship Id="rId18" Type="http://schemas.openxmlformats.org/officeDocument/2006/relationships/slide" Target="slides/slide18.xml" /><Relationship Id="rId6" Type="http://schemas.openxmlformats.org/officeDocument/2006/relationships/slide" Target="slides/slide6.xml" /><Relationship Id="rId21" Type="http://schemas.openxmlformats.org/officeDocument/2006/relationships/slide" Target="slides/slide2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4" Type="http://schemas.openxmlformats.org/officeDocument/2006/relationships/slide" Target="slides/slide24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25" Type="http://schemas.openxmlformats.org/officeDocument/2006/relationships/slide" Target="slides/slide25.xml" /><Relationship Id="rId15" Type="http://schemas.openxmlformats.org/officeDocument/2006/relationships/slide" Target="slides/slide15.xml" /><Relationship Id="rId22" Type="http://schemas.openxmlformats.org/officeDocument/2006/relationships/slide" Target="slides/slide22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 lang="zh-CN" altLang="zh-CN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7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7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7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7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7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25" name=""/>
          <p:cNvSpPr txBox="true"/>
          <p:nvPr/>
        </p:nvSpPr>
        <p:spPr>
          <a:xfrm rot="0" flipH="false" flipV="false">
            <a:off x="2278044" y="925538"/>
            <a:ext cx="4457700" cy="45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6tick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最小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scalp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，那么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TR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范围要是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12-18tick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2024-11-15T15:44:25Z</dcterms:created>
  <dcterms:modified xsi:type="dcterms:W3CDTF">2024-11-15T15:44:25Z</dcterms:modified>
</cp:coreProperties>
</file>