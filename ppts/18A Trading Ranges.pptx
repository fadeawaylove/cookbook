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2" r:id="rId28"/>
    <p:sldId id="283" r:id="rId29"/>
    <p:sldId id="284" r:id="rId30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inition of pullback and Trading Range" id="{AFB3D048-7DE4-4B5B-9E5F-23BA09E9B80F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</p14:sldIdLst>
        </p14:section>
        <p14:section name="Hallmarks:Confusion, disappointment" id="{79497DD9-6872-4ED7-A43F-B5945C291535}">
          <p14:sldIdLst>
            <p14:sldId id="265"/>
            <p14:sldId id="266"/>
            <p14:sldId id="267"/>
            <p14:sldId id="268"/>
            <p14:sldId id="269"/>
            <p14:sldId id="270"/>
            <p14:sldId id="271"/>
            <p14:sldId id="272"/>
            <p14:sldId id="273"/>
            <p14:sldId id="274"/>
            <p14:sldId id="275"/>
            <p14:sldId id="276"/>
            <p14:sldId id="277"/>
            <p14:sldId id="278"/>
            <p14:sldId id="279"/>
            <p14:sldId id="280"/>
            <p14:sldId id="282"/>
            <p14:sldId id="283"/>
            <p14:sldId id="284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4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 showGuides="1">
      <p:cViewPr varScale="1">
        <p:scale>
          <a:sx n="124" d="100"/>
          <a:sy n="124" d="100"/>
        </p:scale>
        <p:origin x="-1512" y="-112"/>
      </p:cViewPr>
      <p:guideLst>
        <p:guide orient="horz" pos="2164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3" Type="http://schemas.openxmlformats.org/officeDocument/2006/relationships/tableStyles" Target="tableStyles.xml"/><Relationship Id="rId32" Type="http://schemas.openxmlformats.org/officeDocument/2006/relationships/viewProps" Target="viewProps.xml"/><Relationship Id="rId31" Type="http://schemas.openxmlformats.org/officeDocument/2006/relationships/presProps" Target="presProps.xml"/><Relationship Id="rId30" Type="http://schemas.openxmlformats.org/officeDocument/2006/relationships/slide" Target="slides/slide28.xml"/><Relationship Id="rId3" Type="http://schemas.openxmlformats.org/officeDocument/2006/relationships/slide" Target="slides/slide1.xml"/><Relationship Id="rId29" Type="http://schemas.openxmlformats.org/officeDocument/2006/relationships/slide" Target="slides/slide27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9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/>
            </a:fld>
            <a:endParaRPr lang="en-US"/>
          </a:p>
        </p:txBody>
      </p:sp>
      <p:sp>
        <p:nvSpPr>
          <p:cNvPr id="11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Section Header">
    <p:spTree>
      <p:nvGrpSpPr>
        <p:cNvPr id="1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21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2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/>
            </a:fld>
            <a:endParaRPr lang="en-US"/>
          </a:p>
        </p:txBody>
      </p:sp>
      <p:sp>
        <p:nvSpPr>
          <p:cNvPr id="2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2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27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28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29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/>
            </a:fld>
            <a:endParaRPr lang="en-US"/>
          </a:p>
        </p:txBody>
      </p:sp>
      <p:sp>
        <p:nvSpPr>
          <p:cNvPr id="30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1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Comparison">
    <p:spTree>
      <p:nvGrpSpPr>
        <p:cNvPr id="3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4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35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36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37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38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/>
            </a:fld>
            <a:endParaRPr lang="en-US"/>
          </a:p>
        </p:txBody>
      </p:sp>
      <p:sp>
        <p:nvSpPr>
          <p:cNvPr id="39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0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4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4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/>
            </a:fld>
            <a:endParaRPr lang="en-US"/>
          </a:p>
        </p:txBody>
      </p:sp>
      <p:sp>
        <p:nvSpPr>
          <p:cNvPr id="4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4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/>
            </a:fld>
            <a:endParaRPr lang="en-US"/>
          </a:p>
        </p:txBody>
      </p:sp>
      <p:sp>
        <p:nvSpPr>
          <p:cNvPr id="48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9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Content with Caption">
    <p:spTree>
      <p:nvGrpSpPr>
        <p:cNvPr id="5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52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3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4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/>
            </a:fld>
            <a:endParaRPr lang="en-US"/>
          </a:p>
        </p:txBody>
      </p:sp>
      <p:sp>
        <p:nvSpPr>
          <p:cNvPr id="5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Picture with Caption">
    <p:spTree>
      <p:nvGrpSpPr>
        <p:cNvPr id="5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59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60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1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/>
            </a:fld>
            <a:endParaRPr lang="en-US"/>
          </a:p>
        </p:txBody>
      </p:sp>
      <p:sp>
        <p:nvSpPr>
          <p:cNvPr id="62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3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>
  <p:cSld name="Title and Vertical Text">
    <p:spTree>
      <p:nvGrpSpPr>
        <p:cNvPr id="6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66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/>
            </a:fld>
            <a:endParaRPr lang="en-US"/>
          </a:p>
        </p:txBody>
      </p:sp>
      <p:sp>
        <p:nvSpPr>
          <p:cNvPr id="6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>
  <p:cSld name="Vertical Title and Text">
    <p:spTree>
      <p:nvGrpSpPr>
        <p:cNvPr id="1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5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6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/>
            </a:fld>
            <a:endParaRPr lang="en-US"/>
          </a:p>
        </p:txBody>
      </p:sp>
      <p:sp>
        <p:nvSpPr>
          <p:cNvPr id="17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8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5.jpe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6.jpe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7.jpe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8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9.jpe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0.jpe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1.jpe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2.jpe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3.jpe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4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5.jpe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6.jpe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7.jpe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8.jpe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9.jpe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0.jpe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1.jpe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2.jpe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3.jpe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4.jpe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5.jpe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6.jpe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7.jpe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8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pic>
        <p:nvPicPr>
          <p:cNvPr id="4" name="Picture 3" descr="Slide 1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5" name="文本框 36"/>
          <p:cNvSpPr txBox="1"/>
          <p:nvPr/>
        </p:nvSpPr>
        <p:spPr>
          <a:xfrm>
            <a:off x="-1834515" y="492671"/>
            <a:ext cx="45720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1400" dirty="0">
                <a:solidFill>
                  <a:srgbClr val="316B93"/>
                </a:solidFill>
              </a:rPr>
              <a:t>深蓝</a:t>
            </a:r>
            <a:endParaRPr lang="zh-CN" altLang="en-US" sz="1400" dirty="0">
              <a:solidFill>
                <a:srgbClr val="316B93"/>
              </a:solidFill>
            </a:endParaRPr>
          </a:p>
        </p:txBody>
      </p:sp>
      <p:sp>
        <p:nvSpPr>
          <p:cNvPr id="6" name="文本框 37"/>
          <p:cNvSpPr txBox="1"/>
          <p:nvPr/>
        </p:nvSpPr>
        <p:spPr>
          <a:xfrm>
            <a:off x="-890671" y="492671"/>
            <a:ext cx="45720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1400" dirty="0">
                <a:solidFill>
                  <a:srgbClr val="AF8647"/>
                </a:solidFill>
              </a:rPr>
              <a:t>褐色</a:t>
            </a:r>
            <a:endParaRPr lang="zh-CN" altLang="en-US" sz="1400" dirty="0">
              <a:solidFill>
                <a:srgbClr val="AF8647"/>
              </a:solidFill>
            </a:endParaRPr>
          </a:p>
        </p:txBody>
      </p:sp>
      <p:sp>
        <p:nvSpPr>
          <p:cNvPr id="7" name="文本框 38"/>
          <p:cNvSpPr txBox="1"/>
          <p:nvPr/>
        </p:nvSpPr>
        <p:spPr>
          <a:xfrm>
            <a:off x="-1834515" y="1086833"/>
            <a:ext cx="457200" cy="30734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1400" dirty="0">
                <a:solidFill>
                  <a:srgbClr val="256824"/>
                </a:solidFill>
              </a:rPr>
              <a:t>深绿</a:t>
            </a:r>
            <a:endParaRPr lang="zh-CN" altLang="en-US" sz="1400" dirty="0">
              <a:solidFill>
                <a:srgbClr val="256824"/>
              </a:solidFill>
            </a:endParaRPr>
          </a:p>
        </p:txBody>
      </p:sp>
      <p:sp>
        <p:nvSpPr>
          <p:cNvPr id="8" name="文本框 39"/>
          <p:cNvSpPr txBox="1"/>
          <p:nvPr/>
        </p:nvSpPr>
        <p:spPr>
          <a:xfrm>
            <a:off x="-890671" y="1087468"/>
            <a:ext cx="457200" cy="30734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1400" dirty="0">
                <a:solidFill>
                  <a:srgbClr val="CE1DD3"/>
                </a:solidFill>
              </a:rPr>
              <a:t>紫色</a:t>
            </a:r>
            <a:endParaRPr lang="zh-CN" altLang="en-US" sz="1400" dirty="0">
              <a:solidFill>
                <a:srgbClr val="CE1DD3"/>
              </a:solidFill>
            </a:endParaRPr>
          </a:p>
        </p:txBody>
      </p:sp>
      <p:sp>
        <p:nvSpPr>
          <p:cNvPr id="9" name="文本框 40"/>
          <p:cNvSpPr txBox="1"/>
          <p:nvPr/>
        </p:nvSpPr>
        <p:spPr>
          <a:xfrm>
            <a:off x="-1834515" y="1680558"/>
            <a:ext cx="457200" cy="30734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1400" dirty="0">
                <a:solidFill>
                  <a:srgbClr val="BA1C20"/>
                </a:solidFill>
              </a:rPr>
              <a:t>深红</a:t>
            </a:r>
            <a:endParaRPr lang="zh-CN" altLang="en-US" sz="1400" dirty="0">
              <a:solidFill>
                <a:srgbClr val="BA1C20"/>
              </a:solidFill>
            </a:endParaRPr>
          </a:p>
        </p:txBody>
      </p:sp>
      <p:sp>
        <p:nvSpPr>
          <p:cNvPr id="10" name="Google Shape;60;p14"/>
          <p:cNvSpPr/>
          <p:nvPr/>
        </p:nvSpPr>
        <p:spPr>
          <a:xfrm>
            <a:off x="-890671" y="3339813"/>
            <a:ext cx="365760" cy="182880"/>
          </a:xfrm>
          <a:prstGeom prst="rect">
            <a:avLst/>
          </a:prstGeom>
          <a:solidFill>
            <a:srgbClr val="33CC33">
              <a:alpha val="20000"/>
            </a:srgbClr>
          </a:solidFill>
          <a:ln>
            <a:noFill/>
          </a:ln>
        </p:spPr>
        <p:txBody>
          <a:bodyPr spcFirstLastPara="1" wrap="square" lIns="146280" tIns="73120" rIns="146280" bIns="73120" anchor="ctr" anchorCtr="0">
            <a:noAutofit/>
          </a:bodyPr>
          <a:p>
            <a:pPr algn="ctr"/>
            <a:endParaRPr sz="288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sp>
        <p:nvSpPr>
          <p:cNvPr id="11" name="Google Shape;113;p14"/>
          <p:cNvSpPr/>
          <p:nvPr/>
        </p:nvSpPr>
        <p:spPr>
          <a:xfrm>
            <a:off x="-890671" y="2869913"/>
            <a:ext cx="365760" cy="182880"/>
          </a:xfrm>
          <a:prstGeom prst="rect">
            <a:avLst/>
          </a:prstGeom>
          <a:solidFill>
            <a:srgbClr val="FF0000">
              <a:alpha val="49800"/>
            </a:srgbClr>
          </a:solidFill>
          <a:ln>
            <a:noFill/>
          </a:ln>
        </p:spPr>
        <p:txBody>
          <a:bodyPr spcFirstLastPara="1" wrap="square" lIns="146280" tIns="73120" rIns="146280" bIns="73120" anchor="ctr" anchorCtr="0">
            <a:noAutofit/>
          </a:bodyPr>
          <a:p>
            <a:pPr algn="ctr"/>
            <a:endParaRPr sz="1280" dirty="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sp>
        <p:nvSpPr>
          <p:cNvPr id="12" name="Google Shape;114;p14"/>
          <p:cNvSpPr/>
          <p:nvPr/>
        </p:nvSpPr>
        <p:spPr>
          <a:xfrm>
            <a:off x="-1743075" y="2868008"/>
            <a:ext cx="365760" cy="182880"/>
          </a:xfrm>
          <a:prstGeom prst="rect">
            <a:avLst/>
          </a:prstGeom>
          <a:solidFill>
            <a:srgbClr val="33CC33">
              <a:alpha val="49800"/>
            </a:srgbClr>
          </a:solidFill>
          <a:ln>
            <a:noFill/>
          </a:ln>
        </p:spPr>
        <p:txBody>
          <a:bodyPr spcFirstLastPara="1" wrap="square" lIns="146280" tIns="73120" rIns="146280" bIns="73120" anchor="ctr" anchorCtr="0">
            <a:noAutofit/>
          </a:bodyPr>
          <a:p>
            <a:pPr algn="ctr"/>
            <a:endParaRPr sz="1280" dirty="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cxnSp>
        <p:nvCxnSpPr>
          <p:cNvPr id="13" name="Google Shape;116;p14"/>
          <p:cNvCxnSpPr/>
          <p:nvPr/>
        </p:nvCxnSpPr>
        <p:spPr>
          <a:xfrm rot="10800000">
            <a:off x="-1834515" y="5031453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4" name="Google Shape;120;p14"/>
          <p:cNvCxnSpPr/>
          <p:nvPr/>
        </p:nvCxnSpPr>
        <p:spPr>
          <a:xfrm flipH="1">
            <a:off x="-890671" y="5323553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5" name="Google Shape;121;p14"/>
          <p:cNvCxnSpPr/>
          <p:nvPr/>
        </p:nvCxnSpPr>
        <p:spPr>
          <a:xfrm flipH="1">
            <a:off x="-890671" y="5610573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6" name="Google Shape;118;p14"/>
          <p:cNvCxnSpPr/>
          <p:nvPr/>
        </p:nvCxnSpPr>
        <p:spPr>
          <a:xfrm rot="10800000">
            <a:off x="-1834515" y="5317838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00FF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7" name="Google Shape;119;p14"/>
          <p:cNvCxnSpPr/>
          <p:nvPr/>
        </p:nvCxnSpPr>
        <p:spPr>
          <a:xfrm rot="10800000">
            <a:off x="-1834515" y="5604223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8E1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8" name="Google Shape;123;p14"/>
          <p:cNvCxnSpPr/>
          <p:nvPr/>
        </p:nvCxnSpPr>
        <p:spPr>
          <a:xfrm flipH="1">
            <a:off x="-890671" y="6184613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8E11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9" name="Google Shape;124;p14"/>
          <p:cNvCxnSpPr/>
          <p:nvPr/>
        </p:nvCxnSpPr>
        <p:spPr>
          <a:xfrm flipH="1">
            <a:off x="-890671" y="5897593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00FF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20" name="Google Shape;65;p14"/>
          <p:cNvCxnSpPr/>
          <p:nvPr/>
        </p:nvCxnSpPr>
        <p:spPr>
          <a:xfrm flipH="1">
            <a:off x="-1834515" y="6176993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4" name="Google Shape;75;p14"/>
          <p:cNvCxnSpPr/>
          <p:nvPr/>
        </p:nvCxnSpPr>
        <p:spPr>
          <a:xfrm flipH="1">
            <a:off x="-1834515" y="5890608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stealth" w="med" len="med"/>
          </a:ln>
        </p:spPr>
      </p:cxnSp>
      <p:sp>
        <p:nvSpPr>
          <p:cNvPr id="27" name="Rectangle 218"/>
          <p:cNvSpPr/>
          <p:nvPr/>
        </p:nvSpPr>
        <p:spPr>
          <a:xfrm>
            <a:off x="-1743075" y="3337273"/>
            <a:ext cx="365760" cy="182880"/>
          </a:xfrm>
          <a:prstGeom prst="rect">
            <a:avLst/>
          </a:prstGeom>
          <a:solidFill>
            <a:srgbClr val="D2691E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sz="2880"/>
          </a:p>
        </p:txBody>
      </p:sp>
      <p:sp>
        <p:nvSpPr>
          <p:cNvPr id="28" name="Rectangle 328"/>
          <p:cNvSpPr/>
          <p:nvPr/>
        </p:nvSpPr>
        <p:spPr>
          <a:xfrm>
            <a:off x="-890671" y="3809713"/>
            <a:ext cx="457200" cy="36576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sz="2880"/>
          </a:p>
        </p:txBody>
      </p:sp>
      <p:sp>
        <p:nvSpPr>
          <p:cNvPr id="29" name="Rectangle 331"/>
          <p:cNvSpPr/>
          <p:nvPr/>
        </p:nvSpPr>
        <p:spPr>
          <a:xfrm>
            <a:off x="-1834515" y="3806538"/>
            <a:ext cx="457200" cy="365760"/>
          </a:xfrm>
          <a:prstGeom prst="rect">
            <a:avLst/>
          </a:prstGeom>
          <a:ln w="19050">
            <a:solidFill>
              <a:srgbClr val="00A4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en-US" sz="2880"/>
          </a:p>
        </p:txBody>
      </p:sp>
      <p:sp>
        <p:nvSpPr>
          <p:cNvPr id="33" name="文本框 67"/>
          <p:cNvSpPr txBox="1"/>
          <p:nvPr/>
        </p:nvSpPr>
        <p:spPr>
          <a:xfrm>
            <a:off x="-890671" y="1681828"/>
            <a:ext cx="457200" cy="30734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14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黑色</a:t>
            </a:r>
            <a:endParaRPr lang="zh-CN" altLang="en-US" sz="1400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34" name="文本框 68"/>
          <p:cNvSpPr txBox="1"/>
          <p:nvPr/>
        </p:nvSpPr>
        <p:spPr>
          <a:xfrm>
            <a:off x="-1834515" y="2274283"/>
            <a:ext cx="457200" cy="30734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1400" dirty="0">
                <a:solidFill>
                  <a:srgbClr val="FF0000"/>
                </a:solidFill>
              </a:rPr>
              <a:t>红色</a:t>
            </a:r>
            <a:endParaRPr lang="zh-CN" altLang="en-US" sz="1400" dirty="0">
              <a:solidFill>
                <a:srgbClr val="FF0000"/>
              </a:solidFill>
            </a:endParaRPr>
          </a:p>
        </p:txBody>
      </p:sp>
      <p:grpSp>
        <p:nvGrpSpPr>
          <p:cNvPr id="21" name="组合 8"/>
          <p:cNvGrpSpPr/>
          <p:nvPr/>
        </p:nvGrpSpPr>
        <p:grpSpPr>
          <a:xfrm>
            <a:off x="-1834515" y="6463378"/>
            <a:ext cx="457200" cy="548640"/>
            <a:chOff x="8533167" y="1924272"/>
            <a:chExt cx="1099206" cy="1385455"/>
          </a:xfrm>
        </p:grpSpPr>
        <p:cxnSp>
          <p:nvCxnSpPr>
            <p:cNvPr id="22" name="Google Shape;119;p14"/>
            <p:cNvCxnSpPr/>
            <p:nvPr/>
          </p:nvCxnSpPr>
          <p:spPr>
            <a:xfrm flipH="1">
              <a:off x="8533168" y="1924272"/>
              <a:ext cx="1099205" cy="0"/>
            </a:xfrm>
            <a:prstGeom prst="straightConnector1">
              <a:avLst/>
            </a:prstGeom>
            <a:noFill/>
            <a:ln w="19050" cap="flat" cmpd="sng">
              <a:solidFill>
                <a:srgbClr val="FF8E1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3" name="Google Shape;119;p14"/>
            <p:cNvCxnSpPr/>
            <p:nvPr/>
          </p:nvCxnSpPr>
          <p:spPr>
            <a:xfrm flipH="1">
              <a:off x="8533167" y="2618454"/>
              <a:ext cx="1099205" cy="0"/>
            </a:xfrm>
            <a:prstGeom prst="straightConnector1">
              <a:avLst/>
            </a:prstGeom>
            <a:noFill/>
            <a:ln w="19050" cap="flat" cmpd="sng">
              <a:solidFill>
                <a:srgbClr val="FF8E1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5" name="Google Shape;119;p14"/>
            <p:cNvCxnSpPr/>
            <p:nvPr/>
          </p:nvCxnSpPr>
          <p:spPr>
            <a:xfrm flipH="1">
              <a:off x="8533168" y="3309727"/>
              <a:ext cx="1099205" cy="0"/>
            </a:xfrm>
            <a:prstGeom prst="straightConnector1">
              <a:avLst/>
            </a:prstGeom>
            <a:noFill/>
            <a:ln w="19050" cap="flat" cmpd="sng">
              <a:solidFill>
                <a:srgbClr val="FF8E11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grpSp>
        <p:nvGrpSpPr>
          <p:cNvPr id="26" name="组合 22"/>
          <p:cNvGrpSpPr/>
          <p:nvPr/>
        </p:nvGrpSpPr>
        <p:grpSpPr>
          <a:xfrm>
            <a:off x="-890671" y="6471633"/>
            <a:ext cx="457200" cy="548640"/>
            <a:chOff x="8824317" y="1696204"/>
            <a:chExt cx="1140564" cy="1575691"/>
          </a:xfrm>
        </p:grpSpPr>
        <p:grpSp>
          <p:nvGrpSpPr>
            <p:cNvPr id="30" name="组合 14"/>
            <p:cNvGrpSpPr/>
            <p:nvPr/>
          </p:nvGrpSpPr>
          <p:grpSpPr>
            <a:xfrm>
              <a:off x="8824318" y="1696204"/>
              <a:ext cx="1140563" cy="1057388"/>
              <a:chOff x="8533167" y="1924272"/>
              <a:chExt cx="1099206" cy="1385455"/>
            </a:xfrm>
          </p:grpSpPr>
          <p:cxnSp>
            <p:nvCxnSpPr>
              <p:cNvPr id="31" name="Google Shape;119;p14"/>
              <p:cNvCxnSpPr/>
              <p:nvPr/>
            </p:nvCxnSpPr>
            <p:spPr>
              <a:xfrm flipH="1">
                <a:off x="8533168" y="1924272"/>
                <a:ext cx="1099205" cy="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FF8E1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32" name="Google Shape;119;p14"/>
              <p:cNvCxnSpPr/>
              <p:nvPr/>
            </p:nvCxnSpPr>
            <p:spPr>
              <a:xfrm flipH="1">
                <a:off x="8533167" y="2618454"/>
                <a:ext cx="1099205" cy="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FF8E1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35" name="Google Shape;119;p14"/>
              <p:cNvCxnSpPr/>
              <p:nvPr/>
            </p:nvCxnSpPr>
            <p:spPr>
              <a:xfrm flipH="1">
                <a:off x="8533168" y="3309727"/>
                <a:ext cx="1099205" cy="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FF8E1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</p:grpSp>
        <p:cxnSp>
          <p:nvCxnSpPr>
            <p:cNvPr id="37" name="Google Shape;119;p14"/>
            <p:cNvCxnSpPr/>
            <p:nvPr/>
          </p:nvCxnSpPr>
          <p:spPr>
            <a:xfrm flipH="1">
              <a:off x="8824317" y="3271895"/>
              <a:ext cx="1140562" cy="0"/>
            </a:xfrm>
            <a:prstGeom prst="straightConnector1">
              <a:avLst/>
            </a:prstGeom>
            <a:noFill/>
            <a:ln w="19050" cap="flat" cmpd="sng">
              <a:solidFill>
                <a:srgbClr val="FF8E11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cxnSp>
        <p:nvCxnSpPr>
          <p:cNvPr id="47" name="Google Shape;116;p14"/>
          <p:cNvCxnSpPr/>
          <p:nvPr/>
        </p:nvCxnSpPr>
        <p:spPr>
          <a:xfrm rot="10800000">
            <a:off x="-890671" y="5036533"/>
            <a:ext cx="457200" cy="0"/>
          </a:xfrm>
          <a:prstGeom prst="straightConnector1">
            <a:avLst/>
          </a:prstGeom>
          <a:noFill/>
          <a:ln w="19050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53" name="Group 52"/>
          <p:cNvGrpSpPr/>
          <p:nvPr/>
        </p:nvGrpSpPr>
        <p:grpSpPr>
          <a:xfrm>
            <a:off x="-1751965" y="4525010"/>
            <a:ext cx="1318260" cy="306705"/>
            <a:chOff x="9798" y="4510"/>
            <a:chExt cx="1542" cy="483"/>
          </a:xfrm>
        </p:grpSpPr>
        <p:cxnSp>
          <p:nvCxnSpPr>
            <p:cNvPr id="51" name="Google Shape;115;p14"/>
            <p:cNvCxnSpPr/>
            <p:nvPr/>
          </p:nvCxnSpPr>
          <p:spPr>
            <a:xfrm rot="10800000">
              <a:off x="9798" y="4755"/>
              <a:ext cx="720" cy="0"/>
            </a:xfrm>
            <a:prstGeom prst="straightConnector1">
              <a:avLst/>
            </a:prstGeom>
            <a:ln w="19050">
              <a:headEnd type="none" w="sm" len="sm"/>
              <a:tailEnd type="none" w="sm" len="sm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52" name="文本框 67"/>
            <p:cNvSpPr txBox="1"/>
            <p:nvPr/>
          </p:nvSpPr>
          <p:spPr>
            <a:xfrm>
              <a:off x="10538" y="4510"/>
              <a:ext cx="802" cy="4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1400" dirty="0"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Stop</a:t>
              </a:r>
              <a:endParaRPr lang="en-US" altLang="zh-CN" sz="14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</p:grpSp>
      <p:sp>
        <p:nvSpPr>
          <p:cNvPr id="54" name="文本框 68"/>
          <p:cNvSpPr txBox="1"/>
          <p:nvPr/>
        </p:nvSpPr>
        <p:spPr>
          <a:xfrm>
            <a:off x="-890671" y="2276188"/>
            <a:ext cx="5384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1400" dirty="0">
                <a:solidFill>
                  <a:srgbClr val="00B050"/>
                </a:solidFill>
              </a:rPr>
              <a:t>绿色</a:t>
            </a:r>
            <a:endParaRPr lang="zh-CN" altLang="en-US" sz="1400" dirty="0">
              <a:solidFill>
                <a:srgbClr val="00B050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47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pic>
        <p:nvPicPr>
          <p:cNvPr id="48" name="Picture 3" descr="Slide 2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2" name="文本框 36"/>
          <p:cNvSpPr txBox="1"/>
          <p:nvPr/>
        </p:nvSpPr>
        <p:spPr>
          <a:xfrm>
            <a:off x="-1834515" y="499021"/>
            <a:ext cx="45720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316B93"/>
                </a:solidFill>
              </a:rPr>
              <a:t>深蓝</a:t>
            </a:r>
            <a:endParaRPr lang="zh-CN" altLang="en-US" sz="1400" dirty="0">
              <a:solidFill>
                <a:srgbClr val="316B93"/>
              </a:solidFill>
            </a:endParaRPr>
          </a:p>
        </p:txBody>
      </p:sp>
      <p:sp>
        <p:nvSpPr>
          <p:cNvPr id="3" name="文本框 37"/>
          <p:cNvSpPr txBox="1"/>
          <p:nvPr/>
        </p:nvSpPr>
        <p:spPr>
          <a:xfrm>
            <a:off x="-890671" y="499021"/>
            <a:ext cx="45720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AF8647"/>
                </a:solidFill>
              </a:rPr>
              <a:t>褐色</a:t>
            </a:r>
            <a:endParaRPr lang="zh-CN" altLang="en-US" sz="1400" dirty="0">
              <a:solidFill>
                <a:srgbClr val="AF8647"/>
              </a:solidFill>
            </a:endParaRPr>
          </a:p>
        </p:txBody>
      </p:sp>
      <p:sp>
        <p:nvSpPr>
          <p:cNvPr id="4" name="文本框 38"/>
          <p:cNvSpPr txBox="1"/>
          <p:nvPr/>
        </p:nvSpPr>
        <p:spPr>
          <a:xfrm>
            <a:off x="-1834515" y="1093183"/>
            <a:ext cx="457200" cy="3073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256824"/>
                </a:solidFill>
              </a:rPr>
              <a:t>深绿</a:t>
            </a:r>
            <a:endParaRPr lang="zh-CN" altLang="en-US" sz="1400" dirty="0">
              <a:solidFill>
                <a:srgbClr val="256824"/>
              </a:solidFill>
            </a:endParaRPr>
          </a:p>
        </p:txBody>
      </p:sp>
      <p:sp>
        <p:nvSpPr>
          <p:cNvPr id="5" name="文本框 39"/>
          <p:cNvSpPr txBox="1"/>
          <p:nvPr/>
        </p:nvSpPr>
        <p:spPr>
          <a:xfrm>
            <a:off x="-890671" y="1093818"/>
            <a:ext cx="457200" cy="3073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CE1DD3"/>
                </a:solidFill>
              </a:rPr>
              <a:t>紫色</a:t>
            </a:r>
            <a:endParaRPr lang="zh-CN" altLang="en-US" sz="1400" dirty="0">
              <a:solidFill>
                <a:srgbClr val="CE1DD3"/>
              </a:solidFill>
            </a:endParaRPr>
          </a:p>
        </p:txBody>
      </p:sp>
      <p:sp>
        <p:nvSpPr>
          <p:cNvPr id="6" name="文本框 40"/>
          <p:cNvSpPr txBox="1"/>
          <p:nvPr/>
        </p:nvSpPr>
        <p:spPr>
          <a:xfrm>
            <a:off x="-1834515" y="1686908"/>
            <a:ext cx="457200" cy="3073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BA1C20"/>
                </a:solidFill>
              </a:rPr>
              <a:t>深红</a:t>
            </a:r>
            <a:endParaRPr lang="zh-CN" altLang="en-US" sz="1400" dirty="0">
              <a:solidFill>
                <a:srgbClr val="BA1C20"/>
              </a:solidFill>
            </a:endParaRPr>
          </a:p>
        </p:txBody>
      </p:sp>
      <p:sp>
        <p:nvSpPr>
          <p:cNvPr id="8" name="Google Shape;60;p14"/>
          <p:cNvSpPr/>
          <p:nvPr/>
        </p:nvSpPr>
        <p:spPr>
          <a:xfrm>
            <a:off x="-890671" y="3346163"/>
            <a:ext cx="365760" cy="182880"/>
          </a:xfrm>
          <a:prstGeom prst="rect">
            <a:avLst/>
          </a:prstGeom>
          <a:solidFill>
            <a:srgbClr val="33CC33">
              <a:alpha val="20000"/>
            </a:srgbClr>
          </a:solidFill>
          <a:ln>
            <a:noFill/>
          </a:ln>
        </p:spPr>
        <p:txBody>
          <a:bodyPr spcFirstLastPara="1" wrap="square" lIns="146280" tIns="73120" rIns="146280" bIns="73120" anchor="ctr" anchorCtr="0">
            <a:noAutofit/>
          </a:bodyPr>
          <a:lstStyle/>
          <a:p>
            <a:pPr algn="ctr"/>
            <a:endParaRPr sz="288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sp>
        <p:nvSpPr>
          <p:cNvPr id="9" name="Google Shape;113;p14"/>
          <p:cNvSpPr/>
          <p:nvPr/>
        </p:nvSpPr>
        <p:spPr>
          <a:xfrm>
            <a:off x="-890671" y="2876263"/>
            <a:ext cx="365760" cy="182880"/>
          </a:xfrm>
          <a:prstGeom prst="rect">
            <a:avLst/>
          </a:prstGeom>
          <a:solidFill>
            <a:srgbClr val="FF0000">
              <a:alpha val="49800"/>
            </a:srgbClr>
          </a:solidFill>
          <a:ln>
            <a:noFill/>
          </a:ln>
        </p:spPr>
        <p:txBody>
          <a:bodyPr spcFirstLastPara="1" wrap="square" lIns="146280" tIns="73120" rIns="146280" bIns="73120" anchor="ctr" anchorCtr="0">
            <a:noAutofit/>
          </a:bodyPr>
          <a:lstStyle/>
          <a:p>
            <a:pPr algn="ctr"/>
            <a:endParaRPr sz="1280" dirty="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sp>
        <p:nvSpPr>
          <p:cNvPr id="10" name="Google Shape;114;p14"/>
          <p:cNvSpPr/>
          <p:nvPr/>
        </p:nvSpPr>
        <p:spPr>
          <a:xfrm>
            <a:off x="-1743075" y="2874358"/>
            <a:ext cx="365760" cy="182880"/>
          </a:xfrm>
          <a:prstGeom prst="rect">
            <a:avLst/>
          </a:prstGeom>
          <a:solidFill>
            <a:srgbClr val="33CC33">
              <a:alpha val="49800"/>
            </a:srgbClr>
          </a:solidFill>
          <a:ln>
            <a:noFill/>
          </a:ln>
        </p:spPr>
        <p:txBody>
          <a:bodyPr spcFirstLastPara="1" wrap="square" lIns="146280" tIns="73120" rIns="146280" bIns="73120" anchor="ctr" anchorCtr="0">
            <a:noAutofit/>
          </a:bodyPr>
          <a:lstStyle/>
          <a:p>
            <a:pPr algn="ctr"/>
            <a:endParaRPr sz="1280" dirty="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cxnSp>
        <p:nvCxnSpPr>
          <p:cNvPr id="12" name="Google Shape;116;p14"/>
          <p:cNvCxnSpPr/>
          <p:nvPr/>
        </p:nvCxnSpPr>
        <p:spPr>
          <a:xfrm rot="10800000">
            <a:off x="-1834515" y="5037803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3" name="Google Shape;120;p14"/>
          <p:cNvCxnSpPr/>
          <p:nvPr/>
        </p:nvCxnSpPr>
        <p:spPr>
          <a:xfrm flipH="1">
            <a:off x="-890671" y="5329903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4" name="Google Shape;121;p14"/>
          <p:cNvCxnSpPr/>
          <p:nvPr/>
        </p:nvCxnSpPr>
        <p:spPr>
          <a:xfrm flipH="1">
            <a:off x="-890671" y="5616923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5" name="Google Shape;118;p14"/>
          <p:cNvCxnSpPr/>
          <p:nvPr/>
        </p:nvCxnSpPr>
        <p:spPr>
          <a:xfrm rot="10800000">
            <a:off x="-1834515" y="5324188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00FF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6" name="Google Shape;119;p14"/>
          <p:cNvCxnSpPr/>
          <p:nvPr/>
        </p:nvCxnSpPr>
        <p:spPr>
          <a:xfrm rot="10800000">
            <a:off x="-1834515" y="5610573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8E1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7" name="Google Shape;123;p14"/>
          <p:cNvCxnSpPr/>
          <p:nvPr/>
        </p:nvCxnSpPr>
        <p:spPr>
          <a:xfrm flipH="1">
            <a:off x="-890671" y="6190963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8E11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8" name="Google Shape;124;p14"/>
          <p:cNvCxnSpPr/>
          <p:nvPr/>
        </p:nvCxnSpPr>
        <p:spPr>
          <a:xfrm flipH="1">
            <a:off x="-890671" y="5903943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00FF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9" name="Google Shape;65;p14"/>
          <p:cNvCxnSpPr/>
          <p:nvPr/>
        </p:nvCxnSpPr>
        <p:spPr>
          <a:xfrm flipH="1">
            <a:off x="-1834515" y="6183343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4" name="Google Shape;75;p14"/>
          <p:cNvCxnSpPr/>
          <p:nvPr/>
        </p:nvCxnSpPr>
        <p:spPr>
          <a:xfrm flipH="1">
            <a:off x="-1834515" y="5896958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stealth" w="med" len="med"/>
          </a:ln>
        </p:spPr>
      </p:cxnSp>
      <p:sp>
        <p:nvSpPr>
          <p:cNvPr id="27" name="Rectangle 218"/>
          <p:cNvSpPr/>
          <p:nvPr/>
        </p:nvSpPr>
        <p:spPr>
          <a:xfrm>
            <a:off x="-1743075" y="3343623"/>
            <a:ext cx="365760" cy="182880"/>
          </a:xfrm>
          <a:prstGeom prst="rect">
            <a:avLst/>
          </a:prstGeom>
          <a:solidFill>
            <a:srgbClr val="D2691E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80"/>
          </a:p>
        </p:txBody>
      </p:sp>
      <p:sp>
        <p:nvSpPr>
          <p:cNvPr id="28" name="Rectangle 328"/>
          <p:cNvSpPr/>
          <p:nvPr/>
        </p:nvSpPr>
        <p:spPr>
          <a:xfrm>
            <a:off x="-890671" y="3816063"/>
            <a:ext cx="457200" cy="36576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80"/>
          </a:p>
        </p:txBody>
      </p:sp>
      <p:sp>
        <p:nvSpPr>
          <p:cNvPr id="29" name="Rectangle 331"/>
          <p:cNvSpPr/>
          <p:nvPr/>
        </p:nvSpPr>
        <p:spPr>
          <a:xfrm>
            <a:off x="-1834515" y="3812888"/>
            <a:ext cx="457200" cy="365760"/>
          </a:xfrm>
          <a:prstGeom prst="rect">
            <a:avLst/>
          </a:prstGeom>
          <a:ln w="19050">
            <a:solidFill>
              <a:srgbClr val="00A4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2880"/>
          </a:p>
        </p:txBody>
      </p:sp>
      <p:sp>
        <p:nvSpPr>
          <p:cNvPr id="33" name="文本框 67"/>
          <p:cNvSpPr txBox="1"/>
          <p:nvPr/>
        </p:nvSpPr>
        <p:spPr>
          <a:xfrm>
            <a:off x="-890671" y="1688178"/>
            <a:ext cx="457200" cy="3073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黑色</a:t>
            </a:r>
            <a:endParaRPr lang="zh-CN" altLang="en-US" sz="1400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34" name="文本框 68"/>
          <p:cNvSpPr txBox="1"/>
          <p:nvPr/>
        </p:nvSpPr>
        <p:spPr>
          <a:xfrm>
            <a:off x="-1834515" y="2280633"/>
            <a:ext cx="457200" cy="3073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FF0000"/>
                </a:solidFill>
              </a:rPr>
              <a:t>红色</a:t>
            </a:r>
            <a:endParaRPr lang="zh-CN" altLang="en-US" sz="1400" dirty="0">
              <a:solidFill>
                <a:srgbClr val="FF0000"/>
              </a:solidFill>
            </a:endParaRPr>
          </a:p>
        </p:txBody>
      </p:sp>
      <p:grpSp>
        <p:nvGrpSpPr>
          <p:cNvPr id="7" name="组合 8"/>
          <p:cNvGrpSpPr/>
          <p:nvPr/>
        </p:nvGrpSpPr>
        <p:grpSpPr>
          <a:xfrm>
            <a:off x="-1834515" y="6469728"/>
            <a:ext cx="457200" cy="548640"/>
            <a:chOff x="8533167" y="1924272"/>
            <a:chExt cx="1099206" cy="1385455"/>
          </a:xfrm>
        </p:grpSpPr>
        <p:cxnSp>
          <p:nvCxnSpPr>
            <p:cNvPr id="20" name="Google Shape;119;p14"/>
            <p:cNvCxnSpPr/>
            <p:nvPr/>
          </p:nvCxnSpPr>
          <p:spPr>
            <a:xfrm flipH="1">
              <a:off x="8533168" y="1924272"/>
              <a:ext cx="1099205" cy="0"/>
            </a:xfrm>
            <a:prstGeom prst="straightConnector1">
              <a:avLst/>
            </a:prstGeom>
            <a:noFill/>
            <a:ln w="19050" cap="flat" cmpd="sng">
              <a:solidFill>
                <a:srgbClr val="FF8E1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1" name="Google Shape;119;p14"/>
            <p:cNvCxnSpPr/>
            <p:nvPr/>
          </p:nvCxnSpPr>
          <p:spPr>
            <a:xfrm flipH="1">
              <a:off x="8533167" y="2618454"/>
              <a:ext cx="1099205" cy="0"/>
            </a:xfrm>
            <a:prstGeom prst="straightConnector1">
              <a:avLst/>
            </a:prstGeom>
            <a:noFill/>
            <a:ln w="19050" cap="flat" cmpd="sng">
              <a:solidFill>
                <a:srgbClr val="FF8E1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2" name="Google Shape;119;p14"/>
            <p:cNvCxnSpPr/>
            <p:nvPr/>
          </p:nvCxnSpPr>
          <p:spPr>
            <a:xfrm flipH="1">
              <a:off x="8533168" y="3309727"/>
              <a:ext cx="1099205" cy="0"/>
            </a:xfrm>
            <a:prstGeom prst="straightConnector1">
              <a:avLst/>
            </a:prstGeom>
            <a:noFill/>
            <a:ln w="19050" cap="flat" cmpd="sng">
              <a:solidFill>
                <a:srgbClr val="FF8E11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grpSp>
        <p:nvGrpSpPr>
          <p:cNvPr id="23" name="组合 22"/>
          <p:cNvGrpSpPr/>
          <p:nvPr/>
        </p:nvGrpSpPr>
        <p:grpSpPr>
          <a:xfrm>
            <a:off x="-890671" y="6477983"/>
            <a:ext cx="457200" cy="548640"/>
            <a:chOff x="8824317" y="1696204"/>
            <a:chExt cx="1140564" cy="1575691"/>
          </a:xfrm>
        </p:grpSpPr>
        <p:grpSp>
          <p:nvGrpSpPr>
            <p:cNvPr id="25" name="组合 14"/>
            <p:cNvGrpSpPr/>
            <p:nvPr/>
          </p:nvGrpSpPr>
          <p:grpSpPr>
            <a:xfrm>
              <a:off x="8824318" y="1696204"/>
              <a:ext cx="1140563" cy="1057388"/>
              <a:chOff x="8533167" y="1924272"/>
              <a:chExt cx="1099206" cy="1385455"/>
            </a:xfrm>
          </p:grpSpPr>
          <p:cxnSp>
            <p:nvCxnSpPr>
              <p:cNvPr id="26" name="Google Shape;119;p14"/>
              <p:cNvCxnSpPr/>
              <p:nvPr/>
            </p:nvCxnSpPr>
            <p:spPr>
              <a:xfrm flipH="1">
                <a:off x="8533168" y="1924272"/>
                <a:ext cx="1099205" cy="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FF8E1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30" name="Google Shape;119;p14"/>
              <p:cNvCxnSpPr/>
              <p:nvPr/>
            </p:nvCxnSpPr>
            <p:spPr>
              <a:xfrm flipH="1">
                <a:off x="8533167" y="2618454"/>
                <a:ext cx="1099205" cy="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FF8E1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35" name="Google Shape;119;p14"/>
              <p:cNvCxnSpPr/>
              <p:nvPr/>
            </p:nvCxnSpPr>
            <p:spPr>
              <a:xfrm flipH="1">
                <a:off x="8533168" y="3309727"/>
                <a:ext cx="1099205" cy="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FF8E1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</p:grpSp>
        <p:cxnSp>
          <p:nvCxnSpPr>
            <p:cNvPr id="37" name="Google Shape;119;p14"/>
            <p:cNvCxnSpPr/>
            <p:nvPr/>
          </p:nvCxnSpPr>
          <p:spPr>
            <a:xfrm flipH="1">
              <a:off x="8824317" y="3271895"/>
              <a:ext cx="1140562" cy="0"/>
            </a:xfrm>
            <a:prstGeom prst="straightConnector1">
              <a:avLst/>
            </a:prstGeom>
            <a:noFill/>
            <a:ln w="19050" cap="flat" cmpd="sng">
              <a:solidFill>
                <a:srgbClr val="FF8E11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cxnSp>
        <p:nvCxnSpPr>
          <p:cNvPr id="11" name="Google Shape;116;p14"/>
          <p:cNvCxnSpPr/>
          <p:nvPr/>
        </p:nvCxnSpPr>
        <p:spPr>
          <a:xfrm rot="10800000">
            <a:off x="-890671" y="5042883"/>
            <a:ext cx="457200" cy="0"/>
          </a:xfrm>
          <a:prstGeom prst="straightConnector1">
            <a:avLst/>
          </a:prstGeom>
          <a:noFill/>
          <a:ln w="19050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53" name="Group 52"/>
          <p:cNvGrpSpPr/>
          <p:nvPr/>
        </p:nvGrpSpPr>
        <p:grpSpPr>
          <a:xfrm>
            <a:off x="-1751965" y="4531360"/>
            <a:ext cx="1318260" cy="306705"/>
            <a:chOff x="9798" y="4510"/>
            <a:chExt cx="1542" cy="483"/>
          </a:xfrm>
        </p:grpSpPr>
        <p:cxnSp>
          <p:nvCxnSpPr>
            <p:cNvPr id="51" name="Google Shape;115;p14"/>
            <p:cNvCxnSpPr/>
            <p:nvPr/>
          </p:nvCxnSpPr>
          <p:spPr>
            <a:xfrm rot="10800000">
              <a:off x="9798" y="4755"/>
              <a:ext cx="720" cy="0"/>
            </a:xfrm>
            <a:prstGeom prst="straightConnector1">
              <a:avLst/>
            </a:prstGeom>
            <a:ln w="19050">
              <a:headEnd type="none" w="sm" len="sm"/>
              <a:tailEnd type="none" w="sm" len="sm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52" name="文本框 67"/>
            <p:cNvSpPr txBox="1"/>
            <p:nvPr/>
          </p:nvSpPr>
          <p:spPr>
            <a:xfrm>
              <a:off x="10538" y="4510"/>
              <a:ext cx="802" cy="4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1400" dirty="0"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Stop</a:t>
              </a:r>
              <a:endParaRPr lang="en-US" altLang="zh-CN" sz="14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</p:grpSp>
      <p:sp>
        <p:nvSpPr>
          <p:cNvPr id="54" name="文本框 68"/>
          <p:cNvSpPr txBox="1"/>
          <p:nvPr/>
        </p:nvSpPr>
        <p:spPr>
          <a:xfrm>
            <a:off x="-890671" y="2282538"/>
            <a:ext cx="5384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1400" dirty="0">
                <a:solidFill>
                  <a:srgbClr val="00B050"/>
                </a:solidFill>
              </a:rPr>
              <a:t>绿色</a:t>
            </a:r>
            <a:endParaRPr lang="zh-CN" altLang="en-US" sz="1400" dirty="0">
              <a:solidFill>
                <a:srgbClr val="00B050"/>
              </a:solidFill>
            </a:endParaRPr>
          </a:p>
        </p:txBody>
      </p:sp>
      <p:sp>
        <p:nvSpPr>
          <p:cNvPr id="36" name="文本框 37"/>
          <p:cNvSpPr txBox="1"/>
          <p:nvPr/>
        </p:nvSpPr>
        <p:spPr>
          <a:xfrm>
            <a:off x="7522444" y="4114711"/>
            <a:ext cx="1615440" cy="11684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1400" b="1" dirty="0">
                <a:solidFill>
                  <a:srgbClr val="AF8647"/>
                </a:solidFill>
              </a:rPr>
              <a:t>价格太低</a:t>
            </a:r>
            <a:endParaRPr lang="zh-CN" altLang="en-US" sz="1400" b="1" dirty="0">
              <a:solidFill>
                <a:srgbClr val="AF8647"/>
              </a:solidFill>
            </a:endParaRPr>
          </a:p>
          <a:p>
            <a:r>
              <a:rPr lang="zh-CN" altLang="en-US" sz="1400" b="1" dirty="0">
                <a:solidFill>
                  <a:srgbClr val="AF8647"/>
                </a:solidFill>
              </a:rPr>
              <a:t>卖家不想卖了</a:t>
            </a:r>
            <a:endParaRPr lang="zh-CN" altLang="en-US" sz="1400" b="1" dirty="0">
              <a:solidFill>
                <a:srgbClr val="AF8647"/>
              </a:solidFill>
            </a:endParaRPr>
          </a:p>
          <a:p>
            <a:endParaRPr lang="zh-CN" altLang="en-US" sz="1400" b="1" dirty="0">
              <a:solidFill>
                <a:srgbClr val="AF8647"/>
              </a:solidFill>
            </a:endParaRPr>
          </a:p>
          <a:p>
            <a:r>
              <a:rPr lang="zh-CN" altLang="en-US" sz="1400" b="1" dirty="0">
                <a:solidFill>
                  <a:srgbClr val="AF8647"/>
                </a:solidFill>
              </a:rPr>
              <a:t>所以价格需要上涨</a:t>
            </a:r>
            <a:endParaRPr lang="zh-CN" altLang="en-US" sz="1400" b="1" dirty="0">
              <a:solidFill>
                <a:srgbClr val="AF8647"/>
              </a:solidFill>
            </a:endParaRPr>
          </a:p>
          <a:p>
            <a:r>
              <a:rPr lang="zh-CN" altLang="en-US" sz="1400" b="1" dirty="0">
                <a:solidFill>
                  <a:srgbClr val="AF8647"/>
                </a:solidFill>
              </a:rPr>
              <a:t>才能找到卖家</a:t>
            </a:r>
            <a:endParaRPr lang="zh-CN" altLang="en-US" sz="1400" b="1" dirty="0">
              <a:solidFill>
                <a:srgbClr val="AF8647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9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92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pic>
        <p:nvPicPr>
          <p:cNvPr id="93" name="Picture 3" descr="Slide 3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6350"/>
            <a:ext cx="14630400" cy="8229600"/>
          </a:xfrm>
          <a:prstGeom prst="rect">
            <a:avLst/>
          </a:prstGeom>
        </p:spPr>
      </p:pic>
      <p:sp>
        <p:nvSpPr>
          <p:cNvPr id="2" name="文本框 36"/>
          <p:cNvSpPr txBox="1"/>
          <p:nvPr/>
        </p:nvSpPr>
        <p:spPr>
          <a:xfrm>
            <a:off x="-1834515" y="492671"/>
            <a:ext cx="45720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316B93"/>
                </a:solidFill>
              </a:rPr>
              <a:t>深蓝</a:t>
            </a:r>
            <a:endParaRPr lang="zh-CN" altLang="en-US" sz="1400" dirty="0">
              <a:solidFill>
                <a:srgbClr val="316B93"/>
              </a:solidFill>
            </a:endParaRPr>
          </a:p>
        </p:txBody>
      </p:sp>
      <p:sp>
        <p:nvSpPr>
          <p:cNvPr id="3" name="文本框 37"/>
          <p:cNvSpPr txBox="1"/>
          <p:nvPr/>
        </p:nvSpPr>
        <p:spPr>
          <a:xfrm>
            <a:off x="-890671" y="492671"/>
            <a:ext cx="45720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AF8647"/>
                </a:solidFill>
              </a:rPr>
              <a:t>褐色</a:t>
            </a:r>
            <a:endParaRPr lang="zh-CN" altLang="en-US" sz="1400" dirty="0">
              <a:solidFill>
                <a:srgbClr val="AF8647"/>
              </a:solidFill>
            </a:endParaRPr>
          </a:p>
        </p:txBody>
      </p:sp>
      <p:sp>
        <p:nvSpPr>
          <p:cNvPr id="4" name="文本框 38"/>
          <p:cNvSpPr txBox="1"/>
          <p:nvPr/>
        </p:nvSpPr>
        <p:spPr>
          <a:xfrm>
            <a:off x="-1834515" y="1086833"/>
            <a:ext cx="457200" cy="3073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256824"/>
                </a:solidFill>
              </a:rPr>
              <a:t>深绿</a:t>
            </a:r>
            <a:endParaRPr lang="zh-CN" altLang="en-US" sz="1400" dirty="0">
              <a:solidFill>
                <a:srgbClr val="256824"/>
              </a:solidFill>
            </a:endParaRPr>
          </a:p>
        </p:txBody>
      </p:sp>
      <p:sp>
        <p:nvSpPr>
          <p:cNvPr id="5" name="文本框 39"/>
          <p:cNvSpPr txBox="1"/>
          <p:nvPr/>
        </p:nvSpPr>
        <p:spPr>
          <a:xfrm>
            <a:off x="-890671" y="1087468"/>
            <a:ext cx="457200" cy="3073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CE1DD3"/>
                </a:solidFill>
              </a:rPr>
              <a:t>紫色</a:t>
            </a:r>
            <a:endParaRPr lang="zh-CN" altLang="en-US" sz="1400" dirty="0">
              <a:solidFill>
                <a:srgbClr val="CE1DD3"/>
              </a:solidFill>
            </a:endParaRPr>
          </a:p>
        </p:txBody>
      </p:sp>
      <p:sp>
        <p:nvSpPr>
          <p:cNvPr id="6" name="文本框 40"/>
          <p:cNvSpPr txBox="1"/>
          <p:nvPr/>
        </p:nvSpPr>
        <p:spPr>
          <a:xfrm>
            <a:off x="-1834515" y="1680558"/>
            <a:ext cx="457200" cy="3073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BA1C20"/>
                </a:solidFill>
              </a:rPr>
              <a:t>深红</a:t>
            </a:r>
            <a:endParaRPr lang="zh-CN" altLang="en-US" sz="1400" dirty="0">
              <a:solidFill>
                <a:srgbClr val="BA1C20"/>
              </a:solidFill>
            </a:endParaRPr>
          </a:p>
        </p:txBody>
      </p:sp>
      <p:sp>
        <p:nvSpPr>
          <p:cNvPr id="8" name="Google Shape;60;p14"/>
          <p:cNvSpPr/>
          <p:nvPr/>
        </p:nvSpPr>
        <p:spPr>
          <a:xfrm>
            <a:off x="-890671" y="3339813"/>
            <a:ext cx="365760" cy="182880"/>
          </a:xfrm>
          <a:prstGeom prst="rect">
            <a:avLst/>
          </a:prstGeom>
          <a:solidFill>
            <a:srgbClr val="33CC33">
              <a:alpha val="20000"/>
            </a:srgbClr>
          </a:solidFill>
          <a:ln>
            <a:noFill/>
          </a:ln>
        </p:spPr>
        <p:txBody>
          <a:bodyPr spcFirstLastPara="1" wrap="square" lIns="146280" tIns="73120" rIns="146280" bIns="73120" anchor="ctr" anchorCtr="0">
            <a:noAutofit/>
          </a:bodyPr>
          <a:lstStyle/>
          <a:p>
            <a:pPr algn="ctr"/>
            <a:endParaRPr sz="288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sp>
        <p:nvSpPr>
          <p:cNvPr id="9" name="Google Shape;113;p14"/>
          <p:cNvSpPr/>
          <p:nvPr/>
        </p:nvSpPr>
        <p:spPr>
          <a:xfrm>
            <a:off x="-890671" y="2869913"/>
            <a:ext cx="365760" cy="182880"/>
          </a:xfrm>
          <a:prstGeom prst="rect">
            <a:avLst/>
          </a:prstGeom>
          <a:solidFill>
            <a:srgbClr val="FF0000">
              <a:alpha val="49800"/>
            </a:srgbClr>
          </a:solidFill>
          <a:ln>
            <a:noFill/>
          </a:ln>
        </p:spPr>
        <p:txBody>
          <a:bodyPr spcFirstLastPara="1" wrap="square" lIns="146280" tIns="73120" rIns="146280" bIns="73120" anchor="ctr" anchorCtr="0">
            <a:noAutofit/>
          </a:bodyPr>
          <a:lstStyle/>
          <a:p>
            <a:pPr algn="ctr"/>
            <a:endParaRPr sz="1280" dirty="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sp>
        <p:nvSpPr>
          <p:cNvPr id="10" name="Google Shape;114;p14"/>
          <p:cNvSpPr/>
          <p:nvPr/>
        </p:nvSpPr>
        <p:spPr>
          <a:xfrm>
            <a:off x="-1743075" y="2868008"/>
            <a:ext cx="365760" cy="182880"/>
          </a:xfrm>
          <a:prstGeom prst="rect">
            <a:avLst/>
          </a:prstGeom>
          <a:solidFill>
            <a:srgbClr val="33CC33">
              <a:alpha val="49800"/>
            </a:srgbClr>
          </a:solidFill>
          <a:ln>
            <a:noFill/>
          </a:ln>
        </p:spPr>
        <p:txBody>
          <a:bodyPr spcFirstLastPara="1" wrap="square" lIns="146280" tIns="73120" rIns="146280" bIns="73120" anchor="ctr" anchorCtr="0">
            <a:noAutofit/>
          </a:bodyPr>
          <a:lstStyle/>
          <a:p>
            <a:pPr algn="ctr"/>
            <a:endParaRPr sz="1280" dirty="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cxnSp>
        <p:nvCxnSpPr>
          <p:cNvPr id="12" name="Google Shape;116;p14"/>
          <p:cNvCxnSpPr/>
          <p:nvPr/>
        </p:nvCxnSpPr>
        <p:spPr>
          <a:xfrm rot="10800000">
            <a:off x="-1834515" y="5031453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3" name="Google Shape;120;p14"/>
          <p:cNvCxnSpPr/>
          <p:nvPr/>
        </p:nvCxnSpPr>
        <p:spPr>
          <a:xfrm flipH="1">
            <a:off x="-890671" y="5323553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4" name="Google Shape;121;p14"/>
          <p:cNvCxnSpPr/>
          <p:nvPr/>
        </p:nvCxnSpPr>
        <p:spPr>
          <a:xfrm flipH="1">
            <a:off x="-890671" y="5610573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5" name="Google Shape;118;p14"/>
          <p:cNvCxnSpPr/>
          <p:nvPr/>
        </p:nvCxnSpPr>
        <p:spPr>
          <a:xfrm rot="10800000">
            <a:off x="-1834515" y="5317838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00FF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6" name="Google Shape;119;p14"/>
          <p:cNvCxnSpPr/>
          <p:nvPr/>
        </p:nvCxnSpPr>
        <p:spPr>
          <a:xfrm rot="10800000">
            <a:off x="-1834515" y="5604223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8E1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7" name="Google Shape;123;p14"/>
          <p:cNvCxnSpPr/>
          <p:nvPr/>
        </p:nvCxnSpPr>
        <p:spPr>
          <a:xfrm flipH="1">
            <a:off x="-890671" y="6184613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8E11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8" name="Google Shape;124;p14"/>
          <p:cNvCxnSpPr/>
          <p:nvPr/>
        </p:nvCxnSpPr>
        <p:spPr>
          <a:xfrm flipH="1">
            <a:off x="-890671" y="5897593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00FF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9" name="Google Shape;65;p14"/>
          <p:cNvCxnSpPr/>
          <p:nvPr/>
        </p:nvCxnSpPr>
        <p:spPr>
          <a:xfrm flipH="1">
            <a:off x="-1834515" y="6176993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4" name="Google Shape;75;p14"/>
          <p:cNvCxnSpPr/>
          <p:nvPr/>
        </p:nvCxnSpPr>
        <p:spPr>
          <a:xfrm flipH="1">
            <a:off x="-1834515" y="5890608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stealth" w="med" len="med"/>
          </a:ln>
        </p:spPr>
      </p:cxnSp>
      <p:sp>
        <p:nvSpPr>
          <p:cNvPr id="27" name="Rectangle 218"/>
          <p:cNvSpPr/>
          <p:nvPr/>
        </p:nvSpPr>
        <p:spPr>
          <a:xfrm>
            <a:off x="-1743075" y="3337273"/>
            <a:ext cx="365760" cy="182880"/>
          </a:xfrm>
          <a:prstGeom prst="rect">
            <a:avLst/>
          </a:prstGeom>
          <a:solidFill>
            <a:srgbClr val="D2691E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80"/>
          </a:p>
        </p:txBody>
      </p:sp>
      <p:sp>
        <p:nvSpPr>
          <p:cNvPr id="28" name="Rectangle 328"/>
          <p:cNvSpPr/>
          <p:nvPr/>
        </p:nvSpPr>
        <p:spPr>
          <a:xfrm>
            <a:off x="-890671" y="3809713"/>
            <a:ext cx="457200" cy="36576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80"/>
          </a:p>
        </p:txBody>
      </p:sp>
      <p:sp>
        <p:nvSpPr>
          <p:cNvPr id="29" name="Rectangle 331"/>
          <p:cNvSpPr/>
          <p:nvPr/>
        </p:nvSpPr>
        <p:spPr>
          <a:xfrm>
            <a:off x="-1834515" y="3806538"/>
            <a:ext cx="457200" cy="365760"/>
          </a:xfrm>
          <a:prstGeom prst="rect">
            <a:avLst/>
          </a:prstGeom>
          <a:ln w="19050">
            <a:solidFill>
              <a:srgbClr val="00A4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2880"/>
          </a:p>
        </p:txBody>
      </p:sp>
      <p:sp>
        <p:nvSpPr>
          <p:cNvPr id="33" name="文本框 67"/>
          <p:cNvSpPr txBox="1"/>
          <p:nvPr/>
        </p:nvSpPr>
        <p:spPr>
          <a:xfrm>
            <a:off x="-890671" y="1681828"/>
            <a:ext cx="457200" cy="3073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黑色</a:t>
            </a:r>
            <a:endParaRPr lang="zh-CN" altLang="en-US" sz="1400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34" name="文本框 68"/>
          <p:cNvSpPr txBox="1"/>
          <p:nvPr/>
        </p:nvSpPr>
        <p:spPr>
          <a:xfrm>
            <a:off x="-1834515" y="2274283"/>
            <a:ext cx="457200" cy="3073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FF0000"/>
                </a:solidFill>
              </a:rPr>
              <a:t>红色</a:t>
            </a:r>
            <a:endParaRPr lang="zh-CN" altLang="en-US" sz="1400" dirty="0">
              <a:solidFill>
                <a:srgbClr val="FF0000"/>
              </a:solidFill>
            </a:endParaRPr>
          </a:p>
        </p:txBody>
      </p:sp>
      <p:grpSp>
        <p:nvGrpSpPr>
          <p:cNvPr id="7" name="组合 8"/>
          <p:cNvGrpSpPr/>
          <p:nvPr/>
        </p:nvGrpSpPr>
        <p:grpSpPr>
          <a:xfrm>
            <a:off x="-1834515" y="6463378"/>
            <a:ext cx="457200" cy="548640"/>
            <a:chOff x="8533167" y="1924272"/>
            <a:chExt cx="1099206" cy="1385455"/>
          </a:xfrm>
        </p:grpSpPr>
        <p:cxnSp>
          <p:nvCxnSpPr>
            <p:cNvPr id="20" name="Google Shape;119;p14"/>
            <p:cNvCxnSpPr/>
            <p:nvPr/>
          </p:nvCxnSpPr>
          <p:spPr>
            <a:xfrm flipH="1">
              <a:off x="8533168" y="1924272"/>
              <a:ext cx="1099205" cy="0"/>
            </a:xfrm>
            <a:prstGeom prst="straightConnector1">
              <a:avLst/>
            </a:prstGeom>
            <a:noFill/>
            <a:ln w="19050" cap="flat" cmpd="sng">
              <a:solidFill>
                <a:srgbClr val="FF8E1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1" name="Google Shape;119;p14"/>
            <p:cNvCxnSpPr/>
            <p:nvPr/>
          </p:nvCxnSpPr>
          <p:spPr>
            <a:xfrm flipH="1">
              <a:off x="8533167" y="2618454"/>
              <a:ext cx="1099205" cy="0"/>
            </a:xfrm>
            <a:prstGeom prst="straightConnector1">
              <a:avLst/>
            </a:prstGeom>
            <a:noFill/>
            <a:ln w="19050" cap="flat" cmpd="sng">
              <a:solidFill>
                <a:srgbClr val="FF8E1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2" name="Google Shape;119;p14"/>
            <p:cNvCxnSpPr/>
            <p:nvPr/>
          </p:nvCxnSpPr>
          <p:spPr>
            <a:xfrm flipH="1">
              <a:off x="8533168" y="3309727"/>
              <a:ext cx="1099205" cy="0"/>
            </a:xfrm>
            <a:prstGeom prst="straightConnector1">
              <a:avLst/>
            </a:prstGeom>
            <a:noFill/>
            <a:ln w="19050" cap="flat" cmpd="sng">
              <a:solidFill>
                <a:srgbClr val="FF8E11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grpSp>
        <p:nvGrpSpPr>
          <p:cNvPr id="23" name="组合 22"/>
          <p:cNvGrpSpPr/>
          <p:nvPr/>
        </p:nvGrpSpPr>
        <p:grpSpPr>
          <a:xfrm>
            <a:off x="-890671" y="6471633"/>
            <a:ext cx="457200" cy="548640"/>
            <a:chOff x="8824317" y="1696204"/>
            <a:chExt cx="1140564" cy="1575691"/>
          </a:xfrm>
        </p:grpSpPr>
        <p:grpSp>
          <p:nvGrpSpPr>
            <p:cNvPr id="25" name="组合 14"/>
            <p:cNvGrpSpPr/>
            <p:nvPr/>
          </p:nvGrpSpPr>
          <p:grpSpPr>
            <a:xfrm>
              <a:off x="8824318" y="1696204"/>
              <a:ext cx="1140563" cy="1057388"/>
              <a:chOff x="8533167" y="1924272"/>
              <a:chExt cx="1099206" cy="1385455"/>
            </a:xfrm>
          </p:grpSpPr>
          <p:cxnSp>
            <p:nvCxnSpPr>
              <p:cNvPr id="26" name="Google Shape;119;p14"/>
              <p:cNvCxnSpPr/>
              <p:nvPr/>
            </p:nvCxnSpPr>
            <p:spPr>
              <a:xfrm flipH="1">
                <a:off x="8533168" y="1924272"/>
                <a:ext cx="1099205" cy="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FF8E1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30" name="Google Shape;119;p14"/>
              <p:cNvCxnSpPr/>
              <p:nvPr/>
            </p:nvCxnSpPr>
            <p:spPr>
              <a:xfrm flipH="1">
                <a:off x="8533167" y="2618454"/>
                <a:ext cx="1099205" cy="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FF8E1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35" name="Google Shape;119;p14"/>
              <p:cNvCxnSpPr/>
              <p:nvPr/>
            </p:nvCxnSpPr>
            <p:spPr>
              <a:xfrm flipH="1">
                <a:off x="8533168" y="3309727"/>
                <a:ext cx="1099205" cy="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FF8E1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</p:grpSp>
        <p:cxnSp>
          <p:nvCxnSpPr>
            <p:cNvPr id="37" name="Google Shape;119;p14"/>
            <p:cNvCxnSpPr/>
            <p:nvPr/>
          </p:nvCxnSpPr>
          <p:spPr>
            <a:xfrm flipH="1">
              <a:off x="8824317" y="3271895"/>
              <a:ext cx="1140562" cy="0"/>
            </a:xfrm>
            <a:prstGeom prst="straightConnector1">
              <a:avLst/>
            </a:prstGeom>
            <a:noFill/>
            <a:ln w="19050" cap="flat" cmpd="sng">
              <a:solidFill>
                <a:srgbClr val="FF8E11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cxnSp>
        <p:nvCxnSpPr>
          <p:cNvPr id="47" name="Google Shape;116;p14"/>
          <p:cNvCxnSpPr/>
          <p:nvPr/>
        </p:nvCxnSpPr>
        <p:spPr>
          <a:xfrm rot="10800000">
            <a:off x="-890671" y="5036533"/>
            <a:ext cx="457200" cy="0"/>
          </a:xfrm>
          <a:prstGeom prst="straightConnector1">
            <a:avLst/>
          </a:prstGeom>
          <a:noFill/>
          <a:ln w="19050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53" name="Group 52"/>
          <p:cNvGrpSpPr/>
          <p:nvPr/>
        </p:nvGrpSpPr>
        <p:grpSpPr>
          <a:xfrm>
            <a:off x="-1751965" y="4525010"/>
            <a:ext cx="1318260" cy="306705"/>
            <a:chOff x="9798" y="4510"/>
            <a:chExt cx="1542" cy="483"/>
          </a:xfrm>
        </p:grpSpPr>
        <p:cxnSp>
          <p:nvCxnSpPr>
            <p:cNvPr id="51" name="Google Shape;115;p14"/>
            <p:cNvCxnSpPr/>
            <p:nvPr/>
          </p:nvCxnSpPr>
          <p:spPr>
            <a:xfrm rot="10800000">
              <a:off x="9798" y="4755"/>
              <a:ext cx="720" cy="0"/>
            </a:xfrm>
            <a:prstGeom prst="straightConnector1">
              <a:avLst/>
            </a:prstGeom>
            <a:ln w="19050">
              <a:headEnd type="none" w="sm" len="sm"/>
              <a:tailEnd type="none" w="sm" len="sm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52" name="文本框 67"/>
            <p:cNvSpPr txBox="1"/>
            <p:nvPr/>
          </p:nvSpPr>
          <p:spPr>
            <a:xfrm>
              <a:off x="10538" y="4510"/>
              <a:ext cx="802" cy="4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1400" dirty="0"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Stop</a:t>
              </a:r>
              <a:endParaRPr lang="en-US" altLang="zh-CN" sz="14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</p:grpSp>
      <p:sp>
        <p:nvSpPr>
          <p:cNvPr id="54" name="文本框 68"/>
          <p:cNvSpPr txBox="1"/>
          <p:nvPr/>
        </p:nvSpPr>
        <p:spPr>
          <a:xfrm>
            <a:off x="-890671" y="2276188"/>
            <a:ext cx="5384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1400" dirty="0">
                <a:solidFill>
                  <a:srgbClr val="00B050"/>
                </a:solidFill>
              </a:rPr>
              <a:t>绿色</a:t>
            </a:r>
            <a:endParaRPr lang="zh-CN" altLang="en-US" sz="1400" dirty="0">
              <a:solidFill>
                <a:srgbClr val="00B050"/>
              </a:solidFill>
            </a:endParaRPr>
          </a:p>
        </p:txBody>
      </p:sp>
      <p:sp>
        <p:nvSpPr>
          <p:cNvPr id="11" name="文本框 68"/>
          <p:cNvSpPr txBox="1"/>
          <p:nvPr/>
        </p:nvSpPr>
        <p:spPr>
          <a:xfrm>
            <a:off x="7456404" y="7412068"/>
            <a:ext cx="421386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1400" b="1" dirty="0">
                <a:solidFill>
                  <a:srgbClr val="00B050"/>
                </a:solidFill>
              </a:rPr>
              <a:t>只有</a:t>
            </a:r>
            <a:r>
              <a:rPr lang="en-US" altLang="zh-CN" sz="1400" b="1" dirty="0">
                <a:solidFill>
                  <a:srgbClr val="00B050"/>
                </a:solidFill>
              </a:rPr>
              <a:t>10%</a:t>
            </a:r>
            <a:r>
              <a:rPr lang="zh-CN" altLang="en-US" sz="1400" b="1" dirty="0">
                <a:solidFill>
                  <a:srgbClr val="00B050"/>
                </a:solidFill>
              </a:rPr>
              <a:t>的</a:t>
            </a:r>
            <a:r>
              <a:rPr lang="en-US" altLang="zh-CN" sz="1400" b="1" dirty="0">
                <a:solidFill>
                  <a:srgbClr val="00B050"/>
                </a:solidFill>
              </a:rPr>
              <a:t>bar</a:t>
            </a:r>
            <a:r>
              <a:rPr lang="zh-CN" altLang="en-US" sz="1400" b="1" dirty="0">
                <a:solidFill>
                  <a:srgbClr val="00B050"/>
                </a:solidFill>
              </a:rPr>
              <a:t>在突破，</a:t>
            </a:r>
            <a:r>
              <a:rPr lang="en-US" altLang="zh-CN" sz="1400" b="1" dirty="0">
                <a:solidFill>
                  <a:srgbClr val="00B050"/>
                </a:solidFill>
              </a:rPr>
              <a:t>90%</a:t>
            </a:r>
            <a:r>
              <a:rPr lang="zh-CN" altLang="en-US" sz="1400" b="1" dirty="0">
                <a:solidFill>
                  <a:srgbClr val="00B050"/>
                </a:solidFill>
              </a:rPr>
              <a:t>的</a:t>
            </a:r>
            <a:r>
              <a:rPr lang="en-US" altLang="zh-CN" sz="1400" b="1" dirty="0">
                <a:solidFill>
                  <a:srgbClr val="00B050"/>
                </a:solidFill>
              </a:rPr>
              <a:t>bar</a:t>
            </a:r>
            <a:r>
              <a:rPr lang="zh-CN" altLang="en-US" sz="1400" b="1" dirty="0">
                <a:solidFill>
                  <a:srgbClr val="00B050"/>
                </a:solidFill>
              </a:rPr>
              <a:t>在</a:t>
            </a:r>
            <a:r>
              <a:rPr lang="en-US" altLang="zh-CN" sz="1400" b="1" dirty="0">
                <a:solidFill>
                  <a:srgbClr val="00B050"/>
                </a:solidFill>
              </a:rPr>
              <a:t>TR</a:t>
            </a:r>
            <a:r>
              <a:rPr lang="zh-CN" altLang="en-US" sz="1400" b="1" dirty="0">
                <a:solidFill>
                  <a:srgbClr val="00B050"/>
                </a:solidFill>
              </a:rPr>
              <a:t>或者</a:t>
            </a:r>
            <a:r>
              <a:rPr lang="en-US" altLang="zh-CN" sz="1400" b="1" dirty="0">
                <a:solidFill>
                  <a:srgbClr val="00B050"/>
                </a:solidFill>
              </a:rPr>
              <a:t>channel</a:t>
            </a:r>
            <a:r>
              <a:rPr lang="zh-CN" altLang="en-US" sz="1400" b="1" dirty="0">
                <a:solidFill>
                  <a:srgbClr val="00B050"/>
                </a:solidFill>
              </a:rPr>
              <a:t>中</a:t>
            </a:r>
            <a:endParaRPr lang="zh-CN" altLang="en-US" sz="1400" b="1" dirty="0">
              <a:solidFill>
                <a:srgbClr val="00B050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9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98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pic>
        <p:nvPicPr>
          <p:cNvPr id="99" name="Picture 3" descr="Slide 4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2" name="文本框 36"/>
          <p:cNvSpPr txBox="1"/>
          <p:nvPr/>
        </p:nvSpPr>
        <p:spPr>
          <a:xfrm>
            <a:off x="-1834515" y="492671"/>
            <a:ext cx="45720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316B93"/>
                </a:solidFill>
              </a:rPr>
              <a:t>深蓝</a:t>
            </a:r>
            <a:endParaRPr lang="zh-CN" altLang="en-US" sz="1400" dirty="0">
              <a:solidFill>
                <a:srgbClr val="316B93"/>
              </a:solidFill>
            </a:endParaRPr>
          </a:p>
        </p:txBody>
      </p:sp>
      <p:sp>
        <p:nvSpPr>
          <p:cNvPr id="3" name="文本框 37"/>
          <p:cNvSpPr txBox="1"/>
          <p:nvPr/>
        </p:nvSpPr>
        <p:spPr>
          <a:xfrm>
            <a:off x="-890671" y="492671"/>
            <a:ext cx="45720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AF8647"/>
                </a:solidFill>
              </a:rPr>
              <a:t>褐色</a:t>
            </a:r>
            <a:endParaRPr lang="zh-CN" altLang="en-US" sz="1400" dirty="0">
              <a:solidFill>
                <a:srgbClr val="AF8647"/>
              </a:solidFill>
            </a:endParaRPr>
          </a:p>
        </p:txBody>
      </p:sp>
      <p:sp>
        <p:nvSpPr>
          <p:cNvPr id="4" name="文本框 38"/>
          <p:cNvSpPr txBox="1"/>
          <p:nvPr/>
        </p:nvSpPr>
        <p:spPr>
          <a:xfrm>
            <a:off x="-1834515" y="1086833"/>
            <a:ext cx="457200" cy="3073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256824"/>
                </a:solidFill>
              </a:rPr>
              <a:t>深绿</a:t>
            </a:r>
            <a:endParaRPr lang="zh-CN" altLang="en-US" sz="1400" dirty="0">
              <a:solidFill>
                <a:srgbClr val="256824"/>
              </a:solidFill>
            </a:endParaRPr>
          </a:p>
        </p:txBody>
      </p:sp>
      <p:sp>
        <p:nvSpPr>
          <p:cNvPr id="5" name="文本框 39"/>
          <p:cNvSpPr txBox="1"/>
          <p:nvPr/>
        </p:nvSpPr>
        <p:spPr>
          <a:xfrm>
            <a:off x="-890671" y="1087468"/>
            <a:ext cx="457200" cy="3073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CE1DD3"/>
                </a:solidFill>
              </a:rPr>
              <a:t>紫色</a:t>
            </a:r>
            <a:endParaRPr lang="zh-CN" altLang="en-US" sz="1400" dirty="0">
              <a:solidFill>
                <a:srgbClr val="CE1DD3"/>
              </a:solidFill>
            </a:endParaRPr>
          </a:p>
        </p:txBody>
      </p:sp>
      <p:sp>
        <p:nvSpPr>
          <p:cNvPr id="6" name="文本框 40"/>
          <p:cNvSpPr txBox="1"/>
          <p:nvPr/>
        </p:nvSpPr>
        <p:spPr>
          <a:xfrm>
            <a:off x="-1834515" y="1680558"/>
            <a:ext cx="457200" cy="3073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BA1C20"/>
                </a:solidFill>
              </a:rPr>
              <a:t>深红</a:t>
            </a:r>
            <a:endParaRPr lang="zh-CN" altLang="en-US" sz="1400" dirty="0">
              <a:solidFill>
                <a:srgbClr val="BA1C20"/>
              </a:solidFill>
            </a:endParaRPr>
          </a:p>
        </p:txBody>
      </p:sp>
      <p:sp>
        <p:nvSpPr>
          <p:cNvPr id="8" name="Google Shape;60;p14"/>
          <p:cNvSpPr/>
          <p:nvPr/>
        </p:nvSpPr>
        <p:spPr>
          <a:xfrm>
            <a:off x="-890671" y="3339813"/>
            <a:ext cx="365760" cy="182880"/>
          </a:xfrm>
          <a:prstGeom prst="rect">
            <a:avLst/>
          </a:prstGeom>
          <a:solidFill>
            <a:srgbClr val="33CC33">
              <a:alpha val="20000"/>
            </a:srgbClr>
          </a:solidFill>
          <a:ln>
            <a:noFill/>
          </a:ln>
        </p:spPr>
        <p:txBody>
          <a:bodyPr spcFirstLastPara="1" wrap="square" lIns="146280" tIns="73120" rIns="146280" bIns="73120" anchor="ctr" anchorCtr="0">
            <a:noAutofit/>
          </a:bodyPr>
          <a:lstStyle/>
          <a:p>
            <a:pPr algn="ctr"/>
            <a:endParaRPr sz="288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sp>
        <p:nvSpPr>
          <p:cNvPr id="9" name="Google Shape;113;p14"/>
          <p:cNvSpPr/>
          <p:nvPr/>
        </p:nvSpPr>
        <p:spPr>
          <a:xfrm>
            <a:off x="-890671" y="2869913"/>
            <a:ext cx="365760" cy="182880"/>
          </a:xfrm>
          <a:prstGeom prst="rect">
            <a:avLst/>
          </a:prstGeom>
          <a:solidFill>
            <a:srgbClr val="FF0000">
              <a:alpha val="49800"/>
            </a:srgbClr>
          </a:solidFill>
          <a:ln>
            <a:noFill/>
          </a:ln>
        </p:spPr>
        <p:txBody>
          <a:bodyPr spcFirstLastPara="1" wrap="square" lIns="146280" tIns="73120" rIns="146280" bIns="73120" anchor="ctr" anchorCtr="0">
            <a:noAutofit/>
          </a:bodyPr>
          <a:lstStyle/>
          <a:p>
            <a:pPr algn="ctr"/>
            <a:endParaRPr sz="1280" dirty="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sp>
        <p:nvSpPr>
          <p:cNvPr id="10" name="Google Shape;114;p14"/>
          <p:cNvSpPr/>
          <p:nvPr/>
        </p:nvSpPr>
        <p:spPr>
          <a:xfrm>
            <a:off x="-1743075" y="2868008"/>
            <a:ext cx="365760" cy="182880"/>
          </a:xfrm>
          <a:prstGeom prst="rect">
            <a:avLst/>
          </a:prstGeom>
          <a:solidFill>
            <a:srgbClr val="33CC33">
              <a:alpha val="49800"/>
            </a:srgbClr>
          </a:solidFill>
          <a:ln>
            <a:noFill/>
          </a:ln>
        </p:spPr>
        <p:txBody>
          <a:bodyPr spcFirstLastPara="1" wrap="square" lIns="146280" tIns="73120" rIns="146280" bIns="73120" anchor="ctr" anchorCtr="0">
            <a:noAutofit/>
          </a:bodyPr>
          <a:lstStyle/>
          <a:p>
            <a:pPr algn="ctr"/>
            <a:endParaRPr sz="1280" dirty="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cxnSp>
        <p:nvCxnSpPr>
          <p:cNvPr id="12" name="Google Shape;116;p14"/>
          <p:cNvCxnSpPr/>
          <p:nvPr/>
        </p:nvCxnSpPr>
        <p:spPr>
          <a:xfrm rot="10800000">
            <a:off x="-1834515" y="5031453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3" name="Google Shape;120;p14"/>
          <p:cNvCxnSpPr/>
          <p:nvPr/>
        </p:nvCxnSpPr>
        <p:spPr>
          <a:xfrm flipH="1">
            <a:off x="-890671" y="5323553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4" name="Google Shape;121;p14"/>
          <p:cNvCxnSpPr/>
          <p:nvPr/>
        </p:nvCxnSpPr>
        <p:spPr>
          <a:xfrm flipH="1">
            <a:off x="-890671" y="5610573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5" name="Google Shape;118;p14"/>
          <p:cNvCxnSpPr/>
          <p:nvPr/>
        </p:nvCxnSpPr>
        <p:spPr>
          <a:xfrm rot="10800000">
            <a:off x="-1834515" y="5317838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00FF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6" name="Google Shape;119;p14"/>
          <p:cNvCxnSpPr/>
          <p:nvPr/>
        </p:nvCxnSpPr>
        <p:spPr>
          <a:xfrm rot="10800000">
            <a:off x="-1834515" y="5604223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8E1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7" name="Google Shape;123;p14"/>
          <p:cNvCxnSpPr/>
          <p:nvPr/>
        </p:nvCxnSpPr>
        <p:spPr>
          <a:xfrm flipH="1">
            <a:off x="-890671" y="6184613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8E11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8" name="Google Shape;124;p14"/>
          <p:cNvCxnSpPr/>
          <p:nvPr/>
        </p:nvCxnSpPr>
        <p:spPr>
          <a:xfrm flipH="1">
            <a:off x="-890671" y="5897593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00FF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9" name="Google Shape;65;p14"/>
          <p:cNvCxnSpPr/>
          <p:nvPr/>
        </p:nvCxnSpPr>
        <p:spPr>
          <a:xfrm flipH="1">
            <a:off x="-1834515" y="6176993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4" name="Google Shape;75;p14"/>
          <p:cNvCxnSpPr/>
          <p:nvPr/>
        </p:nvCxnSpPr>
        <p:spPr>
          <a:xfrm flipH="1">
            <a:off x="-1834515" y="5890608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stealth" w="med" len="med"/>
          </a:ln>
        </p:spPr>
      </p:cxnSp>
      <p:sp>
        <p:nvSpPr>
          <p:cNvPr id="27" name="Rectangle 218"/>
          <p:cNvSpPr/>
          <p:nvPr/>
        </p:nvSpPr>
        <p:spPr>
          <a:xfrm>
            <a:off x="-1743075" y="3337273"/>
            <a:ext cx="365760" cy="182880"/>
          </a:xfrm>
          <a:prstGeom prst="rect">
            <a:avLst/>
          </a:prstGeom>
          <a:solidFill>
            <a:srgbClr val="D2691E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80"/>
          </a:p>
        </p:txBody>
      </p:sp>
      <p:sp>
        <p:nvSpPr>
          <p:cNvPr id="28" name="Rectangle 328"/>
          <p:cNvSpPr/>
          <p:nvPr/>
        </p:nvSpPr>
        <p:spPr>
          <a:xfrm>
            <a:off x="-890671" y="3809713"/>
            <a:ext cx="457200" cy="36576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80"/>
          </a:p>
        </p:txBody>
      </p:sp>
      <p:sp>
        <p:nvSpPr>
          <p:cNvPr id="29" name="Rectangle 331"/>
          <p:cNvSpPr/>
          <p:nvPr/>
        </p:nvSpPr>
        <p:spPr>
          <a:xfrm>
            <a:off x="-1834515" y="3806538"/>
            <a:ext cx="457200" cy="365760"/>
          </a:xfrm>
          <a:prstGeom prst="rect">
            <a:avLst/>
          </a:prstGeom>
          <a:ln w="19050">
            <a:solidFill>
              <a:srgbClr val="00A4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2880"/>
          </a:p>
        </p:txBody>
      </p:sp>
      <p:sp>
        <p:nvSpPr>
          <p:cNvPr id="33" name="文本框 67"/>
          <p:cNvSpPr txBox="1"/>
          <p:nvPr/>
        </p:nvSpPr>
        <p:spPr>
          <a:xfrm>
            <a:off x="-890671" y="1681828"/>
            <a:ext cx="457200" cy="3073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黑色</a:t>
            </a:r>
            <a:endParaRPr lang="zh-CN" altLang="en-US" sz="1400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34" name="文本框 68"/>
          <p:cNvSpPr txBox="1"/>
          <p:nvPr/>
        </p:nvSpPr>
        <p:spPr>
          <a:xfrm>
            <a:off x="-1834515" y="2274283"/>
            <a:ext cx="457200" cy="3073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FF0000"/>
                </a:solidFill>
              </a:rPr>
              <a:t>红色</a:t>
            </a:r>
            <a:endParaRPr lang="zh-CN" altLang="en-US" sz="1400" dirty="0">
              <a:solidFill>
                <a:srgbClr val="FF0000"/>
              </a:solidFill>
            </a:endParaRPr>
          </a:p>
        </p:txBody>
      </p:sp>
      <p:grpSp>
        <p:nvGrpSpPr>
          <p:cNvPr id="7" name="组合 8"/>
          <p:cNvGrpSpPr/>
          <p:nvPr/>
        </p:nvGrpSpPr>
        <p:grpSpPr>
          <a:xfrm>
            <a:off x="-1834515" y="6463378"/>
            <a:ext cx="457200" cy="548640"/>
            <a:chOff x="8533167" y="1924272"/>
            <a:chExt cx="1099206" cy="1385455"/>
          </a:xfrm>
        </p:grpSpPr>
        <p:cxnSp>
          <p:nvCxnSpPr>
            <p:cNvPr id="20" name="Google Shape;119;p14"/>
            <p:cNvCxnSpPr/>
            <p:nvPr/>
          </p:nvCxnSpPr>
          <p:spPr>
            <a:xfrm flipH="1">
              <a:off x="8533168" y="1924272"/>
              <a:ext cx="1099205" cy="0"/>
            </a:xfrm>
            <a:prstGeom prst="straightConnector1">
              <a:avLst/>
            </a:prstGeom>
            <a:noFill/>
            <a:ln w="19050" cap="flat" cmpd="sng">
              <a:solidFill>
                <a:srgbClr val="FF8E1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1" name="Google Shape;119;p14"/>
            <p:cNvCxnSpPr/>
            <p:nvPr/>
          </p:nvCxnSpPr>
          <p:spPr>
            <a:xfrm flipH="1">
              <a:off x="8533167" y="2618454"/>
              <a:ext cx="1099205" cy="0"/>
            </a:xfrm>
            <a:prstGeom prst="straightConnector1">
              <a:avLst/>
            </a:prstGeom>
            <a:noFill/>
            <a:ln w="19050" cap="flat" cmpd="sng">
              <a:solidFill>
                <a:srgbClr val="FF8E1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2" name="Google Shape;119;p14"/>
            <p:cNvCxnSpPr/>
            <p:nvPr/>
          </p:nvCxnSpPr>
          <p:spPr>
            <a:xfrm flipH="1">
              <a:off x="8533168" y="3309727"/>
              <a:ext cx="1099205" cy="0"/>
            </a:xfrm>
            <a:prstGeom prst="straightConnector1">
              <a:avLst/>
            </a:prstGeom>
            <a:noFill/>
            <a:ln w="19050" cap="flat" cmpd="sng">
              <a:solidFill>
                <a:srgbClr val="FF8E11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grpSp>
        <p:nvGrpSpPr>
          <p:cNvPr id="23" name="组合 22"/>
          <p:cNvGrpSpPr/>
          <p:nvPr/>
        </p:nvGrpSpPr>
        <p:grpSpPr>
          <a:xfrm>
            <a:off x="-890671" y="6471633"/>
            <a:ext cx="457200" cy="548640"/>
            <a:chOff x="8824317" y="1696204"/>
            <a:chExt cx="1140564" cy="1575691"/>
          </a:xfrm>
        </p:grpSpPr>
        <p:grpSp>
          <p:nvGrpSpPr>
            <p:cNvPr id="25" name="组合 14"/>
            <p:cNvGrpSpPr/>
            <p:nvPr/>
          </p:nvGrpSpPr>
          <p:grpSpPr>
            <a:xfrm>
              <a:off x="8824318" y="1696204"/>
              <a:ext cx="1140563" cy="1057388"/>
              <a:chOff x="8533167" y="1924272"/>
              <a:chExt cx="1099206" cy="1385455"/>
            </a:xfrm>
          </p:grpSpPr>
          <p:cxnSp>
            <p:nvCxnSpPr>
              <p:cNvPr id="26" name="Google Shape;119;p14"/>
              <p:cNvCxnSpPr/>
              <p:nvPr/>
            </p:nvCxnSpPr>
            <p:spPr>
              <a:xfrm flipH="1">
                <a:off x="8533168" y="1924272"/>
                <a:ext cx="1099205" cy="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FF8E1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30" name="Google Shape;119;p14"/>
              <p:cNvCxnSpPr/>
              <p:nvPr/>
            </p:nvCxnSpPr>
            <p:spPr>
              <a:xfrm flipH="1">
                <a:off x="8533167" y="2618454"/>
                <a:ext cx="1099205" cy="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FF8E1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35" name="Google Shape;119;p14"/>
              <p:cNvCxnSpPr/>
              <p:nvPr/>
            </p:nvCxnSpPr>
            <p:spPr>
              <a:xfrm flipH="1">
                <a:off x="8533168" y="3309727"/>
                <a:ext cx="1099205" cy="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FF8E1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</p:grpSp>
        <p:cxnSp>
          <p:nvCxnSpPr>
            <p:cNvPr id="37" name="Google Shape;119;p14"/>
            <p:cNvCxnSpPr/>
            <p:nvPr/>
          </p:nvCxnSpPr>
          <p:spPr>
            <a:xfrm flipH="1">
              <a:off x="8824317" y="3271895"/>
              <a:ext cx="1140562" cy="0"/>
            </a:xfrm>
            <a:prstGeom prst="straightConnector1">
              <a:avLst/>
            </a:prstGeom>
            <a:noFill/>
            <a:ln w="19050" cap="flat" cmpd="sng">
              <a:solidFill>
                <a:srgbClr val="FF8E11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cxnSp>
        <p:nvCxnSpPr>
          <p:cNvPr id="47" name="Google Shape;116;p14"/>
          <p:cNvCxnSpPr/>
          <p:nvPr/>
        </p:nvCxnSpPr>
        <p:spPr>
          <a:xfrm rot="10800000">
            <a:off x="-890671" y="5036533"/>
            <a:ext cx="457200" cy="0"/>
          </a:xfrm>
          <a:prstGeom prst="straightConnector1">
            <a:avLst/>
          </a:prstGeom>
          <a:noFill/>
          <a:ln w="19050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53" name="Group 52"/>
          <p:cNvGrpSpPr/>
          <p:nvPr/>
        </p:nvGrpSpPr>
        <p:grpSpPr>
          <a:xfrm>
            <a:off x="-1751965" y="4525010"/>
            <a:ext cx="1318260" cy="306705"/>
            <a:chOff x="9798" y="4510"/>
            <a:chExt cx="1542" cy="483"/>
          </a:xfrm>
        </p:grpSpPr>
        <p:cxnSp>
          <p:nvCxnSpPr>
            <p:cNvPr id="51" name="Google Shape;115;p14"/>
            <p:cNvCxnSpPr/>
            <p:nvPr/>
          </p:nvCxnSpPr>
          <p:spPr>
            <a:xfrm rot="10800000">
              <a:off x="9798" y="4755"/>
              <a:ext cx="720" cy="0"/>
            </a:xfrm>
            <a:prstGeom prst="straightConnector1">
              <a:avLst/>
            </a:prstGeom>
            <a:ln w="19050">
              <a:headEnd type="none" w="sm" len="sm"/>
              <a:tailEnd type="none" w="sm" len="sm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52" name="文本框 67"/>
            <p:cNvSpPr txBox="1"/>
            <p:nvPr/>
          </p:nvSpPr>
          <p:spPr>
            <a:xfrm>
              <a:off x="10538" y="4510"/>
              <a:ext cx="802" cy="4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1400" dirty="0"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Stop</a:t>
              </a:r>
              <a:endParaRPr lang="en-US" altLang="zh-CN" sz="14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</p:grpSp>
      <p:sp>
        <p:nvSpPr>
          <p:cNvPr id="54" name="文本框 68"/>
          <p:cNvSpPr txBox="1"/>
          <p:nvPr/>
        </p:nvSpPr>
        <p:spPr>
          <a:xfrm>
            <a:off x="-890671" y="2276188"/>
            <a:ext cx="5384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1400" dirty="0">
                <a:solidFill>
                  <a:srgbClr val="00B050"/>
                </a:solidFill>
              </a:rPr>
              <a:t>绿色</a:t>
            </a:r>
            <a:endParaRPr lang="zh-CN" altLang="en-US" sz="1400" dirty="0">
              <a:solidFill>
                <a:srgbClr val="00B050"/>
              </a:solidFill>
            </a:endParaRPr>
          </a:p>
        </p:txBody>
      </p:sp>
      <p:sp>
        <p:nvSpPr>
          <p:cNvPr id="11" name="文本框 36"/>
          <p:cNvSpPr txBox="1"/>
          <p:nvPr/>
        </p:nvSpPr>
        <p:spPr>
          <a:xfrm>
            <a:off x="746125" y="5786031"/>
            <a:ext cx="161607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 sz="1400" dirty="0">
                <a:solidFill>
                  <a:srgbClr val="316B93"/>
                </a:solidFill>
              </a:rPr>
              <a:t>PB</a:t>
            </a:r>
            <a:r>
              <a:rPr lang="zh-CN" altLang="en-US" sz="1400" dirty="0">
                <a:solidFill>
                  <a:srgbClr val="316B93"/>
                </a:solidFill>
              </a:rPr>
              <a:t>：趋势</a:t>
            </a:r>
            <a:r>
              <a:rPr lang="zh-CN" altLang="en-US" sz="1400" dirty="0">
                <a:solidFill>
                  <a:srgbClr val="316B93"/>
                </a:solidFill>
              </a:rPr>
              <a:t>还会延续</a:t>
            </a:r>
            <a:endParaRPr lang="zh-CN" altLang="en-US" sz="1400" dirty="0">
              <a:solidFill>
                <a:srgbClr val="316B93"/>
              </a:solidFill>
            </a:endParaRPr>
          </a:p>
          <a:p>
            <a:r>
              <a:rPr lang="en-US" altLang="zh-CN" sz="1400" dirty="0">
                <a:solidFill>
                  <a:srgbClr val="316B93"/>
                </a:solidFill>
              </a:rPr>
              <a:t>TR</a:t>
            </a:r>
            <a:r>
              <a:rPr lang="zh-CN" altLang="en-US" sz="1400" dirty="0">
                <a:solidFill>
                  <a:srgbClr val="316B93"/>
                </a:solidFill>
              </a:rPr>
              <a:t>：趋势</a:t>
            </a:r>
            <a:r>
              <a:rPr lang="zh-CN" altLang="en-US" sz="1400" dirty="0">
                <a:solidFill>
                  <a:srgbClr val="316B93"/>
                </a:solidFill>
              </a:rPr>
              <a:t>不明确了</a:t>
            </a:r>
            <a:endParaRPr lang="zh-CN" altLang="en-US" sz="1400" dirty="0">
              <a:solidFill>
                <a:srgbClr val="316B93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0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102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pic>
        <p:nvPicPr>
          <p:cNvPr id="103" name="Picture 3" descr="Slide 5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2" name="文本框 36"/>
          <p:cNvSpPr txBox="1"/>
          <p:nvPr/>
        </p:nvSpPr>
        <p:spPr>
          <a:xfrm>
            <a:off x="-1834515" y="492671"/>
            <a:ext cx="45720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316B93"/>
                </a:solidFill>
              </a:rPr>
              <a:t>深蓝</a:t>
            </a:r>
            <a:endParaRPr lang="zh-CN" altLang="en-US" sz="1400" dirty="0">
              <a:solidFill>
                <a:srgbClr val="316B93"/>
              </a:solidFill>
            </a:endParaRPr>
          </a:p>
        </p:txBody>
      </p:sp>
      <p:sp>
        <p:nvSpPr>
          <p:cNvPr id="3" name="文本框 37"/>
          <p:cNvSpPr txBox="1"/>
          <p:nvPr/>
        </p:nvSpPr>
        <p:spPr>
          <a:xfrm>
            <a:off x="-890671" y="492671"/>
            <a:ext cx="45720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AF8647"/>
                </a:solidFill>
              </a:rPr>
              <a:t>褐色</a:t>
            </a:r>
            <a:endParaRPr lang="zh-CN" altLang="en-US" sz="1400" dirty="0">
              <a:solidFill>
                <a:srgbClr val="AF8647"/>
              </a:solidFill>
            </a:endParaRPr>
          </a:p>
        </p:txBody>
      </p:sp>
      <p:sp>
        <p:nvSpPr>
          <p:cNvPr id="4" name="文本框 38"/>
          <p:cNvSpPr txBox="1"/>
          <p:nvPr/>
        </p:nvSpPr>
        <p:spPr>
          <a:xfrm>
            <a:off x="-1834515" y="1086833"/>
            <a:ext cx="457200" cy="3073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256824"/>
                </a:solidFill>
              </a:rPr>
              <a:t>深绿</a:t>
            </a:r>
            <a:endParaRPr lang="zh-CN" altLang="en-US" sz="1400" dirty="0">
              <a:solidFill>
                <a:srgbClr val="256824"/>
              </a:solidFill>
            </a:endParaRPr>
          </a:p>
        </p:txBody>
      </p:sp>
      <p:sp>
        <p:nvSpPr>
          <p:cNvPr id="5" name="文本框 39"/>
          <p:cNvSpPr txBox="1"/>
          <p:nvPr/>
        </p:nvSpPr>
        <p:spPr>
          <a:xfrm>
            <a:off x="-890671" y="1087468"/>
            <a:ext cx="457200" cy="3073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CE1DD3"/>
                </a:solidFill>
              </a:rPr>
              <a:t>紫色</a:t>
            </a:r>
            <a:endParaRPr lang="zh-CN" altLang="en-US" sz="1400" dirty="0">
              <a:solidFill>
                <a:srgbClr val="CE1DD3"/>
              </a:solidFill>
            </a:endParaRPr>
          </a:p>
        </p:txBody>
      </p:sp>
      <p:sp>
        <p:nvSpPr>
          <p:cNvPr id="6" name="文本框 40"/>
          <p:cNvSpPr txBox="1"/>
          <p:nvPr/>
        </p:nvSpPr>
        <p:spPr>
          <a:xfrm>
            <a:off x="-1834515" y="1680558"/>
            <a:ext cx="457200" cy="3073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BA1C20"/>
                </a:solidFill>
              </a:rPr>
              <a:t>深红</a:t>
            </a:r>
            <a:endParaRPr lang="zh-CN" altLang="en-US" sz="1400" dirty="0">
              <a:solidFill>
                <a:srgbClr val="BA1C20"/>
              </a:solidFill>
            </a:endParaRPr>
          </a:p>
        </p:txBody>
      </p:sp>
      <p:sp>
        <p:nvSpPr>
          <p:cNvPr id="8" name="Google Shape;60;p14"/>
          <p:cNvSpPr/>
          <p:nvPr/>
        </p:nvSpPr>
        <p:spPr>
          <a:xfrm>
            <a:off x="-890671" y="3339813"/>
            <a:ext cx="365760" cy="182880"/>
          </a:xfrm>
          <a:prstGeom prst="rect">
            <a:avLst/>
          </a:prstGeom>
          <a:solidFill>
            <a:srgbClr val="33CC33">
              <a:alpha val="20000"/>
            </a:srgbClr>
          </a:solidFill>
          <a:ln>
            <a:noFill/>
          </a:ln>
        </p:spPr>
        <p:txBody>
          <a:bodyPr spcFirstLastPara="1" wrap="square" lIns="146280" tIns="73120" rIns="146280" bIns="73120" anchor="ctr" anchorCtr="0">
            <a:noAutofit/>
          </a:bodyPr>
          <a:lstStyle/>
          <a:p>
            <a:pPr algn="ctr"/>
            <a:endParaRPr sz="288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sp>
        <p:nvSpPr>
          <p:cNvPr id="9" name="Google Shape;113;p14"/>
          <p:cNvSpPr/>
          <p:nvPr/>
        </p:nvSpPr>
        <p:spPr>
          <a:xfrm>
            <a:off x="-890671" y="2869913"/>
            <a:ext cx="365760" cy="182880"/>
          </a:xfrm>
          <a:prstGeom prst="rect">
            <a:avLst/>
          </a:prstGeom>
          <a:solidFill>
            <a:srgbClr val="FF0000">
              <a:alpha val="49800"/>
            </a:srgbClr>
          </a:solidFill>
          <a:ln>
            <a:noFill/>
          </a:ln>
        </p:spPr>
        <p:txBody>
          <a:bodyPr spcFirstLastPara="1" wrap="square" lIns="146280" tIns="73120" rIns="146280" bIns="73120" anchor="ctr" anchorCtr="0">
            <a:noAutofit/>
          </a:bodyPr>
          <a:lstStyle/>
          <a:p>
            <a:pPr algn="ctr"/>
            <a:endParaRPr sz="1280" dirty="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sp>
        <p:nvSpPr>
          <p:cNvPr id="10" name="Google Shape;114;p14"/>
          <p:cNvSpPr/>
          <p:nvPr/>
        </p:nvSpPr>
        <p:spPr>
          <a:xfrm>
            <a:off x="-1743075" y="2868008"/>
            <a:ext cx="365760" cy="182880"/>
          </a:xfrm>
          <a:prstGeom prst="rect">
            <a:avLst/>
          </a:prstGeom>
          <a:solidFill>
            <a:srgbClr val="33CC33">
              <a:alpha val="49800"/>
            </a:srgbClr>
          </a:solidFill>
          <a:ln>
            <a:noFill/>
          </a:ln>
        </p:spPr>
        <p:txBody>
          <a:bodyPr spcFirstLastPara="1" wrap="square" lIns="146280" tIns="73120" rIns="146280" bIns="73120" anchor="ctr" anchorCtr="0">
            <a:noAutofit/>
          </a:bodyPr>
          <a:lstStyle/>
          <a:p>
            <a:pPr algn="ctr"/>
            <a:endParaRPr sz="1280" dirty="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cxnSp>
        <p:nvCxnSpPr>
          <p:cNvPr id="12" name="Google Shape;116;p14"/>
          <p:cNvCxnSpPr/>
          <p:nvPr/>
        </p:nvCxnSpPr>
        <p:spPr>
          <a:xfrm rot="10800000">
            <a:off x="-1834515" y="5031453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3" name="Google Shape;120;p14"/>
          <p:cNvCxnSpPr/>
          <p:nvPr/>
        </p:nvCxnSpPr>
        <p:spPr>
          <a:xfrm flipH="1">
            <a:off x="-890671" y="5323553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4" name="Google Shape;121;p14"/>
          <p:cNvCxnSpPr/>
          <p:nvPr/>
        </p:nvCxnSpPr>
        <p:spPr>
          <a:xfrm flipH="1">
            <a:off x="-890671" y="5610573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5" name="Google Shape;118;p14"/>
          <p:cNvCxnSpPr/>
          <p:nvPr/>
        </p:nvCxnSpPr>
        <p:spPr>
          <a:xfrm rot="10800000">
            <a:off x="-1834515" y="5317838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00FF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6" name="Google Shape;119;p14"/>
          <p:cNvCxnSpPr/>
          <p:nvPr/>
        </p:nvCxnSpPr>
        <p:spPr>
          <a:xfrm rot="10800000">
            <a:off x="-1834515" y="5604223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8E1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7" name="Google Shape;123;p14"/>
          <p:cNvCxnSpPr/>
          <p:nvPr/>
        </p:nvCxnSpPr>
        <p:spPr>
          <a:xfrm flipH="1">
            <a:off x="-890671" y="6184613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8E11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8" name="Google Shape;124;p14"/>
          <p:cNvCxnSpPr/>
          <p:nvPr/>
        </p:nvCxnSpPr>
        <p:spPr>
          <a:xfrm flipH="1">
            <a:off x="-890671" y="5897593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00FF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9" name="Google Shape;65;p14"/>
          <p:cNvCxnSpPr/>
          <p:nvPr/>
        </p:nvCxnSpPr>
        <p:spPr>
          <a:xfrm flipH="1">
            <a:off x="-1834515" y="6176993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4" name="Google Shape;75;p14"/>
          <p:cNvCxnSpPr/>
          <p:nvPr/>
        </p:nvCxnSpPr>
        <p:spPr>
          <a:xfrm flipH="1">
            <a:off x="-1834515" y="5890608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stealth" w="med" len="med"/>
          </a:ln>
        </p:spPr>
      </p:cxnSp>
      <p:sp>
        <p:nvSpPr>
          <p:cNvPr id="27" name="Rectangle 218"/>
          <p:cNvSpPr/>
          <p:nvPr/>
        </p:nvSpPr>
        <p:spPr>
          <a:xfrm>
            <a:off x="-1743075" y="3337273"/>
            <a:ext cx="365760" cy="182880"/>
          </a:xfrm>
          <a:prstGeom prst="rect">
            <a:avLst/>
          </a:prstGeom>
          <a:solidFill>
            <a:srgbClr val="D2691E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80"/>
          </a:p>
        </p:txBody>
      </p:sp>
      <p:sp>
        <p:nvSpPr>
          <p:cNvPr id="28" name="Rectangle 328"/>
          <p:cNvSpPr/>
          <p:nvPr/>
        </p:nvSpPr>
        <p:spPr>
          <a:xfrm>
            <a:off x="-890671" y="3809713"/>
            <a:ext cx="457200" cy="36576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80"/>
          </a:p>
        </p:txBody>
      </p:sp>
      <p:sp>
        <p:nvSpPr>
          <p:cNvPr id="29" name="Rectangle 331"/>
          <p:cNvSpPr/>
          <p:nvPr/>
        </p:nvSpPr>
        <p:spPr>
          <a:xfrm>
            <a:off x="-1834515" y="3806538"/>
            <a:ext cx="457200" cy="365760"/>
          </a:xfrm>
          <a:prstGeom prst="rect">
            <a:avLst/>
          </a:prstGeom>
          <a:ln w="19050">
            <a:solidFill>
              <a:srgbClr val="00A4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2880"/>
          </a:p>
        </p:txBody>
      </p:sp>
      <p:sp>
        <p:nvSpPr>
          <p:cNvPr id="33" name="文本框 67"/>
          <p:cNvSpPr txBox="1"/>
          <p:nvPr/>
        </p:nvSpPr>
        <p:spPr>
          <a:xfrm>
            <a:off x="-890671" y="1681828"/>
            <a:ext cx="457200" cy="3073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黑色</a:t>
            </a:r>
            <a:endParaRPr lang="zh-CN" altLang="en-US" sz="1400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34" name="文本框 68"/>
          <p:cNvSpPr txBox="1"/>
          <p:nvPr/>
        </p:nvSpPr>
        <p:spPr>
          <a:xfrm>
            <a:off x="-1834515" y="2274283"/>
            <a:ext cx="457200" cy="3073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FF0000"/>
                </a:solidFill>
              </a:rPr>
              <a:t>红色</a:t>
            </a:r>
            <a:endParaRPr lang="zh-CN" altLang="en-US" sz="1400" dirty="0">
              <a:solidFill>
                <a:srgbClr val="FF0000"/>
              </a:solidFill>
            </a:endParaRPr>
          </a:p>
        </p:txBody>
      </p:sp>
      <p:grpSp>
        <p:nvGrpSpPr>
          <p:cNvPr id="7" name="组合 8"/>
          <p:cNvGrpSpPr/>
          <p:nvPr/>
        </p:nvGrpSpPr>
        <p:grpSpPr>
          <a:xfrm>
            <a:off x="-1834515" y="6463378"/>
            <a:ext cx="457200" cy="548640"/>
            <a:chOff x="8533167" y="1924272"/>
            <a:chExt cx="1099206" cy="1385455"/>
          </a:xfrm>
        </p:grpSpPr>
        <p:cxnSp>
          <p:nvCxnSpPr>
            <p:cNvPr id="20" name="Google Shape;119;p14"/>
            <p:cNvCxnSpPr/>
            <p:nvPr/>
          </p:nvCxnSpPr>
          <p:spPr>
            <a:xfrm flipH="1">
              <a:off x="8533168" y="1924272"/>
              <a:ext cx="1099205" cy="0"/>
            </a:xfrm>
            <a:prstGeom prst="straightConnector1">
              <a:avLst/>
            </a:prstGeom>
            <a:noFill/>
            <a:ln w="19050" cap="flat" cmpd="sng">
              <a:solidFill>
                <a:srgbClr val="FF8E1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1" name="Google Shape;119;p14"/>
            <p:cNvCxnSpPr/>
            <p:nvPr/>
          </p:nvCxnSpPr>
          <p:spPr>
            <a:xfrm flipH="1">
              <a:off x="8533167" y="2618454"/>
              <a:ext cx="1099205" cy="0"/>
            </a:xfrm>
            <a:prstGeom prst="straightConnector1">
              <a:avLst/>
            </a:prstGeom>
            <a:noFill/>
            <a:ln w="19050" cap="flat" cmpd="sng">
              <a:solidFill>
                <a:srgbClr val="FF8E1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2" name="Google Shape;119;p14"/>
            <p:cNvCxnSpPr/>
            <p:nvPr/>
          </p:nvCxnSpPr>
          <p:spPr>
            <a:xfrm flipH="1">
              <a:off x="8533168" y="3309727"/>
              <a:ext cx="1099205" cy="0"/>
            </a:xfrm>
            <a:prstGeom prst="straightConnector1">
              <a:avLst/>
            </a:prstGeom>
            <a:noFill/>
            <a:ln w="19050" cap="flat" cmpd="sng">
              <a:solidFill>
                <a:srgbClr val="FF8E11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grpSp>
        <p:nvGrpSpPr>
          <p:cNvPr id="23" name="组合 22"/>
          <p:cNvGrpSpPr/>
          <p:nvPr/>
        </p:nvGrpSpPr>
        <p:grpSpPr>
          <a:xfrm>
            <a:off x="-890671" y="6471633"/>
            <a:ext cx="457200" cy="548640"/>
            <a:chOff x="8824317" y="1696204"/>
            <a:chExt cx="1140564" cy="1575691"/>
          </a:xfrm>
        </p:grpSpPr>
        <p:grpSp>
          <p:nvGrpSpPr>
            <p:cNvPr id="25" name="组合 14"/>
            <p:cNvGrpSpPr/>
            <p:nvPr/>
          </p:nvGrpSpPr>
          <p:grpSpPr>
            <a:xfrm>
              <a:off x="8824318" y="1696204"/>
              <a:ext cx="1140563" cy="1057388"/>
              <a:chOff x="8533167" y="1924272"/>
              <a:chExt cx="1099206" cy="1385455"/>
            </a:xfrm>
          </p:grpSpPr>
          <p:cxnSp>
            <p:nvCxnSpPr>
              <p:cNvPr id="26" name="Google Shape;119;p14"/>
              <p:cNvCxnSpPr/>
              <p:nvPr/>
            </p:nvCxnSpPr>
            <p:spPr>
              <a:xfrm flipH="1">
                <a:off x="8533168" y="1924272"/>
                <a:ext cx="1099205" cy="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FF8E1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30" name="Google Shape;119;p14"/>
              <p:cNvCxnSpPr/>
              <p:nvPr/>
            </p:nvCxnSpPr>
            <p:spPr>
              <a:xfrm flipH="1">
                <a:off x="8533167" y="2618454"/>
                <a:ext cx="1099205" cy="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FF8E1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35" name="Google Shape;119;p14"/>
              <p:cNvCxnSpPr/>
              <p:nvPr/>
            </p:nvCxnSpPr>
            <p:spPr>
              <a:xfrm flipH="1">
                <a:off x="8533168" y="3309727"/>
                <a:ext cx="1099205" cy="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FF8E1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</p:grpSp>
        <p:cxnSp>
          <p:nvCxnSpPr>
            <p:cNvPr id="37" name="Google Shape;119;p14"/>
            <p:cNvCxnSpPr/>
            <p:nvPr/>
          </p:nvCxnSpPr>
          <p:spPr>
            <a:xfrm flipH="1">
              <a:off x="8824317" y="3271895"/>
              <a:ext cx="1140562" cy="0"/>
            </a:xfrm>
            <a:prstGeom prst="straightConnector1">
              <a:avLst/>
            </a:prstGeom>
            <a:noFill/>
            <a:ln w="19050" cap="flat" cmpd="sng">
              <a:solidFill>
                <a:srgbClr val="FF8E11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cxnSp>
        <p:nvCxnSpPr>
          <p:cNvPr id="47" name="Google Shape;116;p14"/>
          <p:cNvCxnSpPr/>
          <p:nvPr/>
        </p:nvCxnSpPr>
        <p:spPr>
          <a:xfrm rot="10800000">
            <a:off x="-890671" y="5036533"/>
            <a:ext cx="457200" cy="0"/>
          </a:xfrm>
          <a:prstGeom prst="straightConnector1">
            <a:avLst/>
          </a:prstGeom>
          <a:noFill/>
          <a:ln w="19050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53" name="Group 52"/>
          <p:cNvGrpSpPr/>
          <p:nvPr/>
        </p:nvGrpSpPr>
        <p:grpSpPr>
          <a:xfrm>
            <a:off x="-1751965" y="4525010"/>
            <a:ext cx="1318260" cy="306705"/>
            <a:chOff x="9798" y="4510"/>
            <a:chExt cx="1542" cy="483"/>
          </a:xfrm>
        </p:grpSpPr>
        <p:cxnSp>
          <p:nvCxnSpPr>
            <p:cNvPr id="51" name="Google Shape;115;p14"/>
            <p:cNvCxnSpPr/>
            <p:nvPr/>
          </p:nvCxnSpPr>
          <p:spPr>
            <a:xfrm rot="10800000">
              <a:off x="9798" y="4755"/>
              <a:ext cx="720" cy="0"/>
            </a:xfrm>
            <a:prstGeom prst="straightConnector1">
              <a:avLst/>
            </a:prstGeom>
            <a:ln w="19050">
              <a:headEnd type="none" w="sm" len="sm"/>
              <a:tailEnd type="none" w="sm" len="sm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52" name="文本框 67"/>
            <p:cNvSpPr txBox="1"/>
            <p:nvPr/>
          </p:nvSpPr>
          <p:spPr>
            <a:xfrm>
              <a:off x="10538" y="4510"/>
              <a:ext cx="802" cy="4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1400" dirty="0"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Stop</a:t>
              </a:r>
              <a:endParaRPr lang="en-US" altLang="zh-CN" sz="14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</p:grpSp>
      <p:sp>
        <p:nvSpPr>
          <p:cNvPr id="54" name="文本框 68"/>
          <p:cNvSpPr txBox="1"/>
          <p:nvPr/>
        </p:nvSpPr>
        <p:spPr>
          <a:xfrm>
            <a:off x="-890671" y="2276188"/>
            <a:ext cx="5384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1400" dirty="0">
                <a:solidFill>
                  <a:srgbClr val="00B050"/>
                </a:solidFill>
              </a:rPr>
              <a:t>绿色</a:t>
            </a:r>
            <a:endParaRPr lang="zh-CN" altLang="en-US" sz="1400" dirty="0">
              <a:solidFill>
                <a:srgbClr val="00B050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0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106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pic>
        <p:nvPicPr>
          <p:cNvPr id="107" name="Picture 3" descr="Slide 6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2" name="文本框 36"/>
          <p:cNvSpPr txBox="1"/>
          <p:nvPr/>
        </p:nvSpPr>
        <p:spPr>
          <a:xfrm>
            <a:off x="-1834515" y="492671"/>
            <a:ext cx="45720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316B93"/>
                </a:solidFill>
              </a:rPr>
              <a:t>深蓝</a:t>
            </a:r>
            <a:endParaRPr lang="zh-CN" altLang="en-US" sz="1400" dirty="0">
              <a:solidFill>
                <a:srgbClr val="316B93"/>
              </a:solidFill>
            </a:endParaRPr>
          </a:p>
        </p:txBody>
      </p:sp>
      <p:sp>
        <p:nvSpPr>
          <p:cNvPr id="3" name="文本框 37"/>
          <p:cNvSpPr txBox="1"/>
          <p:nvPr/>
        </p:nvSpPr>
        <p:spPr>
          <a:xfrm>
            <a:off x="-890671" y="492671"/>
            <a:ext cx="45720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AF8647"/>
                </a:solidFill>
              </a:rPr>
              <a:t>褐色</a:t>
            </a:r>
            <a:endParaRPr lang="zh-CN" altLang="en-US" sz="1400" dirty="0">
              <a:solidFill>
                <a:srgbClr val="AF8647"/>
              </a:solidFill>
            </a:endParaRPr>
          </a:p>
        </p:txBody>
      </p:sp>
      <p:sp>
        <p:nvSpPr>
          <p:cNvPr id="4" name="文本框 38"/>
          <p:cNvSpPr txBox="1"/>
          <p:nvPr/>
        </p:nvSpPr>
        <p:spPr>
          <a:xfrm>
            <a:off x="-1834515" y="1086833"/>
            <a:ext cx="457200" cy="3073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256824"/>
                </a:solidFill>
              </a:rPr>
              <a:t>深绿</a:t>
            </a:r>
            <a:endParaRPr lang="zh-CN" altLang="en-US" sz="1400" dirty="0">
              <a:solidFill>
                <a:srgbClr val="256824"/>
              </a:solidFill>
            </a:endParaRPr>
          </a:p>
        </p:txBody>
      </p:sp>
      <p:sp>
        <p:nvSpPr>
          <p:cNvPr id="5" name="文本框 39"/>
          <p:cNvSpPr txBox="1"/>
          <p:nvPr/>
        </p:nvSpPr>
        <p:spPr>
          <a:xfrm>
            <a:off x="-890671" y="1087468"/>
            <a:ext cx="457200" cy="3073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CE1DD3"/>
                </a:solidFill>
              </a:rPr>
              <a:t>紫色</a:t>
            </a:r>
            <a:endParaRPr lang="zh-CN" altLang="en-US" sz="1400" dirty="0">
              <a:solidFill>
                <a:srgbClr val="CE1DD3"/>
              </a:solidFill>
            </a:endParaRPr>
          </a:p>
        </p:txBody>
      </p:sp>
      <p:sp>
        <p:nvSpPr>
          <p:cNvPr id="6" name="文本框 40"/>
          <p:cNvSpPr txBox="1"/>
          <p:nvPr/>
        </p:nvSpPr>
        <p:spPr>
          <a:xfrm>
            <a:off x="-1834515" y="1680558"/>
            <a:ext cx="457200" cy="3073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BA1C20"/>
                </a:solidFill>
              </a:rPr>
              <a:t>深红</a:t>
            </a:r>
            <a:endParaRPr lang="zh-CN" altLang="en-US" sz="1400" dirty="0">
              <a:solidFill>
                <a:srgbClr val="BA1C20"/>
              </a:solidFill>
            </a:endParaRPr>
          </a:p>
        </p:txBody>
      </p:sp>
      <p:sp>
        <p:nvSpPr>
          <p:cNvPr id="8" name="Google Shape;60;p14"/>
          <p:cNvSpPr/>
          <p:nvPr/>
        </p:nvSpPr>
        <p:spPr>
          <a:xfrm>
            <a:off x="-890671" y="3339813"/>
            <a:ext cx="365760" cy="182880"/>
          </a:xfrm>
          <a:prstGeom prst="rect">
            <a:avLst/>
          </a:prstGeom>
          <a:solidFill>
            <a:srgbClr val="33CC33">
              <a:alpha val="20000"/>
            </a:srgbClr>
          </a:solidFill>
          <a:ln>
            <a:noFill/>
          </a:ln>
        </p:spPr>
        <p:txBody>
          <a:bodyPr spcFirstLastPara="1" wrap="square" lIns="146280" tIns="73120" rIns="146280" bIns="73120" anchor="ctr" anchorCtr="0">
            <a:noAutofit/>
          </a:bodyPr>
          <a:lstStyle/>
          <a:p>
            <a:pPr algn="ctr"/>
            <a:endParaRPr sz="288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sp>
        <p:nvSpPr>
          <p:cNvPr id="9" name="Google Shape;113;p14"/>
          <p:cNvSpPr/>
          <p:nvPr/>
        </p:nvSpPr>
        <p:spPr>
          <a:xfrm>
            <a:off x="-890671" y="2869913"/>
            <a:ext cx="365760" cy="182880"/>
          </a:xfrm>
          <a:prstGeom prst="rect">
            <a:avLst/>
          </a:prstGeom>
          <a:solidFill>
            <a:srgbClr val="FF0000">
              <a:alpha val="49800"/>
            </a:srgbClr>
          </a:solidFill>
          <a:ln>
            <a:noFill/>
          </a:ln>
        </p:spPr>
        <p:txBody>
          <a:bodyPr spcFirstLastPara="1" wrap="square" lIns="146280" tIns="73120" rIns="146280" bIns="73120" anchor="ctr" anchorCtr="0">
            <a:noAutofit/>
          </a:bodyPr>
          <a:lstStyle/>
          <a:p>
            <a:pPr algn="ctr"/>
            <a:endParaRPr sz="1280" dirty="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sp>
        <p:nvSpPr>
          <p:cNvPr id="10" name="Google Shape;114;p14"/>
          <p:cNvSpPr/>
          <p:nvPr/>
        </p:nvSpPr>
        <p:spPr>
          <a:xfrm>
            <a:off x="-1743075" y="2868008"/>
            <a:ext cx="365760" cy="182880"/>
          </a:xfrm>
          <a:prstGeom prst="rect">
            <a:avLst/>
          </a:prstGeom>
          <a:solidFill>
            <a:srgbClr val="33CC33">
              <a:alpha val="49800"/>
            </a:srgbClr>
          </a:solidFill>
          <a:ln>
            <a:noFill/>
          </a:ln>
        </p:spPr>
        <p:txBody>
          <a:bodyPr spcFirstLastPara="1" wrap="square" lIns="146280" tIns="73120" rIns="146280" bIns="73120" anchor="ctr" anchorCtr="0">
            <a:noAutofit/>
          </a:bodyPr>
          <a:lstStyle/>
          <a:p>
            <a:pPr algn="ctr"/>
            <a:endParaRPr sz="1280" dirty="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cxnSp>
        <p:nvCxnSpPr>
          <p:cNvPr id="12" name="Google Shape;116;p14"/>
          <p:cNvCxnSpPr/>
          <p:nvPr/>
        </p:nvCxnSpPr>
        <p:spPr>
          <a:xfrm rot="10800000">
            <a:off x="-1834515" y="5031453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3" name="Google Shape;120;p14"/>
          <p:cNvCxnSpPr/>
          <p:nvPr/>
        </p:nvCxnSpPr>
        <p:spPr>
          <a:xfrm flipH="1">
            <a:off x="-890671" y="5323553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4" name="Google Shape;121;p14"/>
          <p:cNvCxnSpPr/>
          <p:nvPr/>
        </p:nvCxnSpPr>
        <p:spPr>
          <a:xfrm flipH="1">
            <a:off x="-890671" y="5610573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5" name="Google Shape;118;p14"/>
          <p:cNvCxnSpPr/>
          <p:nvPr/>
        </p:nvCxnSpPr>
        <p:spPr>
          <a:xfrm rot="10800000">
            <a:off x="-1834515" y="5317838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00FF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6" name="Google Shape;119;p14"/>
          <p:cNvCxnSpPr/>
          <p:nvPr/>
        </p:nvCxnSpPr>
        <p:spPr>
          <a:xfrm rot="10800000">
            <a:off x="-1834515" y="5604223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8E1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7" name="Google Shape;123;p14"/>
          <p:cNvCxnSpPr/>
          <p:nvPr/>
        </p:nvCxnSpPr>
        <p:spPr>
          <a:xfrm flipH="1">
            <a:off x="-890671" y="6184613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8E11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8" name="Google Shape;124;p14"/>
          <p:cNvCxnSpPr/>
          <p:nvPr/>
        </p:nvCxnSpPr>
        <p:spPr>
          <a:xfrm flipH="1">
            <a:off x="-890671" y="5897593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00FF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9" name="Google Shape;65;p14"/>
          <p:cNvCxnSpPr/>
          <p:nvPr/>
        </p:nvCxnSpPr>
        <p:spPr>
          <a:xfrm flipH="1">
            <a:off x="-1834515" y="6176993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4" name="Google Shape;75;p14"/>
          <p:cNvCxnSpPr/>
          <p:nvPr/>
        </p:nvCxnSpPr>
        <p:spPr>
          <a:xfrm flipH="1">
            <a:off x="-1834515" y="5890608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stealth" w="med" len="med"/>
          </a:ln>
        </p:spPr>
      </p:cxnSp>
      <p:sp>
        <p:nvSpPr>
          <p:cNvPr id="27" name="Rectangle 218"/>
          <p:cNvSpPr/>
          <p:nvPr/>
        </p:nvSpPr>
        <p:spPr>
          <a:xfrm>
            <a:off x="-1743075" y="3337273"/>
            <a:ext cx="365760" cy="182880"/>
          </a:xfrm>
          <a:prstGeom prst="rect">
            <a:avLst/>
          </a:prstGeom>
          <a:solidFill>
            <a:srgbClr val="D2691E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80"/>
          </a:p>
        </p:txBody>
      </p:sp>
      <p:sp>
        <p:nvSpPr>
          <p:cNvPr id="28" name="Rectangle 328"/>
          <p:cNvSpPr/>
          <p:nvPr/>
        </p:nvSpPr>
        <p:spPr>
          <a:xfrm>
            <a:off x="-890671" y="3809713"/>
            <a:ext cx="457200" cy="36576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80"/>
          </a:p>
        </p:txBody>
      </p:sp>
      <p:sp>
        <p:nvSpPr>
          <p:cNvPr id="29" name="Rectangle 331"/>
          <p:cNvSpPr/>
          <p:nvPr/>
        </p:nvSpPr>
        <p:spPr>
          <a:xfrm>
            <a:off x="-1834515" y="3806538"/>
            <a:ext cx="457200" cy="365760"/>
          </a:xfrm>
          <a:prstGeom prst="rect">
            <a:avLst/>
          </a:prstGeom>
          <a:ln w="19050">
            <a:solidFill>
              <a:srgbClr val="00A4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2880"/>
          </a:p>
        </p:txBody>
      </p:sp>
      <p:sp>
        <p:nvSpPr>
          <p:cNvPr id="33" name="文本框 67"/>
          <p:cNvSpPr txBox="1"/>
          <p:nvPr/>
        </p:nvSpPr>
        <p:spPr>
          <a:xfrm>
            <a:off x="-890671" y="1681828"/>
            <a:ext cx="457200" cy="3073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黑色</a:t>
            </a:r>
            <a:endParaRPr lang="zh-CN" altLang="en-US" sz="1400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34" name="文本框 68"/>
          <p:cNvSpPr txBox="1"/>
          <p:nvPr/>
        </p:nvSpPr>
        <p:spPr>
          <a:xfrm>
            <a:off x="-1834515" y="2274283"/>
            <a:ext cx="457200" cy="3073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FF0000"/>
                </a:solidFill>
              </a:rPr>
              <a:t>红色</a:t>
            </a:r>
            <a:endParaRPr lang="zh-CN" altLang="en-US" sz="1400" dirty="0">
              <a:solidFill>
                <a:srgbClr val="FF0000"/>
              </a:solidFill>
            </a:endParaRPr>
          </a:p>
        </p:txBody>
      </p:sp>
      <p:grpSp>
        <p:nvGrpSpPr>
          <p:cNvPr id="7" name="组合 8"/>
          <p:cNvGrpSpPr/>
          <p:nvPr/>
        </p:nvGrpSpPr>
        <p:grpSpPr>
          <a:xfrm>
            <a:off x="-1834515" y="6463378"/>
            <a:ext cx="457200" cy="548640"/>
            <a:chOff x="8533167" y="1924272"/>
            <a:chExt cx="1099206" cy="1385455"/>
          </a:xfrm>
        </p:grpSpPr>
        <p:cxnSp>
          <p:nvCxnSpPr>
            <p:cNvPr id="20" name="Google Shape;119;p14"/>
            <p:cNvCxnSpPr/>
            <p:nvPr/>
          </p:nvCxnSpPr>
          <p:spPr>
            <a:xfrm flipH="1">
              <a:off x="8533168" y="1924272"/>
              <a:ext cx="1099205" cy="0"/>
            </a:xfrm>
            <a:prstGeom prst="straightConnector1">
              <a:avLst/>
            </a:prstGeom>
            <a:noFill/>
            <a:ln w="19050" cap="flat" cmpd="sng">
              <a:solidFill>
                <a:srgbClr val="FF8E1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1" name="Google Shape;119;p14"/>
            <p:cNvCxnSpPr/>
            <p:nvPr/>
          </p:nvCxnSpPr>
          <p:spPr>
            <a:xfrm flipH="1">
              <a:off x="8533167" y="2618454"/>
              <a:ext cx="1099205" cy="0"/>
            </a:xfrm>
            <a:prstGeom prst="straightConnector1">
              <a:avLst/>
            </a:prstGeom>
            <a:noFill/>
            <a:ln w="19050" cap="flat" cmpd="sng">
              <a:solidFill>
                <a:srgbClr val="FF8E1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2" name="Google Shape;119;p14"/>
            <p:cNvCxnSpPr/>
            <p:nvPr/>
          </p:nvCxnSpPr>
          <p:spPr>
            <a:xfrm flipH="1">
              <a:off x="8533168" y="3309727"/>
              <a:ext cx="1099205" cy="0"/>
            </a:xfrm>
            <a:prstGeom prst="straightConnector1">
              <a:avLst/>
            </a:prstGeom>
            <a:noFill/>
            <a:ln w="19050" cap="flat" cmpd="sng">
              <a:solidFill>
                <a:srgbClr val="FF8E11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grpSp>
        <p:nvGrpSpPr>
          <p:cNvPr id="23" name="组合 22"/>
          <p:cNvGrpSpPr/>
          <p:nvPr/>
        </p:nvGrpSpPr>
        <p:grpSpPr>
          <a:xfrm>
            <a:off x="-890671" y="6471633"/>
            <a:ext cx="457200" cy="548640"/>
            <a:chOff x="8824317" y="1696204"/>
            <a:chExt cx="1140564" cy="1575691"/>
          </a:xfrm>
        </p:grpSpPr>
        <p:grpSp>
          <p:nvGrpSpPr>
            <p:cNvPr id="25" name="组合 14"/>
            <p:cNvGrpSpPr/>
            <p:nvPr/>
          </p:nvGrpSpPr>
          <p:grpSpPr>
            <a:xfrm>
              <a:off x="8824318" y="1696204"/>
              <a:ext cx="1140563" cy="1057388"/>
              <a:chOff x="8533167" y="1924272"/>
              <a:chExt cx="1099206" cy="1385455"/>
            </a:xfrm>
          </p:grpSpPr>
          <p:cxnSp>
            <p:nvCxnSpPr>
              <p:cNvPr id="26" name="Google Shape;119;p14"/>
              <p:cNvCxnSpPr/>
              <p:nvPr/>
            </p:nvCxnSpPr>
            <p:spPr>
              <a:xfrm flipH="1">
                <a:off x="8533168" y="1924272"/>
                <a:ext cx="1099205" cy="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FF8E1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30" name="Google Shape;119;p14"/>
              <p:cNvCxnSpPr/>
              <p:nvPr/>
            </p:nvCxnSpPr>
            <p:spPr>
              <a:xfrm flipH="1">
                <a:off x="8533167" y="2618454"/>
                <a:ext cx="1099205" cy="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FF8E1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35" name="Google Shape;119;p14"/>
              <p:cNvCxnSpPr/>
              <p:nvPr/>
            </p:nvCxnSpPr>
            <p:spPr>
              <a:xfrm flipH="1">
                <a:off x="8533168" y="3309727"/>
                <a:ext cx="1099205" cy="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FF8E1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</p:grpSp>
        <p:cxnSp>
          <p:nvCxnSpPr>
            <p:cNvPr id="37" name="Google Shape;119;p14"/>
            <p:cNvCxnSpPr/>
            <p:nvPr/>
          </p:nvCxnSpPr>
          <p:spPr>
            <a:xfrm flipH="1">
              <a:off x="8824317" y="3271895"/>
              <a:ext cx="1140562" cy="0"/>
            </a:xfrm>
            <a:prstGeom prst="straightConnector1">
              <a:avLst/>
            </a:prstGeom>
            <a:noFill/>
            <a:ln w="19050" cap="flat" cmpd="sng">
              <a:solidFill>
                <a:srgbClr val="FF8E11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cxnSp>
        <p:nvCxnSpPr>
          <p:cNvPr id="47" name="Google Shape;116;p14"/>
          <p:cNvCxnSpPr/>
          <p:nvPr/>
        </p:nvCxnSpPr>
        <p:spPr>
          <a:xfrm rot="10800000">
            <a:off x="-890671" y="5036533"/>
            <a:ext cx="457200" cy="0"/>
          </a:xfrm>
          <a:prstGeom prst="straightConnector1">
            <a:avLst/>
          </a:prstGeom>
          <a:noFill/>
          <a:ln w="19050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53" name="Group 52"/>
          <p:cNvGrpSpPr/>
          <p:nvPr/>
        </p:nvGrpSpPr>
        <p:grpSpPr>
          <a:xfrm>
            <a:off x="-1751965" y="4525010"/>
            <a:ext cx="1318260" cy="306705"/>
            <a:chOff x="9798" y="4510"/>
            <a:chExt cx="1542" cy="483"/>
          </a:xfrm>
        </p:grpSpPr>
        <p:cxnSp>
          <p:nvCxnSpPr>
            <p:cNvPr id="51" name="Google Shape;115;p14"/>
            <p:cNvCxnSpPr/>
            <p:nvPr/>
          </p:nvCxnSpPr>
          <p:spPr>
            <a:xfrm rot="10800000">
              <a:off x="9798" y="4755"/>
              <a:ext cx="720" cy="0"/>
            </a:xfrm>
            <a:prstGeom prst="straightConnector1">
              <a:avLst/>
            </a:prstGeom>
            <a:ln w="19050">
              <a:headEnd type="none" w="sm" len="sm"/>
              <a:tailEnd type="none" w="sm" len="sm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52" name="文本框 67"/>
            <p:cNvSpPr txBox="1"/>
            <p:nvPr/>
          </p:nvSpPr>
          <p:spPr>
            <a:xfrm>
              <a:off x="10538" y="4510"/>
              <a:ext cx="802" cy="4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1400" dirty="0"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Stop</a:t>
              </a:r>
              <a:endParaRPr lang="en-US" altLang="zh-CN" sz="14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</p:grpSp>
      <p:sp>
        <p:nvSpPr>
          <p:cNvPr id="54" name="文本框 68"/>
          <p:cNvSpPr txBox="1"/>
          <p:nvPr/>
        </p:nvSpPr>
        <p:spPr>
          <a:xfrm>
            <a:off x="-890671" y="2276188"/>
            <a:ext cx="5384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1400" dirty="0">
                <a:solidFill>
                  <a:srgbClr val="00B050"/>
                </a:solidFill>
              </a:rPr>
              <a:t>绿色</a:t>
            </a:r>
            <a:endParaRPr lang="zh-CN" altLang="en-US" sz="1400" dirty="0">
              <a:solidFill>
                <a:srgbClr val="00B050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0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110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pic>
        <p:nvPicPr>
          <p:cNvPr id="111" name="Picture 3" descr="Slide 7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2" name="文本框 36"/>
          <p:cNvSpPr txBox="1"/>
          <p:nvPr/>
        </p:nvSpPr>
        <p:spPr>
          <a:xfrm>
            <a:off x="-1834515" y="492671"/>
            <a:ext cx="45720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316B93"/>
                </a:solidFill>
              </a:rPr>
              <a:t>深蓝</a:t>
            </a:r>
            <a:endParaRPr lang="zh-CN" altLang="en-US" sz="1400" dirty="0">
              <a:solidFill>
                <a:srgbClr val="316B93"/>
              </a:solidFill>
            </a:endParaRPr>
          </a:p>
        </p:txBody>
      </p:sp>
      <p:sp>
        <p:nvSpPr>
          <p:cNvPr id="3" name="文本框 37"/>
          <p:cNvSpPr txBox="1"/>
          <p:nvPr/>
        </p:nvSpPr>
        <p:spPr>
          <a:xfrm>
            <a:off x="-890671" y="492671"/>
            <a:ext cx="45720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AF8647"/>
                </a:solidFill>
              </a:rPr>
              <a:t>褐色</a:t>
            </a:r>
            <a:endParaRPr lang="zh-CN" altLang="en-US" sz="1400" dirty="0">
              <a:solidFill>
                <a:srgbClr val="AF8647"/>
              </a:solidFill>
            </a:endParaRPr>
          </a:p>
        </p:txBody>
      </p:sp>
      <p:sp>
        <p:nvSpPr>
          <p:cNvPr id="4" name="文本框 38"/>
          <p:cNvSpPr txBox="1"/>
          <p:nvPr/>
        </p:nvSpPr>
        <p:spPr>
          <a:xfrm>
            <a:off x="-1834515" y="1086833"/>
            <a:ext cx="457200" cy="3073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256824"/>
                </a:solidFill>
              </a:rPr>
              <a:t>深绿</a:t>
            </a:r>
            <a:endParaRPr lang="zh-CN" altLang="en-US" sz="1400" dirty="0">
              <a:solidFill>
                <a:srgbClr val="256824"/>
              </a:solidFill>
            </a:endParaRPr>
          </a:p>
        </p:txBody>
      </p:sp>
      <p:sp>
        <p:nvSpPr>
          <p:cNvPr id="5" name="文本框 39"/>
          <p:cNvSpPr txBox="1"/>
          <p:nvPr/>
        </p:nvSpPr>
        <p:spPr>
          <a:xfrm>
            <a:off x="-890671" y="1087468"/>
            <a:ext cx="457200" cy="3073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CE1DD3"/>
                </a:solidFill>
              </a:rPr>
              <a:t>紫色</a:t>
            </a:r>
            <a:endParaRPr lang="zh-CN" altLang="en-US" sz="1400" dirty="0">
              <a:solidFill>
                <a:srgbClr val="CE1DD3"/>
              </a:solidFill>
            </a:endParaRPr>
          </a:p>
        </p:txBody>
      </p:sp>
      <p:sp>
        <p:nvSpPr>
          <p:cNvPr id="6" name="文本框 40"/>
          <p:cNvSpPr txBox="1"/>
          <p:nvPr/>
        </p:nvSpPr>
        <p:spPr>
          <a:xfrm>
            <a:off x="-1834515" y="1680558"/>
            <a:ext cx="457200" cy="3073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BA1C20"/>
                </a:solidFill>
              </a:rPr>
              <a:t>深红</a:t>
            </a:r>
            <a:endParaRPr lang="zh-CN" altLang="en-US" sz="1400" dirty="0">
              <a:solidFill>
                <a:srgbClr val="BA1C20"/>
              </a:solidFill>
            </a:endParaRPr>
          </a:p>
        </p:txBody>
      </p:sp>
      <p:sp>
        <p:nvSpPr>
          <p:cNvPr id="8" name="Google Shape;60;p14"/>
          <p:cNvSpPr/>
          <p:nvPr/>
        </p:nvSpPr>
        <p:spPr>
          <a:xfrm>
            <a:off x="-890671" y="3339813"/>
            <a:ext cx="365760" cy="182880"/>
          </a:xfrm>
          <a:prstGeom prst="rect">
            <a:avLst/>
          </a:prstGeom>
          <a:solidFill>
            <a:srgbClr val="33CC33">
              <a:alpha val="20000"/>
            </a:srgbClr>
          </a:solidFill>
          <a:ln>
            <a:noFill/>
          </a:ln>
        </p:spPr>
        <p:txBody>
          <a:bodyPr spcFirstLastPara="1" wrap="square" lIns="146280" tIns="73120" rIns="146280" bIns="73120" anchor="ctr" anchorCtr="0">
            <a:noAutofit/>
          </a:bodyPr>
          <a:lstStyle/>
          <a:p>
            <a:pPr algn="ctr"/>
            <a:endParaRPr sz="288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sp>
        <p:nvSpPr>
          <p:cNvPr id="9" name="Google Shape;113;p14"/>
          <p:cNvSpPr/>
          <p:nvPr/>
        </p:nvSpPr>
        <p:spPr>
          <a:xfrm>
            <a:off x="-890671" y="2869913"/>
            <a:ext cx="365760" cy="182880"/>
          </a:xfrm>
          <a:prstGeom prst="rect">
            <a:avLst/>
          </a:prstGeom>
          <a:solidFill>
            <a:srgbClr val="FF0000">
              <a:alpha val="49800"/>
            </a:srgbClr>
          </a:solidFill>
          <a:ln>
            <a:noFill/>
          </a:ln>
        </p:spPr>
        <p:txBody>
          <a:bodyPr spcFirstLastPara="1" wrap="square" lIns="146280" tIns="73120" rIns="146280" bIns="73120" anchor="ctr" anchorCtr="0">
            <a:noAutofit/>
          </a:bodyPr>
          <a:lstStyle/>
          <a:p>
            <a:pPr algn="ctr"/>
            <a:endParaRPr sz="1280" dirty="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sp>
        <p:nvSpPr>
          <p:cNvPr id="10" name="Google Shape;114;p14"/>
          <p:cNvSpPr/>
          <p:nvPr/>
        </p:nvSpPr>
        <p:spPr>
          <a:xfrm>
            <a:off x="-1743075" y="2868008"/>
            <a:ext cx="365760" cy="182880"/>
          </a:xfrm>
          <a:prstGeom prst="rect">
            <a:avLst/>
          </a:prstGeom>
          <a:solidFill>
            <a:srgbClr val="33CC33">
              <a:alpha val="49800"/>
            </a:srgbClr>
          </a:solidFill>
          <a:ln>
            <a:noFill/>
          </a:ln>
        </p:spPr>
        <p:txBody>
          <a:bodyPr spcFirstLastPara="1" wrap="square" lIns="146280" tIns="73120" rIns="146280" bIns="73120" anchor="ctr" anchorCtr="0">
            <a:noAutofit/>
          </a:bodyPr>
          <a:lstStyle/>
          <a:p>
            <a:pPr algn="ctr"/>
            <a:endParaRPr sz="1280" dirty="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cxnSp>
        <p:nvCxnSpPr>
          <p:cNvPr id="12" name="Google Shape;116;p14"/>
          <p:cNvCxnSpPr/>
          <p:nvPr/>
        </p:nvCxnSpPr>
        <p:spPr>
          <a:xfrm rot="10800000">
            <a:off x="-1834515" y="5031453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3" name="Google Shape;120;p14"/>
          <p:cNvCxnSpPr/>
          <p:nvPr/>
        </p:nvCxnSpPr>
        <p:spPr>
          <a:xfrm flipH="1">
            <a:off x="-890671" y="5323553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4" name="Google Shape;121;p14"/>
          <p:cNvCxnSpPr/>
          <p:nvPr/>
        </p:nvCxnSpPr>
        <p:spPr>
          <a:xfrm flipH="1">
            <a:off x="-890671" y="5610573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5" name="Google Shape;118;p14"/>
          <p:cNvCxnSpPr/>
          <p:nvPr/>
        </p:nvCxnSpPr>
        <p:spPr>
          <a:xfrm rot="10800000">
            <a:off x="-1834515" y="5317838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00FF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6" name="Google Shape;119;p14"/>
          <p:cNvCxnSpPr/>
          <p:nvPr/>
        </p:nvCxnSpPr>
        <p:spPr>
          <a:xfrm rot="10800000">
            <a:off x="-1834515" y="5604223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8E1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7" name="Google Shape;123;p14"/>
          <p:cNvCxnSpPr/>
          <p:nvPr/>
        </p:nvCxnSpPr>
        <p:spPr>
          <a:xfrm flipH="1">
            <a:off x="-890671" y="6184613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8E11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8" name="Google Shape;124;p14"/>
          <p:cNvCxnSpPr/>
          <p:nvPr/>
        </p:nvCxnSpPr>
        <p:spPr>
          <a:xfrm flipH="1">
            <a:off x="-890671" y="5897593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00FF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9" name="Google Shape;65;p14"/>
          <p:cNvCxnSpPr/>
          <p:nvPr/>
        </p:nvCxnSpPr>
        <p:spPr>
          <a:xfrm flipH="1">
            <a:off x="-1834515" y="6176993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4" name="Google Shape;75;p14"/>
          <p:cNvCxnSpPr/>
          <p:nvPr/>
        </p:nvCxnSpPr>
        <p:spPr>
          <a:xfrm flipH="1">
            <a:off x="-1834515" y="5890608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stealth" w="med" len="med"/>
          </a:ln>
        </p:spPr>
      </p:cxnSp>
      <p:sp>
        <p:nvSpPr>
          <p:cNvPr id="27" name="Rectangle 218"/>
          <p:cNvSpPr/>
          <p:nvPr/>
        </p:nvSpPr>
        <p:spPr>
          <a:xfrm>
            <a:off x="-1743075" y="3337273"/>
            <a:ext cx="365760" cy="182880"/>
          </a:xfrm>
          <a:prstGeom prst="rect">
            <a:avLst/>
          </a:prstGeom>
          <a:solidFill>
            <a:srgbClr val="D2691E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80"/>
          </a:p>
        </p:txBody>
      </p:sp>
      <p:sp>
        <p:nvSpPr>
          <p:cNvPr id="28" name="Rectangle 328"/>
          <p:cNvSpPr/>
          <p:nvPr/>
        </p:nvSpPr>
        <p:spPr>
          <a:xfrm>
            <a:off x="-890671" y="3809713"/>
            <a:ext cx="457200" cy="36576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80"/>
          </a:p>
        </p:txBody>
      </p:sp>
      <p:sp>
        <p:nvSpPr>
          <p:cNvPr id="29" name="Rectangle 331"/>
          <p:cNvSpPr/>
          <p:nvPr/>
        </p:nvSpPr>
        <p:spPr>
          <a:xfrm>
            <a:off x="-1834515" y="3806538"/>
            <a:ext cx="457200" cy="365760"/>
          </a:xfrm>
          <a:prstGeom prst="rect">
            <a:avLst/>
          </a:prstGeom>
          <a:ln w="19050">
            <a:solidFill>
              <a:srgbClr val="00A4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2880"/>
          </a:p>
        </p:txBody>
      </p:sp>
      <p:sp>
        <p:nvSpPr>
          <p:cNvPr id="33" name="文本框 67"/>
          <p:cNvSpPr txBox="1"/>
          <p:nvPr/>
        </p:nvSpPr>
        <p:spPr>
          <a:xfrm>
            <a:off x="-890671" y="1681828"/>
            <a:ext cx="457200" cy="3073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黑色</a:t>
            </a:r>
            <a:endParaRPr lang="zh-CN" altLang="en-US" sz="1400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34" name="文本框 68"/>
          <p:cNvSpPr txBox="1"/>
          <p:nvPr/>
        </p:nvSpPr>
        <p:spPr>
          <a:xfrm>
            <a:off x="-1834515" y="2274283"/>
            <a:ext cx="457200" cy="3073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FF0000"/>
                </a:solidFill>
              </a:rPr>
              <a:t>红色</a:t>
            </a:r>
            <a:endParaRPr lang="zh-CN" altLang="en-US" sz="1400" dirty="0">
              <a:solidFill>
                <a:srgbClr val="FF0000"/>
              </a:solidFill>
            </a:endParaRPr>
          </a:p>
        </p:txBody>
      </p:sp>
      <p:grpSp>
        <p:nvGrpSpPr>
          <p:cNvPr id="7" name="组合 8"/>
          <p:cNvGrpSpPr/>
          <p:nvPr/>
        </p:nvGrpSpPr>
        <p:grpSpPr>
          <a:xfrm>
            <a:off x="-1834515" y="6463378"/>
            <a:ext cx="457200" cy="548640"/>
            <a:chOff x="8533167" y="1924272"/>
            <a:chExt cx="1099206" cy="1385455"/>
          </a:xfrm>
        </p:grpSpPr>
        <p:cxnSp>
          <p:nvCxnSpPr>
            <p:cNvPr id="20" name="Google Shape;119;p14"/>
            <p:cNvCxnSpPr/>
            <p:nvPr/>
          </p:nvCxnSpPr>
          <p:spPr>
            <a:xfrm flipH="1">
              <a:off x="8533168" y="1924272"/>
              <a:ext cx="1099205" cy="0"/>
            </a:xfrm>
            <a:prstGeom prst="straightConnector1">
              <a:avLst/>
            </a:prstGeom>
            <a:noFill/>
            <a:ln w="19050" cap="flat" cmpd="sng">
              <a:solidFill>
                <a:srgbClr val="FF8E1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1" name="Google Shape;119;p14"/>
            <p:cNvCxnSpPr/>
            <p:nvPr/>
          </p:nvCxnSpPr>
          <p:spPr>
            <a:xfrm flipH="1">
              <a:off x="8533167" y="2618454"/>
              <a:ext cx="1099205" cy="0"/>
            </a:xfrm>
            <a:prstGeom prst="straightConnector1">
              <a:avLst/>
            </a:prstGeom>
            <a:noFill/>
            <a:ln w="19050" cap="flat" cmpd="sng">
              <a:solidFill>
                <a:srgbClr val="FF8E1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2" name="Google Shape;119;p14"/>
            <p:cNvCxnSpPr/>
            <p:nvPr/>
          </p:nvCxnSpPr>
          <p:spPr>
            <a:xfrm flipH="1">
              <a:off x="8533168" y="3309727"/>
              <a:ext cx="1099205" cy="0"/>
            </a:xfrm>
            <a:prstGeom prst="straightConnector1">
              <a:avLst/>
            </a:prstGeom>
            <a:noFill/>
            <a:ln w="19050" cap="flat" cmpd="sng">
              <a:solidFill>
                <a:srgbClr val="FF8E11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grpSp>
        <p:nvGrpSpPr>
          <p:cNvPr id="23" name="组合 22"/>
          <p:cNvGrpSpPr/>
          <p:nvPr/>
        </p:nvGrpSpPr>
        <p:grpSpPr>
          <a:xfrm>
            <a:off x="-890671" y="6471633"/>
            <a:ext cx="457200" cy="548640"/>
            <a:chOff x="8824317" y="1696204"/>
            <a:chExt cx="1140564" cy="1575691"/>
          </a:xfrm>
        </p:grpSpPr>
        <p:grpSp>
          <p:nvGrpSpPr>
            <p:cNvPr id="25" name="组合 14"/>
            <p:cNvGrpSpPr/>
            <p:nvPr/>
          </p:nvGrpSpPr>
          <p:grpSpPr>
            <a:xfrm>
              <a:off x="8824318" y="1696204"/>
              <a:ext cx="1140563" cy="1057388"/>
              <a:chOff x="8533167" y="1924272"/>
              <a:chExt cx="1099206" cy="1385455"/>
            </a:xfrm>
          </p:grpSpPr>
          <p:cxnSp>
            <p:nvCxnSpPr>
              <p:cNvPr id="26" name="Google Shape;119;p14"/>
              <p:cNvCxnSpPr/>
              <p:nvPr/>
            </p:nvCxnSpPr>
            <p:spPr>
              <a:xfrm flipH="1">
                <a:off x="8533168" y="1924272"/>
                <a:ext cx="1099205" cy="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FF8E1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30" name="Google Shape;119;p14"/>
              <p:cNvCxnSpPr/>
              <p:nvPr/>
            </p:nvCxnSpPr>
            <p:spPr>
              <a:xfrm flipH="1">
                <a:off x="8533167" y="2618454"/>
                <a:ext cx="1099205" cy="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FF8E1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35" name="Google Shape;119;p14"/>
              <p:cNvCxnSpPr/>
              <p:nvPr/>
            </p:nvCxnSpPr>
            <p:spPr>
              <a:xfrm flipH="1">
                <a:off x="8533168" y="3309727"/>
                <a:ext cx="1099205" cy="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FF8E1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</p:grpSp>
        <p:cxnSp>
          <p:nvCxnSpPr>
            <p:cNvPr id="37" name="Google Shape;119;p14"/>
            <p:cNvCxnSpPr/>
            <p:nvPr/>
          </p:nvCxnSpPr>
          <p:spPr>
            <a:xfrm flipH="1">
              <a:off x="8824317" y="3271895"/>
              <a:ext cx="1140562" cy="0"/>
            </a:xfrm>
            <a:prstGeom prst="straightConnector1">
              <a:avLst/>
            </a:prstGeom>
            <a:noFill/>
            <a:ln w="19050" cap="flat" cmpd="sng">
              <a:solidFill>
                <a:srgbClr val="FF8E11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cxnSp>
        <p:nvCxnSpPr>
          <p:cNvPr id="47" name="Google Shape;116;p14"/>
          <p:cNvCxnSpPr/>
          <p:nvPr/>
        </p:nvCxnSpPr>
        <p:spPr>
          <a:xfrm rot="10800000">
            <a:off x="-890671" y="5036533"/>
            <a:ext cx="457200" cy="0"/>
          </a:xfrm>
          <a:prstGeom prst="straightConnector1">
            <a:avLst/>
          </a:prstGeom>
          <a:noFill/>
          <a:ln w="19050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53" name="Group 52"/>
          <p:cNvGrpSpPr/>
          <p:nvPr/>
        </p:nvGrpSpPr>
        <p:grpSpPr>
          <a:xfrm>
            <a:off x="-1751965" y="4525010"/>
            <a:ext cx="1318260" cy="306705"/>
            <a:chOff x="9798" y="4510"/>
            <a:chExt cx="1542" cy="483"/>
          </a:xfrm>
        </p:grpSpPr>
        <p:cxnSp>
          <p:nvCxnSpPr>
            <p:cNvPr id="51" name="Google Shape;115;p14"/>
            <p:cNvCxnSpPr/>
            <p:nvPr/>
          </p:nvCxnSpPr>
          <p:spPr>
            <a:xfrm rot="10800000">
              <a:off x="9798" y="4755"/>
              <a:ext cx="720" cy="0"/>
            </a:xfrm>
            <a:prstGeom prst="straightConnector1">
              <a:avLst/>
            </a:prstGeom>
            <a:ln w="19050">
              <a:headEnd type="none" w="sm" len="sm"/>
              <a:tailEnd type="none" w="sm" len="sm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52" name="文本框 67"/>
            <p:cNvSpPr txBox="1"/>
            <p:nvPr/>
          </p:nvSpPr>
          <p:spPr>
            <a:xfrm>
              <a:off x="10538" y="4510"/>
              <a:ext cx="802" cy="4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1400" dirty="0"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Stop</a:t>
              </a:r>
              <a:endParaRPr lang="en-US" altLang="zh-CN" sz="14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</p:grpSp>
      <p:sp>
        <p:nvSpPr>
          <p:cNvPr id="54" name="文本框 68"/>
          <p:cNvSpPr txBox="1"/>
          <p:nvPr/>
        </p:nvSpPr>
        <p:spPr>
          <a:xfrm>
            <a:off x="-890671" y="2276188"/>
            <a:ext cx="5384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1400" dirty="0">
                <a:solidFill>
                  <a:srgbClr val="00B050"/>
                </a:solidFill>
              </a:rPr>
              <a:t>绿色</a:t>
            </a:r>
            <a:endParaRPr lang="zh-CN" altLang="en-US" sz="1400" dirty="0">
              <a:solidFill>
                <a:srgbClr val="00B050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1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114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pic>
        <p:nvPicPr>
          <p:cNvPr id="115" name="Picture 3" descr="Slide 8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2" name="文本框 36"/>
          <p:cNvSpPr txBox="1"/>
          <p:nvPr/>
        </p:nvSpPr>
        <p:spPr>
          <a:xfrm>
            <a:off x="-1834515" y="492671"/>
            <a:ext cx="45720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316B93"/>
                </a:solidFill>
              </a:rPr>
              <a:t>深蓝</a:t>
            </a:r>
            <a:endParaRPr lang="zh-CN" altLang="en-US" sz="1400" dirty="0">
              <a:solidFill>
                <a:srgbClr val="316B93"/>
              </a:solidFill>
            </a:endParaRPr>
          </a:p>
        </p:txBody>
      </p:sp>
      <p:sp>
        <p:nvSpPr>
          <p:cNvPr id="3" name="文本框 37"/>
          <p:cNvSpPr txBox="1"/>
          <p:nvPr/>
        </p:nvSpPr>
        <p:spPr>
          <a:xfrm>
            <a:off x="-890671" y="492671"/>
            <a:ext cx="45720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AF8647"/>
                </a:solidFill>
              </a:rPr>
              <a:t>褐色</a:t>
            </a:r>
            <a:endParaRPr lang="zh-CN" altLang="en-US" sz="1400" dirty="0">
              <a:solidFill>
                <a:srgbClr val="AF8647"/>
              </a:solidFill>
            </a:endParaRPr>
          </a:p>
        </p:txBody>
      </p:sp>
      <p:sp>
        <p:nvSpPr>
          <p:cNvPr id="4" name="文本框 38"/>
          <p:cNvSpPr txBox="1"/>
          <p:nvPr/>
        </p:nvSpPr>
        <p:spPr>
          <a:xfrm>
            <a:off x="-1834515" y="1086833"/>
            <a:ext cx="457200" cy="3073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256824"/>
                </a:solidFill>
              </a:rPr>
              <a:t>深绿</a:t>
            </a:r>
            <a:endParaRPr lang="zh-CN" altLang="en-US" sz="1400" dirty="0">
              <a:solidFill>
                <a:srgbClr val="256824"/>
              </a:solidFill>
            </a:endParaRPr>
          </a:p>
        </p:txBody>
      </p:sp>
      <p:sp>
        <p:nvSpPr>
          <p:cNvPr id="5" name="文本框 39"/>
          <p:cNvSpPr txBox="1"/>
          <p:nvPr/>
        </p:nvSpPr>
        <p:spPr>
          <a:xfrm>
            <a:off x="-890671" y="1087468"/>
            <a:ext cx="457200" cy="3073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CE1DD3"/>
                </a:solidFill>
              </a:rPr>
              <a:t>紫色</a:t>
            </a:r>
            <a:endParaRPr lang="zh-CN" altLang="en-US" sz="1400" dirty="0">
              <a:solidFill>
                <a:srgbClr val="CE1DD3"/>
              </a:solidFill>
            </a:endParaRPr>
          </a:p>
        </p:txBody>
      </p:sp>
      <p:sp>
        <p:nvSpPr>
          <p:cNvPr id="6" name="文本框 40"/>
          <p:cNvSpPr txBox="1"/>
          <p:nvPr/>
        </p:nvSpPr>
        <p:spPr>
          <a:xfrm>
            <a:off x="-1834515" y="1680558"/>
            <a:ext cx="457200" cy="3073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BA1C20"/>
                </a:solidFill>
              </a:rPr>
              <a:t>深红</a:t>
            </a:r>
            <a:endParaRPr lang="zh-CN" altLang="en-US" sz="1400" dirty="0">
              <a:solidFill>
                <a:srgbClr val="BA1C20"/>
              </a:solidFill>
            </a:endParaRPr>
          </a:p>
        </p:txBody>
      </p:sp>
      <p:sp>
        <p:nvSpPr>
          <p:cNvPr id="8" name="Google Shape;60;p14"/>
          <p:cNvSpPr/>
          <p:nvPr/>
        </p:nvSpPr>
        <p:spPr>
          <a:xfrm>
            <a:off x="-890671" y="3339813"/>
            <a:ext cx="365760" cy="182880"/>
          </a:xfrm>
          <a:prstGeom prst="rect">
            <a:avLst/>
          </a:prstGeom>
          <a:solidFill>
            <a:srgbClr val="33CC33">
              <a:alpha val="20000"/>
            </a:srgbClr>
          </a:solidFill>
          <a:ln>
            <a:noFill/>
          </a:ln>
        </p:spPr>
        <p:txBody>
          <a:bodyPr spcFirstLastPara="1" wrap="square" lIns="146280" tIns="73120" rIns="146280" bIns="73120" anchor="ctr" anchorCtr="0">
            <a:noAutofit/>
          </a:bodyPr>
          <a:lstStyle/>
          <a:p>
            <a:pPr algn="ctr"/>
            <a:endParaRPr sz="288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sp>
        <p:nvSpPr>
          <p:cNvPr id="9" name="Google Shape;113;p14"/>
          <p:cNvSpPr/>
          <p:nvPr/>
        </p:nvSpPr>
        <p:spPr>
          <a:xfrm>
            <a:off x="-890671" y="2869913"/>
            <a:ext cx="365760" cy="182880"/>
          </a:xfrm>
          <a:prstGeom prst="rect">
            <a:avLst/>
          </a:prstGeom>
          <a:solidFill>
            <a:srgbClr val="FF0000">
              <a:alpha val="49800"/>
            </a:srgbClr>
          </a:solidFill>
          <a:ln>
            <a:noFill/>
          </a:ln>
        </p:spPr>
        <p:txBody>
          <a:bodyPr spcFirstLastPara="1" wrap="square" lIns="146280" tIns="73120" rIns="146280" bIns="73120" anchor="ctr" anchorCtr="0">
            <a:noAutofit/>
          </a:bodyPr>
          <a:lstStyle/>
          <a:p>
            <a:pPr algn="ctr"/>
            <a:endParaRPr sz="1280" dirty="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sp>
        <p:nvSpPr>
          <p:cNvPr id="10" name="Google Shape;114;p14"/>
          <p:cNvSpPr/>
          <p:nvPr/>
        </p:nvSpPr>
        <p:spPr>
          <a:xfrm>
            <a:off x="-1743075" y="2868008"/>
            <a:ext cx="365760" cy="182880"/>
          </a:xfrm>
          <a:prstGeom prst="rect">
            <a:avLst/>
          </a:prstGeom>
          <a:solidFill>
            <a:srgbClr val="33CC33">
              <a:alpha val="49800"/>
            </a:srgbClr>
          </a:solidFill>
          <a:ln>
            <a:noFill/>
          </a:ln>
        </p:spPr>
        <p:txBody>
          <a:bodyPr spcFirstLastPara="1" wrap="square" lIns="146280" tIns="73120" rIns="146280" bIns="73120" anchor="ctr" anchorCtr="0">
            <a:noAutofit/>
          </a:bodyPr>
          <a:lstStyle/>
          <a:p>
            <a:pPr algn="ctr"/>
            <a:endParaRPr sz="1280" dirty="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cxnSp>
        <p:nvCxnSpPr>
          <p:cNvPr id="12" name="Google Shape;116;p14"/>
          <p:cNvCxnSpPr/>
          <p:nvPr/>
        </p:nvCxnSpPr>
        <p:spPr>
          <a:xfrm rot="10800000">
            <a:off x="-1834515" y="5031453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3" name="Google Shape;120;p14"/>
          <p:cNvCxnSpPr/>
          <p:nvPr/>
        </p:nvCxnSpPr>
        <p:spPr>
          <a:xfrm flipH="1">
            <a:off x="-890671" y="5323553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4" name="Google Shape;121;p14"/>
          <p:cNvCxnSpPr/>
          <p:nvPr/>
        </p:nvCxnSpPr>
        <p:spPr>
          <a:xfrm flipH="1">
            <a:off x="-890671" y="5610573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5" name="Google Shape;118;p14"/>
          <p:cNvCxnSpPr/>
          <p:nvPr/>
        </p:nvCxnSpPr>
        <p:spPr>
          <a:xfrm rot="10800000">
            <a:off x="-1834515" y="5317838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00FF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6" name="Google Shape;119;p14"/>
          <p:cNvCxnSpPr/>
          <p:nvPr/>
        </p:nvCxnSpPr>
        <p:spPr>
          <a:xfrm rot="10800000">
            <a:off x="-1834515" y="5604223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8E1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7" name="Google Shape;123;p14"/>
          <p:cNvCxnSpPr/>
          <p:nvPr/>
        </p:nvCxnSpPr>
        <p:spPr>
          <a:xfrm flipH="1">
            <a:off x="-890671" y="6184613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8E11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8" name="Google Shape;124;p14"/>
          <p:cNvCxnSpPr/>
          <p:nvPr/>
        </p:nvCxnSpPr>
        <p:spPr>
          <a:xfrm flipH="1">
            <a:off x="-890671" y="5897593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00FF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9" name="Google Shape;65;p14"/>
          <p:cNvCxnSpPr/>
          <p:nvPr/>
        </p:nvCxnSpPr>
        <p:spPr>
          <a:xfrm flipH="1">
            <a:off x="-1834515" y="6176993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4" name="Google Shape;75;p14"/>
          <p:cNvCxnSpPr/>
          <p:nvPr/>
        </p:nvCxnSpPr>
        <p:spPr>
          <a:xfrm flipH="1">
            <a:off x="-1834515" y="5890608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stealth" w="med" len="med"/>
          </a:ln>
        </p:spPr>
      </p:cxnSp>
      <p:sp>
        <p:nvSpPr>
          <p:cNvPr id="27" name="Rectangle 218"/>
          <p:cNvSpPr/>
          <p:nvPr/>
        </p:nvSpPr>
        <p:spPr>
          <a:xfrm>
            <a:off x="-1743075" y="3337273"/>
            <a:ext cx="365760" cy="182880"/>
          </a:xfrm>
          <a:prstGeom prst="rect">
            <a:avLst/>
          </a:prstGeom>
          <a:solidFill>
            <a:srgbClr val="D2691E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80"/>
          </a:p>
        </p:txBody>
      </p:sp>
      <p:sp>
        <p:nvSpPr>
          <p:cNvPr id="28" name="Rectangle 328"/>
          <p:cNvSpPr/>
          <p:nvPr/>
        </p:nvSpPr>
        <p:spPr>
          <a:xfrm>
            <a:off x="-890671" y="3809713"/>
            <a:ext cx="457200" cy="36576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80"/>
          </a:p>
        </p:txBody>
      </p:sp>
      <p:sp>
        <p:nvSpPr>
          <p:cNvPr id="29" name="Rectangle 331"/>
          <p:cNvSpPr/>
          <p:nvPr/>
        </p:nvSpPr>
        <p:spPr>
          <a:xfrm>
            <a:off x="-1834515" y="3806538"/>
            <a:ext cx="457200" cy="365760"/>
          </a:xfrm>
          <a:prstGeom prst="rect">
            <a:avLst/>
          </a:prstGeom>
          <a:ln w="19050">
            <a:solidFill>
              <a:srgbClr val="00A4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2880"/>
          </a:p>
        </p:txBody>
      </p:sp>
      <p:sp>
        <p:nvSpPr>
          <p:cNvPr id="33" name="文本框 67"/>
          <p:cNvSpPr txBox="1"/>
          <p:nvPr/>
        </p:nvSpPr>
        <p:spPr>
          <a:xfrm>
            <a:off x="-890671" y="1681828"/>
            <a:ext cx="457200" cy="3073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黑色</a:t>
            </a:r>
            <a:endParaRPr lang="zh-CN" altLang="en-US" sz="1400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34" name="文本框 68"/>
          <p:cNvSpPr txBox="1"/>
          <p:nvPr/>
        </p:nvSpPr>
        <p:spPr>
          <a:xfrm>
            <a:off x="-1834515" y="2274283"/>
            <a:ext cx="457200" cy="3073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FF0000"/>
                </a:solidFill>
              </a:rPr>
              <a:t>红色</a:t>
            </a:r>
            <a:endParaRPr lang="zh-CN" altLang="en-US" sz="1400" dirty="0">
              <a:solidFill>
                <a:srgbClr val="FF0000"/>
              </a:solidFill>
            </a:endParaRPr>
          </a:p>
        </p:txBody>
      </p:sp>
      <p:grpSp>
        <p:nvGrpSpPr>
          <p:cNvPr id="7" name="组合 8"/>
          <p:cNvGrpSpPr/>
          <p:nvPr/>
        </p:nvGrpSpPr>
        <p:grpSpPr>
          <a:xfrm>
            <a:off x="-1834515" y="6463378"/>
            <a:ext cx="457200" cy="548640"/>
            <a:chOff x="8533167" y="1924272"/>
            <a:chExt cx="1099206" cy="1385455"/>
          </a:xfrm>
        </p:grpSpPr>
        <p:cxnSp>
          <p:nvCxnSpPr>
            <p:cNvPr id="20" name="Google Shape;119;p14"/>
            <p:cNvCxnSpPr/>
            <p:nvPr/>
          </p:nvCxnSpPr>
          <p:spPr>
            <a:xfrm flipH="1">
              <a:off x="8533168" y="1924272"/>
              <a:ext cx="1099205" cy="0"/>
            </a:xfrm>
            <a:prstGeom prst="straightConnector1">
              <a:avLst/>
            </a:prstGeom>
            <a:noFill/>
            <a:ln w="19050" cap="flat" cmpd="sng">
              <a:solidFill>
                <a:srgbClr val="FF8E1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1" name="Google Shape;119;p14"/>
            <p:cNvCxnSpPr/>
            <p:nvPr/>
          </p:nvCxnSpPr>
          <p:spPr>
            <a:xfrm flipH="1">
              <a:off x="8533167" y="2618454"/>
              <a:ext cx="1099205" cy="0"/>
            </a:xfrm>
            <a:prstGeom prst="straightConnector1">
              <a:avLst/>
            </a:prstGeom>
            <a:noFill/>
            <a:ln w="19050" cap="flat" cmpd="sng">
              <a:solidFill>
                <a:srgbClr val="FF8E1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2" name="Google Shape;119;p14"/>
            <p:cNvCxnSpPr/>
            <p:nvPr/>
          </p:nvCxnSpPr>
          <p:spPr>
            <a:xfrm flipH="1">
              <a:off x="8533168" y="3309727"/>
              <a:ext cx="1099205" cy="0"/>
            </a:xfrm>
            <a:prstGeom prst="straightConnector1">
              <a:avLst/>
            </a:prstGeom>
            <a:noFill/>
            <a:ln w="19050" cap="flat" cmpd="sng">
              <a:solidFill>
                <a:srgbClr val="FF8E11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grpSp>
        <p:nvGrpSpPr>
          <p:cNvPr id="23" name="组合 22"/>
          <p:cNvGrpSpPr/>
          <p:nvPr/>
        </p:nvGrpSpPr>
        <p:grpSpPr>
          <a:xfrm>
            <a:off x="-890671" y="6471633"/>
            <a:ext cx="457200" cy="548640"/>
            <a:chOff x="8824317" y="1696204"/>
            <a:chExt cx="1140564" cy="1575691"/>
          </a:xfrm>
        </p:grpSpPr>
        <p:grpSp>
          <p:nvGrpSpPr>
            <p:cNvPr id="25" name="组合 14"/>
            <p:cNvGrpSpPr/>
            <p:nvPr/>
          </p:nvGrpSpPr>
          <p:grpSpPr>
            <a:xfrm>
              <a:off x="8824318" y="1696204"/>
              <a:ext cx="1140563" cy="1057388"/>
              <a:chOff x="8533167" y="1924272"/>
              <a:chExt cx="1099206" cy="1385455"/>
            </a:xfrm>
          </p:grpSpPr>
          <p:cxnSp>
            <p:nvCxnSpPr>
              <p:cNvPr id="26" name="Google Shape;119;p14"/>
              <p:cNvCxnSpPr/>
              <p:nvPr/>
            </p:nvCxnSpPr>
            <p:spPr>
              <a:xfrm flipH="1">
                <a:off x="8533168" y="1924272"/>
                <a:ext cx="1099205" cy="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FF8E1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30" name="Google Shape;119;p14"/>
              <p:cNvCxnSpPr/>
              <p:nvPr/>
            </p:nvCxnSpPr>
            <p:spPr>
              <a:xfrm flipH="1">
                <a:off x="8533167" y="2618454"/>
                <a:ext cx="1099205" cy="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FF8E1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35" name="Google Shape;119;p14"/>
              <p:cNvCxnSpPr/>
              <p:nvPr/>
            </p:nvCxnSpPr>
            <p:spPr>
              <a:xfrm flipH="1">
                <a:off x="8533168" y="3309727"/>
                <a:ext cx="1099205" cy="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FF8E1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</p:grpSp>
        <p:cxnSp>
          <p:nvCxnSpPr>
            <p:cNvPr id="37" name="Google Shape;119;p14"/>
            <p:cNvCxnSpPr/>
            <p:nvPr/>
          </p:nvCxnSpPr>
          <p:spPr>
            <a:xfrm flipH="1">
              <a:off x="8824317" y="3271895"/>
              <a:ext cx="1140562" cy="0"/>
            </a:xfrm>
            <a:prstGeom prst="straightConnector1">
              <a:avLst/>
            </a:prstGeom>
            <a:noFill/>
            <a:ln w="19050" cap="flat" cmpd="sng">
              <a:solidFill>
                <a:srgbClr val="FF8E11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cxnSp>
        <p:nvCxnSpPr>
          <p:cNvPr id="47" name="Google Shape;116;p14"/>
          <p:cNvCxnSpPr/>
          <p:nvPr/>
        </p:nvCxnSpPr>
        <p:spPr>
          <a:xfrm rot="10800000">
            <a:off x="-890671" y="5036533"/>
            <a:ext cx="457200" cy="0"/>
          </a:xfrm>
          <a:prstGeom prst="straightConnector1">
            <a:avLst/>
          </a:prstGeom>
          <a:noFill/>
          <a:ln w="19050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53" name="Group 52"/>
          <p:cNvGrpSpPr/>
          <p:nvPr/>
        </p:nvGrpSpPr>
        <p:grpSpPr>
          <a:xfrm>
            <a:off x="-1751965" y="4525010"/>
            <a:ext cx="1318260" cy="306705"/>
            <a:chOff x="9798" y="4510"/>
            <a:chExt cx="1542" cy="483"/>
          </a:xfrm>
        </p:grpSpPr>
        <p:cxnSp>
          <p:nvCxnSpPr>
            <p:cNvPr id="51" name="Google Shape;115;p14"/>
            <p:cNvCxnSpPr/>
            <p:nvPr/>
          </p:nvCxnSpPr>
          <p:spPr>
            <a:xfrm rot="10800000">
              <a:off x="9798" y="4755"/>
              <a:ext cx="720" cy="0"/>
            </a:xfrm>
            <a:prstGeom prst="straightConnector1">
              <a:avLst/>
            </a:prstGeom>
            <a:ln w="19050">
              <a:headEnd type="none" w="sm" len="sm"/>
              <a:tailEnd type="none" w="sm" len="sm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52" name="文本框 67"/>
            <p:cNvSpPr txBox="1"/>
            <p:nvPr/>
          </p:nvSpPr>
          <p:spPr>
            <a:xfrm>
              <a:off x="10538" y="4510"/>
              <a:ext cx="802" cy="4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1400" dirty="0"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Stop</a:t>
              </a:r>
              <a:endParaRPr lang="en-US" altLang="zh-CN" sz="14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</p:grpSp>
      <p:sp>
        <p:nvSpPr>
          <p:cNvPr id="54" name="文本框 68"/>
          <p:cNvSpPr txBox="1"/>
          <p:nvPr/>
        </p:nvSpPr>
        <p:spPr>
          <a:xfrm>
            <a:off x="-890671" y="2276188"/>
            <a:ext cx="5384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1400" dirty="0">
                <a:solidFill>
                  <a:srgbClr val="00B050"/>
                </a:solidFill>
              </a:rPr>
              <a:t>绿色</a:t>
            </a:r>
            <a:endParaRPr lang="zh-CN" altLang="en-US" sz="1400" dirty="0">
              <a:solidFill>
                <a:srgbClr val="00B050"/>
              </a:solidFill>
            </a:endParaRPr>
          </a:p>
        </p:txBody>
      </p:sp>
      <p:grpSp>
        <p:nvGrpSpPr>
          <p:cNvPr id="40" name="组合 8"/>
          <p:cNvGrpSpPr/>
          <p:nvPr/>
        </p:nvGrpSpPr>
        <p:grpSpPr>
          <a:xfrm>
            <a:off x="2808605" y="4222750"/>
            <a:ext cx="1066800" cy="2616835"/>
            <a:chOff x="8533167" y="1924272"/>
            <a:chExt cx="1099206" cy="1385455"/>
          </a:xfrm>
        </p:grpSpPr>
        <p:cxnSp>
          <p:nvCxnSpPr>
            <p:cNvPr id="11" name="Google Shape;119;p14"/>
            <p:cNvCxnSpPr/>
            <p:nvPr/>
          </p:nvCxnSpPr>
          <p:spPr>
            <a:xfrm flipH="1">
              <a:off x="8533168" y="1924272"/>
              <a:ext cx="1099205" cy="0"/>
            </a:xfrm>
            <a:prstGeom prst="straightConnector1">
              <a:avLst/>
            </a:prstGeom>
            <a:noFill/>
            <a:ln w="19050" cap="flat" cmpd="sng">
              <a:solidFill>
                <a:srgbClr val="FF8E1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1" name="Google Shape;119;p14"/>
            <p:cNvCxnSpPr/>
            <p:nvPr/>
          </p:nvCxnSpPr>
          <p:spPr>
            <a:xfrm flipH="1">
              <a:off x="8533167" y="2618454"/>
              <a:ext cx="1099205" cy="0"/>
            </a:xfrm>
            <a:prstGeom prst="straightConnector1">
              <a:avLst/>
            </a:prstGeom>
            <a:noFill/>
            <a:ln w="19050" cap="flat" cmpd="sng">
              <a:solidFill>
                <a:srgbClr val="FF8E1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2" name="Google Shape;119;p14"/>
            <p:cNvCxnSpPr/>
            <p:nvPr/>
          </p:nvCxnSpPr>
          <p:spPr>
            <a:xfrm flipH="1">
              <a:off x="8533168" y="3309727"/>
              <a:ext cx="1099205" cy="0"/>
            </a:xfrm>
            <a:prstGeom prst="straightConnector1">
              <a:avLst/>
            </a:prstGeom>
            <a:noFill/>
            <a:ln w="19050" cap="flat" cmpd="sng">
              <a:solidFill>
                <a:srgbClr val="FF8E11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cxnSp>
        <p:nvCxnSpPr>
          <p:cNvPr id="36" name="Google Shape;123;p14"/>
          <p:cNvCxnSpPr/>
          <p:nvPr/>
        </p:nvCxnSpPr>
        <p:spPr>
          <a:xfrm flipH="1">
            <a:off x="3676884" y="6844378"/>
            <a:ext cx="3199130" cy="0"/>
          </a:xfrm>
          <a:prstGeom prst="straightConnector1">
            <a:avLst/>
          </a:prstGeom>
          <a:noFill/>
          <a:ln w="19050" cap="flat" cmpd="sng">
            <a:solidFill>
              <a:srgbClr val="FF8E11"/>
            </a:solidFill>
            <a:prstDash val="dot"/>
            <a:round/>
            <a:headEnd type="none" w="sm" len="sm"/>
            <a:tailEnd type="none" w="sm" len="sm"/>
          </a:ln>
        </p:spPr>
      </p:cxnSp>
      <p:sp>
        <p:nvSpPr>
          <p:cNvPr id="38" name="Google Shape;113;p14"/>
          <p:cNvSpPr/>
          <p:nvPr/>
        </p:nvSpPr>
        <p:spPr>
          <a:xfrm>
            <a:off x="11931884" y="5900768"/>
            <a:ext cx="365760" cy="182880"/>
          </a:xfrm>
          <a:prstGeom prst="rect">
            <a:avLst/>
          </a:prstGeom>
          <a:solidFill>
            <a:srgbClr val="FF0000">
              <a:alpha val="49800"/>
            </a:srgbClr>
          </a:solidFill>
          <a:ln>
            <a:noFill/>
          </a:ln>
        </p:spPr>
        <p:txBody>
          <a:bodyPr spcFirstLastPara="1" wrap="square" lIns="146280" tIns="73120" rIns="146280" bIns="73120" anchor="ctr" anchorCtr="0">
            <a:noAutofit/>
          </a:bodyPr>
          <a:p>
            <a:pPr algn="ctr"/>
            <a:endParaRPr sz="1280" dirty="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sp>
        <p:nvSpPr>
          <p:cNvPr id="39" name="文本框 36"/>
          <p:cNvSpPr txBox="1"/>
          <p:nvPr/>
        </p:nvSpPr>
        <p:spPr>
          <a:xfrm>
            <a:off x="7167245" y="826046"/>
            <a:ext cx="2870200" cy="73723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 sz="1400" b="1" dirty="0">
                <a:solidFill>
                  <a:srgbClr val="316B93"/>
                </a:solidFill>
              </a:rPr>
              <a:t>TR</a:t>
            </a:r>
            <a:r>
              <a:rPr lang="zh-CN" altLang="en-US" sz="1400" b="1" dirty="0">
                <a:solidFill>
                  <a:srgbClr val="316B93"/>
                </a:solidFill>
              </a:rPr>
              <a:t>持续时间越长</a:t>
            </a:r>
            <a:endParaRPr lang="zh-CN" altLang="en-US" sz="1400" b="1" dirty="0">
              <a:solidFill>
                <a:srgbClr val="316B93"/>
              </a:solidFill>
            </a:endParaRPr>
          </a:p>
          <a:p>
            <a:r>
              <a:rPr lang="zh-CN" altLang="en-US" sz="1400" b="1" dirty="0">
                <a:solidFill>
                  <a:srgbClr val="316B93"/>
                </a:solidFill>
              </a:rPr>
              <a:t>左边的</a:t>
            </a:r>
            <a:r>
              <a:rPr lang="en-US" altLang="zh-CN" sz="1400" b="1" dirty="0">
                <a:solidFill>
                  <a:srgbClr val="316B93"/>
                </a:solidFill>
              </a:rPr>
              <a:t>context</a:t>
            </a:r>
            <a:r>
              <a:rPr lang="zh-CN" altLang="en-US" sz="1400" b="1" dirty="0">
                <a:solidFill>
                  <a:srgbClr val="316B93"/>
                </a:solidFill>
              </a:rPr>
              <a:t>影响就越小</a:t>
            </a:r>
            <a:endParaRPr lang="zh-CN" altLang="en-US" sz="1400" b="1" dirty="0">
              <a:solidFill>
                <a:srgbClr val="316B93"/>
              </a:solidFill>
            </a:endParaRPr>
          </a:p>
          <a:p>
            <a:r>
              <a:rPr lang="zh-CN" altLang="en-US" sz="1400" b="1" dirty="0">
                <a:solidFill>
                  <a:srgbClr val="316B93"/>
                </a:solidFill>
              </a:rPr>
              <a:t>最终向上向下突破的概率变成</a:t>
            </a:r>
            <a:r>
              <a:rPr lang="en-US" altLang="zh-CN" sz="1400" b="1" dirty="0">
                <a:solidFill>
                  <a:srgbClr val="316B93"/>
                </a:solidFill>
              </a:rPr>
              <a:t>55</a:t>
            </a:r>
            <a:r>
              <a:rPr lang="zh-CN" altLang="en-US" sz="1400" b="1" dirty="0">
                <a:solidFill>
                  <a:srgbClr val="316B93"/>
                </a:solidFill>
              </a:rPr>
              <a:t>开</a:t>
            </a:r>
            <a:endParaRPr lang="zh-CN" altLang="en-US" sz="1400" b="1" dirty="0">
              <a:solidFill>
                <a:srgbClr val="316B93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1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118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pic>
        <p:nvPicPr>
          <p:cNvPr id="119" name="Picture 3" descr="Slide 9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2" name="文本框 36"/>
          <p:cNvSpPr txBox="1"/>
          <p:nvPr/>
        </p:nvSpPr>
        <p:spPr>
          <a:xfrm>
            <a:off x="-1834515" y="492671"/>
            <a:ext cx="45720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316B93"/>
                </a:solidFill>
              </a:rPr>
              <a:t>深蓝</a:t>
            </a:r>
            <a:endParaRPr lang="zh-CN" altLang="en-US" sz="1400" dirty="0">
              <a:solidFill>
                <a:srgbClr val="316B93"/>
              </a:solidFill>
            </a:endParaRPr>
          </a:p>
        </p:txBody>
      </p:sp>
      <p:sp>
        <p:nvSpPr>
          <p:cNvPr id="3" name="文本框 37"/>
          <p:cNvSpPr txBox="1"/>
          <p:nvPr/>
        </p:nvSpPr>
        <p:spPr>
          <a:xfrm>
            <a:off x="-890671" y="492671"/>
            <a:ext cx="45720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AF8647"/>
                </a:solidFill>
              </a:rPr>
              <a:t>褐色</a:t>
            </a:r>
            <a:endParaRPr lang="zh-CN" altLang="en-US" sz="1400" dirty="0">
              <a:solidFill>
                <a:srgbClr val="AF8647"/>
              </a:solidFill>
            </a:endParaRPr>
          </a:p>
        </p:txBody>
      </p:sp>
      <p:sp>
        <p:nvSpPr>
          <p:cNvPr id="4" name="文本框 38"/>
          <p:cNvSpPr txBox="1"/>
          <p:nvPr/>
        </p:nvSpPr>
        <p:spPr>
          <a:xfrm>
            <a:off x="-1834515" y="1086833"/>
            <a:ext cx="457200" cy="3073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256824"/>
                </a:solidFill>
              </a:rPr>
              <a:t>深绿</a:t>
            </a:r>
            <a:endParaRPr lang="zh-CN" altLang="en-US" sz="1400" dirty="0">
              <a:solidFill>
                <a:srgbClr val="256824"/>
              </a:solidFill>
            </a:endParaRPr>
          </a:p>
        </p:txBody>
      </p:sp>
      <p:sp>
        <p:nvSpPr>
          <p:cNvPr id="5" name="文本框 39"/>
          <p:cNvSpPr txBox="1"/>
          <p:nvPr/>
        </p:nvSpPr>
        <p:spPr>
          <a:xfrm>
            <a:off x="-890671" y="1087468"/>
            <a:ext cx="457200" cy="3073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CE1DD3"/>
                </a:solidFill>
              </a:rPr>
              <a:t>紫色</a:t>
            </a:r>
            <a:endParaRPr lang="zh-CN" altLang="en-US" sz="1400" dirty="0">
              <a:solidFill>
                <a:srgbClr val="CE1DD3"/>
              </a:solidFill>
            </a:endParaRPr>
          </a:p>
        </p:txBody>
      </p:sp>
      <p:sp>
        <p:nvSpPr>
          <p:cNvPr id="6" name="文本框 40"/>
          <p:cNvSpPr txBox="1"/>
          <p:nvPr/>
        </p:nvSpPr>
        <p:spPr>
          <a:xfrm>
            <a:off x="-1834515" y="1680558"/>
            <a:ext cx="457200" cy="3073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BA1C20"/>
                </a:solidFill>
              </a:rPr>
              <a:t>深红</a:t>
            </a:r>
            <a:endParaRPr lang="zh-CN" altLang="en-US" sz="1400" dirty="0">
              <a:solidFill>
                <a:srgbClr val="BA1C20"/>
              </a:solidFill>
            </a:endParaRPr>
          </a:p>
        </p:txBody>
      </p:sp>
      <p:sp>
        <p:nvSpPr>
          <p:cNvPr id="8" name="Google Shape;60;p14"/>
          <p:cNvSpPr/>
          <p:nvPr/>
        </p:nvSpPr>
        <p:spPr>
          <a:xfrm>
            <a:off x="-890671" y="3339813"/>
            <a:ext cx="365760" cy="182880"/>
          </a:xfrm>
          <a:prstGeom prst="rect">
            <a:avLst/>
          </a:prstGeom>
          <a:solidFill>
            <a:srgbClr val="33CC33">
              <a:alpha val="20000"/>
            </a:srgbClr>
          </a:solidFill>
          <a:ln>
            <a:noFill/>
          </a:ln>
        </p:spPr>
        <p:txBody>
          <a:bodyPr spcFirstLastPara="1" wrap="square" lIns="146280" tIns="73120" rIns="146280" bIns="73120" anchor="ctr" anchorCtr="0">
            <a:noAutofit/>
          </a:bodyPr>
          <a:lstStyle/>
          <a:p>
            <a:pPr algn="ctr"/>
            <a:endParaRPr sz="288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sp>
        <p:nvSpPr>
          <p:cNvPr id="9" name="Google Shape;113;p14"/>
          <p:cNvSpPr/>
          <p:nvPr/>
        </p:nvSpPr>
        <p:spPr>
          <a:xfrm>
            <a:off x="-890671" y="2869913"/>
            <a:ext cx="365760" cy="182880"/>
          </a:xfrm>
          <a:prstGeom prst="rect">
            <a:avLst/>
          </a:prstGeom>
          <a:solidFill>
            <a:srgbClr val="FF0000">
              <a:alpha val="49800"/>
            </a:srgbClr>
          </a:solidFill>
          <a:ln>
            <a:noFill/>
          </a:ln>
        </p:spPr>
        <p:txBody>
          <a:bodyPr spcFirstLastPara="1" wrap="square" lIns="146280" tIns="73120" rIns="146280" bIns="73120" anchor="ctr" anchorCtr="0">
            <a:noAutofit/>
          </a:bodyPr>
          <a:lstStyle/>
          <a:p>
            <a:pPr algn="ctr"/>
            <a:endParaRPr sz="1280" dirty="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sp>
        <p:nvSpPr>
          <p:cNvPr id="10" name="Google Shape;114;p14"/>
          <p:cNvSpPr/>
          <p:nvPr/>
        </p:nvSpPr>
        <p:spPr>
          <a:xfrm>
            <a:off x="-1743075" y="2868008"/>
            <a:ext cx="365760" cy="182880"/>
          </a:xfrm>
          <a:prstGeom prst="rect">
            <a:avLst/>
          </a:prstGeom>
          <a:solidFill>
            <a:srgbClr val="33CC33">
              <a:alpha val="49800"/>
            </a:srgbClr>
          </a:solidFill>
          <a:ln>
            <a:noFill/>
          </a:ln>
        </p:spPr>
        <p:txBody>
          <a:bodyPr spcFirstLastPara="1" wrap="square" lIns="146280" tIns="73120" rIns="146280" bIns="73120" anchor="ctr" anchorCtr="0">
            <a:noAutofit/>
          </a:bodyPr>
          <a:lstStyle/>
          <a:p>
            <a:pPr algn="ctr"/>
            <a:endParaRPr sz="1280" dirty="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cxnSp>
        <p:nvCxnSpPr>
          <p:cNvPr id="12" name="Google Shape;116;p14"/>
          <p:cNvCxnSpPr/>
          <p:nvPr/>
        </p:nvCxnSpPr>
        <p:spPr>
          <a:xfrm rot="10800000">
            <a:off x="-1834515" y="5031453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3" name="Google Shape;120;p14"/>
          <p:cNvCxnSpPr/>
          <p:nvPr/>
        </p:nvCxnSpPr>
        <p:spPr>
          <a:xfrm flipH="1">
            <a:off x="-890671" y="5323553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4" name="Google Shape;121;p14"/>
          <p:cNvCxnSpPr/>
          <p:nvPr/>
        </p:nvCxnSpPr>
        <p:spPr>
          <a:xfrm flipH="1">
            <a:off x="-890671" y="5610573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5" name="Google Shape;118;p14"/>
          <p:cNvCxnSpPr/>
          <p:nvPr/>
        </p:nvCxnSpPr>
        <p:spPr>
          <a:xfrm rot="10800000">
            <a:off x="-1834515" y="5317838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00FF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6" name="Google Shape;119;p14"/>
          <p:cNvCxnSpPr/>
          <p:nvPr/>
        </p:nvCxnSpPr>
        <p:spPr>
          <a:xfrm rot="10800000">
            <a:off x="-1834515" y="5604223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8E1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7" name="Google Shape;123;p14"/>
          <p:cNvCxnSpPr/>
          <p:nvPr/>
        </p:nvCxnSpPr>
        <p:spPr>
          <a:xfrm flipH="1">
            <a:off x="-890671" y="6184613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8E11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8" name="Google Shape;124;p14"/>
          <p:cNvCxnSpPr/>
          <p:nvPr/>
        </p:nvCxnSpPr>
        <p:spPr>
          <a:xfrm flipH="1">
            <a:off x="-890671" y="5897593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00FF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9" name="Google Shape;65;p14"/>
          <p:cNvCxnSpPr/>
          <p:nvPr/>
        </p:nvCxnSpPr>
        <p:spPr>
          <a:xfrm flipH="1">
            <a:off x="-1834515" y="6176993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4" name="Google Shape;75;p14"/>
          <p:cNvCxnSpPr/>
          <p:nvPr/>
        </p:nvCxnSpPr>
        <p:spPr>
          <a:xfrm flipH="1">
            <a:off x="-1834515" y="5890608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stealth" w="med" len="med"/>
          </a:ln>
        </p:spPr>
      </p:cxnSp>
      <p:sp>
        <p:nvSpPr>
          <p:cNvPr id="27" name="Rectangle 218"/>
          <p:cNvSpPr/>
          <p:nvPr/>
        </p:nvSpPr>
        <p:spPr>
          <a:xfrm>
            <a:off x="-1743075" y="3337273"/>
            <a:ext cx="365760" cy="182880"/>
          </a:xfrm>
          <a:prstGeom prst="rect">
            <a:avLst/>
          </a:prstGeom>
          <a:solidFill>
            <a:srgbClr val="D2691E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80"/>
          </a:p>
        </p:txBody>
      </p:sp>
      <p:sp>
        <p:nvSpPr>
          <p:cNvPr id="28" name="Rectangle 328"/>
          <p:cNvSpPr/>
          <p:nvPr/>
        </p:nvSpPr>
        <p:spPr>
          <a:xfrm>
            <a:off x="-890671" y="3809713"/>
            <a:ext cx="457200" cy="36576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80"/>
          </a:p>
        </p:txBody>
      </p:sp>
      <p:sp>
        <p:nvSpPr>
          <p:cNvPr id="29" name="Rectangle 331"/>
          <p:cNvSpPr/>
          <p:nvPr/>
        </p:nvSpPr>
        <p:spPr>
          <a:xfrm>
            <a:off x="-1834515" y="3806538"/>
            <a:ext cx="457200" cy="365760"/>
          </a:xfrm>
          <a:prstGeom prst="rect">
            <a:avLst/>
          </a:prstGeom>
          <a:ln w="19050">
            <a:solidFill>
              <a:srgbClr val="00A4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2880"/>
          </a:p>
        </p:txBody>
      </p:sp>
      <p:sp>
        <p:nvSpPr>
          <p:cNvPr id="33" name="文本框 67"/>
          <p:cNvSpPr txBox="1"/>
          <p:nvPr/>
        </p:nvSpPr>
        <p:spPr>
          <a:xfrm>
            <a:off x="-890671" y="1681828"/>
            <a:ext cx="457200" cy="3073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黑色</a:t>
            </a:r>
            <a:endParaRPr lang="zh-CN" altLang="en-US" sz="1400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34" name="文本框 68"/>
          <p:cNvSpPr txBox="1"/>
          <p:nvPr/>
        </p:nvSpPr>
        <p:spPr>
          <a:xfrm>
            <a:off x="-1834515" y="2274283"/>
            <a:ext cx="457200" cy="3073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FF0000"/>
                </a:solidFill>
              </a:rPr>
              <a:t>红色</a:t>
            </a:r>
            <a:endParaRPr lang="zh-CN" altLang="en-US" sz="1400" dirty="0">
              <a:solidFill>
                <a:srgbClr val="FF0000"/>
              </a:solidFill>
            </a:endParaRPr>
          </a:p>
        </p:txBody>
      </p:sp>
      <p:grpSp>
        <p:nvGrpSpPr>
          <p:cNvPr id="7" name="组合 8"/>
          <p:cNvGrpSpPr/>
          <p:nvPr/>
        </p:nvGrpSpPr>
        <p:grpSpPr>
          <a:xfrm>
            <a:off x="-1834515" y="6463378"/>
            <a:ext cx="457200" cy="548640"/>
            <a:chOff x="8533167" y="1924272"/>
            <a:chExt cx="1099206" cy="1385455"/>
          </a:xfrm>
        </p:grpSpPr>
        <p:cxnSp>
          <p:nvCxnSpPr>
            <p:cNvPr id="20" name="Google Shape;119;p14"/>
            <p:cNvCxnSpPr/>
            <p:nvPr/>
          </p:nvCxnSpPr>
          <p:spPr>
            <a:xfrm flipH="1">
              <a:off x="8533168" y="1924272"/>
              <a:ext cx="1099205" cy="0"/>
            </a:xfrm>
            <a:prstGeom prst="straightConnector1">
              <a:avLst/>
            </a:prstGeom>
            <a:noFill/>
            <a:ln w="19050" cap="flat" cmpd="sng">
              <a:solidFill>
                <a:srgbClr val="FF8E1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1" name="Google Shape;119;p14"/>
            <p:cNvCxnSpPr/>
            <p:nvPr/>
          </p:nvCxnSpPr>
          <p:spPr>
            <a:xfrm flipH="1">
              <a:off x="8533167" y="2618454"/>
              <a:ext cx="1099205" cy="0"/>
            </a:xfrm>
            <a:prstGeom prst="straightConnector1">
              <a:avLst/>
            </a:prstGeom>
            <a:noFill/>
            <a:ln w="19050" cap="flat" cmpd="sng">
              <a:solidFill>
                <a:srgbClr val="FF8E1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2" name="Google Shape;119;p14"/>
            <p:cNvCxnSpPr/>
            <p:nvPr/>
          </p:nvCxnSpPr>
          <p:spPr>
            <a:xfrm flipH="1">
              <a:off x="8533168" y="3309727"/>
              <a:ext cx="1099205" cy="0"/>
            </a:xfrm>
            <a:prstGeom prst="straightConnector1">
              <a:avLst/>
            </a:prstGeom>
            <a:noFill/>
            <a:ln w="19050" cap="flat" cmpd="sng">
              <a:solidFill>
                <a:srgbClr val="FF8E11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grpSp>
        <p:nvGrpSpPr>
          <p:cNvPr id="23" name="组合 22"/>
          <p:cNvGrpSpPr/>
          <p:nvPr/>
        </p:nvGrpSpPr>
        <p:grpSpPr>
          <a:xfrm>
            <a:off x="-890671" y="6471633"/>
            <a:ext cx="457200" cy="548640"/>
            <a:chOff x="8824317" y="1696204"/>
            <a:chExt cx="1140564" cy="1575691"/>
          </a:xfrm>
        </p:grpSpPr>
        <p:grpSp>
          <p:nvGrpSpPr>
            <p:cNvPr id="25" name="组合 14"/>
            <p:cNvGrpSpPr/>
            <p:nvPr/>
          </p:nvGrpSpPr>
          <p:grpSpPr>
            <a:xfrm>
              <a:off x="8824318" y="1696204"/>
              <a:ext cx="1140563" cy="1057388"/>
              <a:chOff x="8533167" y="1924272"/>
              <a:chExt cx="1099206" cy="1385455"/>
            </a:xfrm>
          </p:grpSpPr>
          <p:cxnSp>
            <p:nvCxnSpPr>
              <p:cNvPr id="26" name="Google Shape;119;p14"/>
              <p:cNvCxnSpPr/>
              <p:nvPr/>
            </p:nvCxnSpPr>
            <p:spPr>
              <a:xfrm flipH="1">
                <a:off x="8533168" y="1924272"/>
                <a:ext cx="1099205" cy="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FF8E1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30" name="Google Shape;119;p14"/>
              <p:cNvCxnSpPr/>
              <p:nvPr/>
            </p:nvCxnSpPr>
            <p:spPr>
              <a:xfrm flipH="1">
                <a:off x="8533167" y="2618454"/>
                <a:ext cx="1099205" cy="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FF8E1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35" name="Google Shape;119;p14"/>
              <p:cNvCxnSpPr/>
              <p:nvPr/>
            </p:nvCxnSpPr>
            <p:spPr>
              <a:xfrm flipH="1">
                <a:off x="8533168" y="3309727"/>
                <a:ext cx="1099205" cy="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FF8E1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</p:grpSp>
        <p:cxnSp>
          <p:nvCxnSpPr>
            <p:cNvPr id="37" name="Google Shape;119;p14"/>
            <p:cNvCxnSpPr/>
            <p:nvPr/>
          </p:nvCxnSpPr>
          <p:spPr>
            <a:xfrm flipH="1">
              <a:off x="8824317" y="3271895"/>
              <a:ext cx="1140562" cy="0"/>
            </a:xfrm>
            <a:prstGeom prst="straightConnector1">
              <a:avLst/>
            </a:prstGeom>
            <a:noFill/>
            <a:ln w="19050" cap="flat" cmpd="sng">
              <a:solidFill>
                <a:srgbClr val="FF8E11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cxnSp>
        <p:nvCxnSpPr>
          <p:cNvPr id="47" name="Google Shape;116;p14"/>
          <p:cNvCxnSpPr/>
          <p:nvPr/>
        </p:nvCxnSpPr>
        <p:spPr>
          <a:xfrm rot="10800000">
            <a:off x="-890671" y="5036533"/>
            <a:ext cx="457200" cy="0"/>
          </a:xfrm>
          <a:prstGeom prst="straightConnector1">
            <a:avLst/>
          </a:prstGeom>
          <a:noFill/>
          <a:ln w="19050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53" name="Group 52"/>
          <p:cNvGrpSpPr/>
          <p:nvPr/>
        </p:nvGrpSpPr>
        <p:grpSpPr>
          <a:xfrm>
            <a:off x="-1751965" y="4525010"/>
            <a:ext cx="1318260" cy="306705"/>
            <a:chOff x="9798" y="4510"/>
            <a:chExt cx="1542" cy="483"/>
          </a:xfrm>
        </p:grpSpPr>
        <p:cxnSp>
          <p:nvCxnSpPr>
            <p:cNvPr id="51" name="Google Shape;115;p14"/>
            <p:cNvCxnSpPr/>
            <p:nvPr/>
          </p:nvCxnSpPr>
          <p:spPr>
            <a:xfrm rot="10800000">
              <a:off x="9798" y="4755"/>
              <a:ext cx="720" cy="0"/>
            </a:xfrm>
            <a:prstGeom prst="straightConnector1">
              <a:avLst/>
            </a:prstGeom>
            <a:ln w="19050">
              <a:headEnd type="none" w="sm" len="sm"/>
              <a:tailEnd type="none" w="sm" len="sm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52" name="文本框 67"/>
            <p:cNvSpPr txBox="1"/>
            <p:nvPr/>
          </p:nvSpPr>
          <p:spPr>
            <a:xfrm>
              <a:off x="10538" y="4510"/>
              <a:ext cx="802" cy="4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1400" dirty="0"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Stop</a:t>
              </a:r>
              <a:endParaRPr lang="en-US" altLang="zh-CN" sz="14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</p:grpSp>
      <p:sp>
        <p:nvSpPr>
          <p:cNvPr id="54" name="文本框 68"/>
          <p:cNvSpPr txBox="1"/>
          <p:nvPr/>
        </p:nvSpPr>
        <p:spPr>
          <a:xfrm>
            <a:off x="-890671" y="2276188"/>
            <a:ext cx="5384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1400" dirty="0">
                <a:solidFill>
                  <a:srgbClr val="00B050"/>
                </a:solidFill>
              </a:rPr>
              <a:t>绿色</a:t>
            </a:r>
            <a:endParaRPr lang="zh-CN" altLang="en-US" sz="1400" dirty="0">
              <a:solidFill>
                <a:srgbClr val="00B050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7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pic>
        <p:nvPicPr>
          <p:cNvPr id="8" name="Picture 3" descr="Slide 10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2" name="文本框 36"/>
          <p:cNvSpPr txBox="1"/>
          <p:nvPr/>
        </p:nvSpPr>
        <p:spPr>
          <a:xfrm>
            <a:off x="-1834515" y="492671"/>
            <a:ext cx="45720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316B93"/>
                </a:solidFill>
              </a:rPr>
              <a:t>深蓝</a:t>
            </a:r>
            <a:endParaRPr lang="zh-CN" altLang="en-US" sz="1400" dirty="0">
              <a:solidFill>
                <a:srgbClr val="316B93"/>
              </a:solidFill>
            </a:endParaRPr>
          </a:p>
        </p:txBody>
      </p:sp>
      <p:sp>
        <p:nvSpPr>
          <p:cNvPr id="3" name="文本框 37"/>
          <p:cNvSpPr txBox="1"/>
          <p:nvPr/>
        </p:nvSpPr>
        <p:spPr>
          <a:xfrm>
            <a:off x="-890671" y="492671"/>
            <a:ext cx="45720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AF8647"/>
                </a:solidFill>
              </a:rPr>
              <a:t>褐色</a:t>
            </a:r>
            <a:endParaRPr lang="zh-CN" altLang="en-US" sz="1400" dirty="0">
              <a:solidFill>
                <a:srgbClr val="AF8647"/>
              </a:solidFill>
            </a:endParaRPr>
          </a:p>
        </p:txBody>
      </p:sp>
      <p:sp>
        <p:nvSpPr>
          <p:cNvPr id="4" name="文本框 38"/>
          <p:cNvSpPr txBox="1"/>
          <p:nvPr/>
        </p:nvSpPr>
        <p:spPr>
          <a:xfrm>
            <a:off x="-1834515" y="1086833"/>
            <a:ext cx="457200" cy="3073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256824"/>
                </a:solidFill>
              </a:rPr>
              <a:t>深绿</a:t>
            </a:r>
            <a:endParaRPr lang="zh-CN" altLang="en-US" sz="1400" dirty="0">
              <a:solidFill>
                <a:srgbClr val="256824"/>
              </a:solidFill>
            </a:endParaRPr>
          </a:p>
        </p:txBody>
      </p:sp>
      <p:sp>
        <p:nvSpPr>
          <p:cNvPr id="36" name="文本框 39"/>
          <p:cNvSpPr txBox="1"/>
          <p:nvPr/>
        </p:nvSpPr>
        <p:spPr>
          <a:xfrm>
            <a:off x="-890671" y="1087468"/>
            <a:ext cx="457200" cy="3073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CE1DD3"/>
                </a:solidFill>
              </a:rPr>
              <a:t>紫色</a:t>
            </a:r>
            <a:endParaRPr lang="zh-CN" altLang="en-US" sz="1400" dirty="0">
              <a:solidFill>
                <a:srgbClr val="CE1DD3"/>
              </a:solidFill>
            </a:endParaRPr>
          </a:p>
        </p:txBody>
      </p:sp>
      <p:sp>
        <p:nvSpPr>
          <p:cNvPr id="9" name="文本框 40"/>
          <p:cNvSpPr txBox="1"/>
          <p:nvPr/>
        </p:nvSpPr>
        <p:spPr>
          <a:xfrm>
            <a:off x="-1834515" y="1680558"/>
            <a:ext cx="457200" cy="3073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BA1C20"/>
                </a:solidFill>
              </a:rPr>
              <a:t>深红</a:t>
            </a:r>
            <a:endParaRPr lang="zh-CN" altLang="en-US" sz="1400" dirty="0">
              <a:solidFill>
                <a:srgbClr val="BA1C20"/>
              </a:solidFill>
            </a:endParaRPr>
          </a:p>
        </p:txBody>
      </p:sp>
      <p:sp>
        <p:nvSpPr>
          <p:cNvPr id="10" name="Google Shape;60;p14"/>
          <p:cNvSpPr/>
          <p:nvPr/>
        </p:nvSpPr>
        <p:spPr>
          <a:xfrm>
            <a:off x="-890671" y="3339813"/>
            <a:ext cx="365760" cy="182880"/>
          </a:xfrm>
          <a:prstGeom prst="rect">
            <a:avLst/>
          </a:prstGeom>
          <a:solidFill>
            <a:srgbClr val="33CC33">
              <a:alpha val="20000"/>
            </a:srgbClr>
          </a:solidFill>
          <a:ln>
            <a:noFill/>
          </a:ln>
        </p:spPr>
        <p:txBody>
          <a:bodyPr spcFirstLastPara="1" wrap="square" lIns="146280" tIns="73120" rIns="146280" bIns="73120" anchor="ctr" anchorCtr="0">
            <a:noAutofit/>
          </a:bodyPr>
          <a:lstStyle/>
          <a:p>
            <a:pPr algn="ctr"/>
            <a:endParaRPr sz="288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sp>
        <p:nvSpPr>
          <p:cNvPr id="11" name="Google Shape;113;p14"/>
          <p:cNvSpPr/>
          <p:nvPr/>
        </p:nvSpPr>
        <p:spPr>
          <a:xfrm>
            <a:off x="-890671" y="2869913"/>
            <a:ext cx="365760" cy="182880"/>
          </a:xfrm>
          <a:prstGeom prst="rect">
            <a:avLst/>
          </a:prstGeom>
          <a:solidFill>
            <a:srgbClr val="FF0000">
              <a:alpha val="49800"/>
            </a:srgbClr>
          </a:solidFill>
          <a:ln>
            <a:noFill/>
          </a:ln>
        </p:spPr>
        <p:txBody>
          <a:bodyPr spcFirstLastPara="1" wrap="square" lIns="146280" tIns="73120" rIns="146280" bIns="73120" anchor="ctr" anchorCtr="0">
            <a:noAutofit/>
          </a:bodyPr>
          <a:lstStyle/>
          <a:p>
            <a:pPr algn="ctr"/>
            <a:endParaRPr sz="1280" dirty="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sp>
        <p:nvSpPr>
          <p:cNvPr id="12" name="Google Shape;114;p14"/>
          <p:cNvSpPr/>
          <p:nvPr/>
        </p:nvSpPr>
        <p:spPr>
          <a:xfrm>
            <a:off x="-1743075" y="2868008"/>
            <a:ext cx="365760" cy="182880"/>
          </a:xfrm>
          <a:prstGeom prst="rect">
            <a:avLst/>
          </a:prstGeom>
          <a:solidFill>
            <a:srgbClr val="33CC33">
              <a:alpha val="49800"/>
            </a:srgbClr>
          </a:solidFill>
          <a:ln>
            <a:noFill/>
          </a:ln>
        </p:spPr>
        <p:txBody>
          <a:bodyPr spcFirstLastPara="1" wrap="square" lIns="146280" tIns="73120" rIns="146280" bIns="73120" anchor="ctr" anchorCtr="0">
            <a:noAutofit/>
          </a:bodyPr>
          <a:lstStyle/>
          <a:p>
            <a:pPr algn="ctr"/>
            <a:endParaRPr sz="1280" dirty="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cxnSp>
        <p:nvCxnSpPr>
          <p:cNvPr id="13" name="Google Shape;116;p14"/>
          <p:cNvCxnSpPr/>
          <p:nvPr/>
        </p:nvCxnSpPr>
        <p:spPr>
          <a:xfrm rot="10800000">
            <a:off x="-1834515" y="5031453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4" name="Google Shape;120;p14"/>
          <p:cNvCxnSpPr/>
          <p:nvPr/>
        </p:nvCxnSpPr>
        <p:spPr>
          <a:xfrm flipH="1">
            <a:off x="-890671" y="5323553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5" name="Google Shape;121;p14"/>
          <p:cNvCxnSpPr/>
          <p:nvPr/>
        </p:nvCxnSpPr>
        <p:spPr>
          <a:xfrm flipH="1">
            <a:off x="-890671" y="5610573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6" name="Google Shape;118;p14"/>
          <p:cNvCxnSpPr/>
          <p:nvPr/>
        </p:nvCxnSpPr>
        <p:spPr>
          <a:xfrm rot="10800000">
            <a:off x="-1834515" y="5317838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00FF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7" name="Google Shape;119;p14"/>
          <p:cNvCxnSpPr/>
          <p:nvPr/>
        </p:nvCxnSpPr>
        <p:spPr>
          <a:xfrm rot="10800000">
            <a:off x="-1834515" y="5604223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8E1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8" name="Google Shape;123;p14"/>
          <p:cNvCxnSpPr/>
          <p:nvPr/>
        </p:nvCxnSpPr>
        <p:spPr>
          <a:xfrm flipH="1">
            <a:off x="-890671" y="6184613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8E11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9" name="Google Shape;124;p14"/>
          <p:cNvCxnSpPr/>
          <p:nvPr/>
        </p:nvCxnSpPr>
        <p:spPr>
          <a:xfrm flipH="1">
            <a:off x="-890671" y="5897593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00FF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20" name="Google Shape;65;p14"/>
          <p:cNvCxnSpPr/>
          <p:nvPr/>
        </p:nvCxnSpPr>
        <p:spPr>
          <a:xfrm flipH="1">
            <a:off x="-1834515" y="6176993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4" name="Google Shape;75;p14"/>
          <p:cNvCxnSpPr/>
          <p:nvPr/>
        </p:nvCxnSpPr>
        <p:spPr>
          <a:xfrm flipH="1">
            <a:off x="-1834515" y="5890608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stealth" w="med" len="med"/>
          </a:ln>
        </p:spPr>
      </p:cxnSp>
      <p:sp>
        <p:nvSpPr>
          <p:cNvPr id="27" name="Rectangle 218"/>
          <p:cNvSpPr/>
          <p:nvPr/>
        </p:nvSpPr>
        <p:spPr>
          <a:xfrm>
            <a:off x="-1743075" y="3337273"/>
            <a:ext cx="365760" cy="182880"/>
          </a:xfrm>
          <a:prstGeom prst="rect">
            <a:avLst/>
          </a:prstGeom>
          <a:solidFill>
            <a:srgbClr val="D2691E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80"/>
          </a:p>
        </p:txBody>
      </p:sp>
      <p:sp>
        <p:nvSpPr>
          <p:cNvPr id="28" name="Rectangle 328"/>
          <p:cNvSpPr/>
          <p:nvPr/>
        </p:nvSpPr>
        <p:spPr>
          <a:xfrm>
            <a:off x="-890671" y="3809713"/>
            <a:ext cx="457200" cy="36576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80"/>
          </a:p>
        </p:txBody>
      </p:sp>
      <p:sp>
        <p:nvSpPr>
          <p:cNvPr id="29" name="Rectangle 331"/>
          <p:cNvSpPr/>
          <p:nvPr/>
        </p:nvSpPr>
        <p:spPr>
          <a:xfrm>
            <a:off x="-1834515" y="3806538"/>
            <a:ext cx="457200" cy="365760"/>
          </a:xfrm>
          <a:prstGeom prst="rect">
            <a:avLst/>
          </a:prstGeom>
          <a:ln w="19050">
            <a:solidFill>
              <a:srgbClr val="00A4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2880"/>
          </a:p>
        </p:txBody>
      </p:sp>
      <p:sp>
        <p:nvSpPr>
          <p:cNvPr id="33" name="文本框 67"/>
          <p:cNvSpPr txBox="1"/>
          <p:nvPr/>
        </p:nvSpPr>
        <p:spPr>
          <a:xfrm>
            <a:off x="-890671" y="1681828"/>
            <a:ext cx="457200" cy="3073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黑色</a:t>
            </a:r>
            <a:endParaRPr lang="zh-CN" altLang="en-US" sz="1400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34" name="文本框 68"/>
          <p:cNvSpPr txBox="1"/>
          <p:nvPr/>
        </p:nvSpPr>
        <p:spPr>
          <a:xfrm>
            <a:off x="-1834515" y="2274283"/>
            <a:ext cx="457200" cy="3073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FF0000"/>
                </a:solidFill>
              </a:rPr>
              <a:t>红色</a:t>
            </a:r>
            <a:endParaRPr lang="zh-CN" altLang="en-US" sz="1400" dirty="0">
              <a:solidFill>
                <a:srgbClr val="FF0000"/>
              </a:solidFill>
            </a:endParaRPr>
          </a:p>
        </p:txBody>
      </p:sp>
      <p:grpSp>
        <p:nvGrpSpPr>
          <p:cNvPr id="21" name="组合 8"/>
          <p:cNvGrpSpPr/>
          <p:nvPr/>
        </p:nvGrpSpPr>
        <p:grpSpPr>
          <a:xfrm>
            <a:off x="-1834515" y="6463378"/>
            <a:ext cx="457200" cy="548640"/>
            <a:chOff x="8533167" y="1924272"/>
            <a:chExt cx="1099206" cy="1385455"/>
          </a:xfrm>
        </p:grpSpPr>
        <p:cxnSp>
          <p:nvCxnSpPr>
            <p:cNvPr id="22" name="Google Shape;119;p14"/>
            <p:cNvCxnSpPr/>
            <p:nvPr/>
          </p:nvCxnSpPr>
          <p:spPr>
            <a:xfrm flipH="1">
              <a:off x="8533168" y="1924272"/>
              <a:ext cx="1099205" cy="0"/>
            </a:xfrm>
            <a:prstGeom prst="straightConnector1">
              <a:avLst/>
            </a:prstGeom>
            <a:noFill/>
            <a:ln w="19050" cap="flat" cmpd="sng">
              <a:solidFill>
                <a:srgbClr val="FF8E1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3" name="Google Shape;119;p14"/>
            <p:cNvCxnSpPr/>
            <p:nvPr/>
          </p:nvCxnSpPr>
          <p:spPr>
            <a:xfrm flipH="1">
              <a:off x="8533167" y="2618454"/>
              <a:ext cx="1099205" cy="0"/>
            </a:xfrm>
            <a:prstGeom prst="straightConnector1">
              <a:avLst/>
            </a:prstGeom>
            <a:noFill/>
            <a:ln w="19050" cap="flat" cmpd="sng">
              <a:solidFill>
                <a:srgbClr val="FF8E1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5" name="Google Shape;119;p14"/>
            <p:cNvCxnSpPr/>
            <p:nvPr/>
          </p:nvCxnSpPr>
          <p:spPr>
            <a:xfrm flipH="1">
              <a:off x="8533168" y="3309727"/>
              <a:ext cx="1099205" cy="0"/>
            </a:xfrm>
            <a:prstGeom prst="straightConnector1">
              <a:avLst/>
            </a:prstGeom>
            <a:noFill/>
            <a:ln w="19050" cap="flat" cmpd="sng">
              <a:solidFill>
                <a:srgbClr val="FF8E11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grpSp>
        <p:nvGrpSpPr>
          <p:cNvPr id="26" name="组合 22"/>
          <p:cNvGrpSpPr/>
          <p:nvPr/>
        </p:nvGrpSpPr>
        <p:grpSpPr>
          <a:xfrm>
            <a:off x="-890671" y="6471633"/>
            <a:ext cx="457200" cy="548640"/>
            <a:chOff x="8824317" y="1696204"/>
            <a:chExt cx="1140564" cy="1575691"/>
          </a:xfrm>
        </p:grpSpPr>
        <p:grpSp>
          <p:nvGrpSpPr>
            <p:cNvPr id="30" name="组合 14"/>
            <p:cNvGrpSpPr/>
            <p:nvPr/>
          </p:nvGrpSpPr>
          <p:grpSpPr>
            <a:xfrm>
              <a:off x="8824318" y="1696204"/>
              <a:ext cx="1140563" cy="1057388"/>
              <a:chOff x="8533167" y="1924272"/>
              <a:chExt cx="1099206" cy="1385455"/>
            </a:xfrm>
          </p:grpSpPr>
          <p:cxnSp>
            <p:nvCxnSpPr>
              <p:cNvPr id="31" name="Google Shape;119;p14"/>
              <p:cNvCxnSpPr/>
              <p:nvPr/>
            </p:nvCxnSpPr>
            <p:spPr>
              <a:xfrm flipH="1">
                <a:off x="8533168" y="1924272"/>
                <a:ext cx="1099205" cy="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FF8E1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32" name="Google Shape;119;p14"/>
              <p:cNvCxnSpPr/>
              <p:nvPr/>
            </p:nvCxnSpPr>
            <p:spPr>
              <a:xfrm flipH="1">
                <a:off x="8533167" y="2618454"/>
                <a:ext cx="1099205" cy="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FF8E1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35" name="Google Shape;119;p14"/>
              <p:cNvCxnSpPr/>
              <p:nvPr/>
            </p:nvCxnSpPr>
            <p:spPr>
              <a:xfrm flipH="1">
                <a:off x="8533168" y="3309727"/>
                <a:ext cx="1099205" cy="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FF8E1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</p:grpSp>
        <p:cxnSp>
          <p:nvCxnSpPr>
            <p:cNvPr id="37" name="Google Shape;119;p14"/>
            <p:cNvCxnSpPr/>
            <p:nvPr/>
          </p:nvCxnSpPr>
          <p:spPr>
            <a:xfrm flipH="1">
              <a:off x="8824317" y="3271895"/>
              <a:ext cx="1140562" cy="0"/>
            </a:xfrm>
            <a:prstGeom prst="straightConnector1">
              <a:avLst/>
            </a:prstGeom>
            <a:noFill/>
            <a:ln w="19050" cap="flat" cmpd="sng">
              <a:solidFill>
                <a:srgbClr val="FF8E11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cxnSp>
        <p:nvCxnSpPr>
          <p:cNvPr id="47" name="Google Shape;116;p14"/>
          <p:cNvCxnSpPr/>
          <p:nvPr/>
        </p:nvCxnSpPr>
        <p:spPr>
          <a:xfrm rot="10800000">
            <a:off x="-890671" y="5036533"/>
            <a:ext cx="457200" cy="0"/>
          </a:xfrm>
          <a:prstGeom prst="straightConnector1">
            <a:avLst/>
          </a:prstGeom>
          <a:noFill/>
          <a:ln w="19050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53" name="Group 52"/>
          <p:cNvGrpSpPr/>
          <p:nvPr/>
        </p:nvGrpSpPr>
        <p:grpSpPr>
          <a:xfrm>
            <a:off x="-1751965" y="4525010"/>
            <a:ext cx="1318260" cy="306705"/>
            <a:chOff x="9798" y="4510"/>
            <a:chExt cx="1542" cy="483"/>
          </a:xfrm>
        </p:grpSpPr>
        <p:cxnSp>
          <p:nvCxnSpPr>
            <p:cNvPr id="51" name="Google Shape;115;p14"/>
            <p:cNvCxnSpPr/>
            <p:nvPr/>
          </p:nvCxnSpPr>
          <p:spPr>
            <a:xfrm rot="10800000">
              <a:off x="9798" y="4755"/>
              <a:ext cx="720" cy="0"/>
            </a:xfrm>
            <a:prstGeom prst="straightConnector1">
              <a:avLst/>
            </a:prstGeom>
            <a:ln w="19050">
              <a:headEnd type="none" w="sm" len="sm"/>
              <a:tailEnd type="none" w="sm" len="sm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52" name="文本框 67"/>
            <p:cNvSpPr txBox="1"/>
            <p:nvPr/>
          </p:nvSpPr>
          <p:spPr>
            <a:xfrm>
              <a:off x="10538" y="4510"/>
              <a:ext cx="802" cy="4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1400" dirty="0"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Stop</a:t>
              </a:r>
              <a:endParaRPr lang="en-US" altLang="zh-CN" sz="14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</p:grpSp>
      <p:sp>
        <p:nvSpPr>
          <p:cNvPr id="54" name="文本框 68"/>
          <p:cNvSpPr txBox="1"/>
          <p:nvPr/>
        </p:nvSpPr>
        <p:spPr>
          <a:xfrm>
            <a:off x="-890671" y="2276188"/>
            <a:ext cx="5384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1400" dirty="0">
                <a:solidFill>
                  <a:srgbClr val="00B050"/>
                </a:solidFill>
              </a:rPr>
              <a:t>绿色</a:t>
            </a:r>
            <a:endParaRPr lang="zh-CN" altLang="en-US" sz="1400" dirty="0">
              <a:solidFill>
                <a:srgbClr val="00B050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11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pic>
        <p:nvPicPr>
          <p:cNvPr id="12" name="Picture 3" descr="Slide 11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2" name="文本框 36"/>
          <p:cNvSpPr txBox="1"/>
          <p:nvPr/>
        </p:nvSpPr>
        <p:spPr>
          <a:xfrm>
            <a:off x="-1834515" y="492671"/>
            <a:ext cx="45720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316B93"/>
                </a:solidFill>
              </a:rPr>
              <a:t>深蓝</a:t>
            </a:r>
            <a:endParaRPr lang="zh-CN" altLang="en-US" sz="1400" dirty="0">
              <a:solidFill>
                <a:srgbClr val="316B93"/>
              </a:solidFill>
            </a:endParaRPr>
          </a:p>
        </p:txBody>
      </p:sp>
      <p:sp>
        <p:nvSpPr>
          <p:cNvPr id="3" name="文本框 37"/>
          <p:cNvSpPr txBox="1"/>
          <p:nvPr/>
        </p:nvSpPr>
        <p:spPr>
          <a:xfrm>
            <a:off x="-890671" y="492671"/>
            <a:ext cx="45720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AF8647"/>
                </a:solidFill>
              </a:rPr>
              <a:t>褐色</a:t>
            </a:r>
            <a:endParaRPr lang="zh-CN" altLang="en-US" sz="1400" dirty="0">
              <a:solidFill>
                <a:srgbClr val="AF8647"/>
              </a:solidFill>
            </a:endParaRPr>
          </a:p>
        </p:txBody>
      </p:sp>
      <p:sp>
        <p:nvSpPr>
          <p:cNvPr id="4" name="文本框 38"/>
          <p:cNvSpPr txBox="1"/>
          <p:nvPr/>
        </p:nvSpPr>
        <p:spPr>
          <a:xfrm>
            <a:off x="-1834515" y="1086833"/>
            <a:ext cx="457200" cy="3073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256824"/>
                </a:solidFill>
              </a:rPr>
              <a:t>深绿</a:t>
            </a:r>
            <a:endParaRPr lang="zh-CN" altLang="en-US" sz="1400" dirty="0">
              <a:solidFill>
                <a:srgbClr val="256824"/>
              </a:solidFill>
            </a:endParaRPr>
          </a:p>
        </p:txBody>
      </p:sp>
      <p:sp>
        <p:nvSpPr>
          <p:cNvPr id="5" name="文本框 39"/>
          <p:cNvSpPr txBox="1"/>
          <p:nvPr/>
        </p:nvSpPr>
        <p:spPr>
          <a:xfrm>
            <a:off x="-890671" y="1087468"/>
            <a:ext cx="457200" cy="3073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CE1DD3"/>
                </a:solidFill>
              </a:rPr>
              <a:t>紫色</a:t>
            </a:r>
            <a:endParaRPr lang="zh-CN" altLang="en-US" sz="1400" dirty="0">
              <a:solidFill>
                <a:srgbClr val="CE1DD3"/>
              </a:solidFill>
            </a:endParaRPr>
          </a:p>
        </p:txBody>
      </p:sp>
      <p:sp>
        <p:nvSpPr>
          <p:cNvPr id="6" name="文本框 40"/>
          <p:cNvSpPr txBox="1"/>
          <p:nvPr/>
        </p:nvSpPr>
        <p:spPr>
          <a:xfrm>
            <a:off x="-1834515" y="1680558"/>
            <a:ext cx="457200" cy="3073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BA1C20"/>
                </a:solidFill>
              </a:rPr>
              <a:t>深红</a:t>
            </a:r>
            <a:endParaRPr lang="zh-CN" altLang="en-US" sz="1400" dirty="0">
              <a:solidFill>
                <a:srgbClr val="BA1C20"/>
              </a:solidFill>
            </a:endParaRPr>
          </a:p>
        </p:txBody>
      </p:sp>
      <p:sp>
        <p:nvSpPr>
          <p:cNvPr id="8" name="Google Shape;60;p14"/>
          <p:cNvSpPr/>
          <p:nvPr/>
        </p:nvSpPr>
        <p:spPr>
          <a:xfrm>
            <a:off x="-890671" y="3339813"/>
            <a:ext cx="365760" cy="182880"/>
          </a:xfrm>
          <a:prstGeom prst="rect">
            <a:avLst/>
          </a:prstGeom>
          <a:solidFill>
            <a:srgbClr val="33CC33">
              <a:alpha val="20000"/>
            </a:srgbClr>
          </a:solidFill>
          <a:ln>
            <a:noFill/>
          </a:ln>
        </p:spPr>
        <p:txBody>
          <a:bodyPr spcFirstLastPara="1" wrap="square" lIns="146280" tIns="73120" rIns="146280" bIns="73120" anchor="ctr" anchorCtr="0">
            <a:noAutofit/>
          </a:bodyPr>
          <a:lstStyle/>
          <a:p>
            <a:pPr algn="ctr"/>
            <a:endParaRPr sz="288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sp>
        <p:nvSpPr>
          <p:cNvPr id="36" name="Google Shape;113;p14"/>
          <p:cNvSpPr/>
          <p:nvPr/>
        </p:nvSpPr>
        <p:spPr>
          <a:xfrm>
            <a:off x="-890671" y="2869913"/>
            <a:ext cx="365760" cy="182880"/>
          </a:xfrm>
          <a:prstGeom prst="rect">
            <a:avLst/>
          </a:prstGeom>
          <a:solidFill>
            <a:srgbClr val="FF0000">
              <a:alpha val="49800"/>
            </a:srgbClr>
          </a:solidFill>
          <a:ln>
            <a:noFill/>
          </a:ln>
        </p:spPr>
        <p:txBody>
          <a:bodyPr spcFirstLastPara="1" wrap="square" lIns="146280" tIns="73120" rIns="146280" bIns="73120" anchor="ctr" anchorCtr="0">
            <a:noAutofit/>
          </a:bodyPr>
          <a:lstStyle/>
          <a:p>
            <a:pPr algn="ctr"/>
            <a:endParaRPr sz="1280" dirty="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sp>
        <p:nvSpPr>
          <p:cNvPr id="7" name="Google Shape;114;p14"/>
          <p:cNvSpPr/>
          <p:nvPr/>
        </p:nvSpPr>
        <p:spPr>
          <a:xfrm>
            <a:off x="-1743075" y="2868008"/>
            <a:ext cx="365760" cy="182880"/>
          </a:xfrm>
          <a:prstGeom prst="rect">
            <a:avLst/>
          </a:prstGeom>
          <a:solidFill>
            <a:srgbClr val="33CC33">
              <a:alpha val="49800"/>
            </a:srgbClr>
          </a:solidFill>
          <a:ln>
            <a:noFill/>
          </a:ln>
        </p:spPr>
        <p:txBody>
          <a:bodyPr spcFirstLastPara="1" wrap="square" lIns="146280" tIns="73120" rIns="146280" bIns="73120" anchor="ctr" anchorCtr="0">
            <a:noAutofit/>
          </a:bodyPr>
          <a:lstStyle/>
          <a:p>
            <a:pPr algn="ctr"/>
            <a:endParaRPr sz="1280" dirty="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cxnSp>
        <p:nvCxnSpPr>
          <p:cNvPr id="13" name="Google Shape;116;p14"/>
          <p:cNvCxnSpPr/>
          <p:nvPr/>
        </p:nvCxnSpPr>
        <p:spPr>
          <a:xfrm rot="10800000">
            <a:off x="-1834515" y="5031453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4" name="Google Shape;120;p14"/>
          <p:cNvCxnSpPr/>
          <p:nvPr/>
        </p:nvCxnSpPr>
        <p:spPr>
          <a:xfrm flipH="1">
            <a:off x="-890671" y="5323553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5" name="Google Shape;121;p14"/>
          <p:cNvCxnSpPr/>
          <p:nvPr/>
        </p:nvCxnSpPr>
        <p:spPr>
          <a:xfrm flipH="1">
            <a:off x="-890671" y="5610573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6" name="Google Shape;118;p14"/>
          <p:cNvCxnSpPr/>
          <p:nvPr/>
        </p:nvCxnSpPr>
        <p:spPr>
          <a:xfrm rot="10800000">
            <a:off x="-1834515" y="5317838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00FF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7" name="Google Shape;119;p14"/>
          <p:cNvCxnSpPr/>
          <p:nvPr/>
        </p:nvCxnSpPr>
        <p:spPr>
          <a:xfrm rot="10800000">
            <a:off x="-1834515" y="5604223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8E1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8" name="Google Shape;123;p14"/>
          <p:cNvCxnSpPr/>
          <p:nvPr/>
        </p:nvCxnSpPr>
        <p:spPr>
          <a:xfrm flipH="1">
            <a:off x="-890671" y="6184613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8E11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9" name="Google Shape;124;p14"/>
          <p:cNvCxnSpPr/>
          <p:nvPr/>
        </p:nvCxnSpPr>
        <p:spPr>
          <a:xfrm flipH="1">
            <a:off x="-890671" y="5897593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00FF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20" name="Google Shape;65;p14"/>
          <p:cNvCxnSpPr/>
          <p:nvPr/>
        </p:nvCxnSpPr>
        <p:spPr>
          <a:xfrm flipH="1">
            <a:off x="-1834515" y="6176993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4" name="Google Shape;75;p14"/>
          <p:cNvCxnSpPr/>
          <p:nvPr/>
        </p:nvCxnSpPr>
        <p:spPr>
          <a:xfrm flipH="1">
            <a:off x="-1834515" y="5890608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stealth" w="med" len="med"/>
          </a:ln>
        </p:spPr>
      </p:cxnSp>
      <p:sp>
        <p:nvSpPr>
          <p:cNvPr id="27" name="Rectangle 218"/>
          <p:cNvSpPr/>
          <p:nvPr/>
        </p:nvSpPr>
        <p:spPr>
          <a:xfrm>
            <a:off x="-1743075" y="3337273"/>
            <a:ext cx="365760" cy="182880"/>
          </a:xfrm>
          <a:prstGeom prst="rect">
            <a:avLst/>
          </a:prstGeom>
          <a:solidFill>
            <a:srgbClr val="D2691E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80"/>
          </a:p>
        </p:txBody>
      </p:sp>
      <p:sp>
        <p:nvSpPr>
          <p:cNvPr id="28" name="Rectangle 328"/>
          <p:cNvSpPr/>
          <p:nvPr/>
        </p:nvSpPr>
        <p:spPr>
          <a:xfrm>
            <a:off x="-890671" y="3809713"/>
            <a:ext cx="457200" cy="36576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80"/>
          </a:p>
        </p:txBody>
      </p:sp>
      <p:sp>
        <p:nvSpPr>
          <p:cNvPr id="29" name="Rectangle 331"/>
          <p:cNvSpPr/>
          <p:nvPr/>
        </p:nvSpPr>
        <p:spPr>
          <a:xfrm>
            <a:off x="-1834515" y="3806538"/>
            <a:ext cx="457200" cy="365760"/>
          </a:xfrm>
          <a:prstGeom prst="rect">
            <a:avLst/>
          </a:prstGeom>
          <a:ln w="19050">
            <a:solidFill>
              <a:srgbClr val="00A4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2880"/>
          </a:p>
        </p:txBody>
      </p:sp>
      <p:sp>
        <p:nvSpPr>
          <p:cNvPr id="33" name="文本框 67"/>
          <p:cNvSpPr txBox="1"/>
          <p:nvPr/>
        </p:nvSpPr>
        <p:spPr>
          <a:xfrm>
            <a:off x="-890671" y="1681828"/>
            <a:ext cx="457200" cy="3073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黑色</a:t>
            </a:r>
            <a:endParaRPr lang="zh-CN" altLang="en-US" sz="1400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34" name="文本框 68"/>
          <p:cNvSpPr txBox="1"/>
          <p:nvPr/>
        </p:nvSpPr>
        <p:spPr>
          <a:xfrm>
            <a:off x="-1834515" y="2274283"/>
            <a:ext cx="457200" cy="3073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FF0000"/>
                </a:solidFill>
              </a:rPr>
              <a:t>红色</a:t>
            </a:r>
            <a:endParaRPr lang="zh-CN" altLang="en-US" sz="1400" dirty="0">
              <a:solidFill>
                <a:srgbClr val="FF0000"/>
              </a:solidFill>
            </a:endParaRPr>
          </a:p>
        </p:txBody>
      </p:sp>
      <p:grpSp>
        <p:nvGrpSpPr>
          <p:cNvPr id="21" name="组合 8"/>
          <p:cNvGrpSpPr/>
          <p:nvPr/>
        </p:nvGrpSpPr>
        <p:grpSpPr>
          <a:xfrm>
            <a:off x="-1834515" y="6463378"/>
            <a:ext cx="457200" cy="548640"/>
            <a:chOff x="8533167" y="1924272"/>
            <a:chExt cx="1099206" cy="1385455"/>
          </a:xfrm>
        </p:grpSpPr>
        <p:cxnSp>
          <p:nvCxnSpPr>
            <p:cNvPr id="22" name="Google Shape;119;p14"/>
            <p:cNvCxnSpPr/>
            <p:nvPr/>
          </p:nvCxnSpPr>
          <p:spPr>
            <a:xfrm flipH="1">
              <a:off x="8533168" y="1924272"/>
              <a:ext cx="1099205" cy="0"/>
            </a:xfrm>
            <a:prstGeom prst="straightConnector1">
              <a:avLst/>
            </a:prstGeom>
            <a:noFill/>
            <a:ln w="19050" cap="flat" cmpd="sng">
              <a:solidFill>
                <a:srgbClr val="FF8E1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3" name="Google Shape;119;p14"/>
            <p:cNvCxnSpPr/>
            <p:nvPr/>
          </p:nvCxnSpPr>
          <p:spPr>
            <a:xfrm flipH="1">
              <a:off x="8533167" y="2618454"/>
              <a:ext cx="1099205" cy="0"/>
            </a:xfrm>
            <a:prstGeom prst="straightConnector1">
              <a:avLst/>
            </a:prstGeom>
            <a:noFill/>
            <a:ln w="19050" cap="flat" cmpd="sng">
              <a:solidFill>
                <a:srgbClr val="FF8E1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5" name="Google Shape;119;p14"/>
            <p:cNvCxnSpPr/>
            <p:nvPr/>
          </p:nvCxnSpPr>
          <p:spPr>
            <a:xfrm flipH="1">
              <a:off x="8533168" y="3309727"/>
              <a:ext cx="1099205" cy="0"/>
            </a:xfrm>
            <a:prstGeom prst="straightConnector1">
              <a:avLst/>
            </a:prstGeom>
            <a:noFill/>
            <a:ln w="19050" cap="flat" cmpd="sng">
              <a:solidFill>
                <a:srgbClr val="FF8E11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grpSp>
        <p:nvGrpSpPr>
          <p:cNvPr id="26" name="组合 22"/>
          <p:cNvGrpSpPr/>
          <p:nvPr/>
        </p:nvGrpSpPr>
        <p:grpSpPr>
          <a:xfrm>
            <a:off x="-890671" y="6471633"/>
            <a:ext cx="457200" cy="548640"/>
            <a:chOff x="8824317" y="1696204"/>
            <a:chExt cx="1140564" cy="1575691"/>
          </a:xfrm>
        </p:grpSpPr>
        <p:grpSp>
          <p:nvGrpSpPr>
            <p:cNvPr id="30" name="组合 14"/>
            <p:cNvGrpSpPr/>
            <p:nvPr/>
          </p:nvGrpSpPr>
          <p:grpSpPr>
            <a:xfrm>
              <a:off x="8824318" y="1696204"/>
              <a:ext cx="1140563" cy="1057388"/>
              <a:chOff x="8533167" y="1924272"/>
              <a:chExt cx="1099206" cy="1385455"/>
            </a:xfrm>
          </p:grpSpPr>
          <p:cxnSp>
            <p:nvCxnSpPr>
              <p:cNvPr id="31" name="Google Shape;119;p14"/>
              <p:cNvCxnSpPr/>
              <p:nvPr/>
            </p:nvCxnSpPr>
            <p:spPr>
              <a:xfrm flipH="1">
                <a:off x="8533168" y="1924272"/>
                <a:ext cx="1099205" cy="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FF8E1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32" name="Google Shape;119;p14"/>
              <p:cNvCxnSpPr/>
              <p:nvPr/>
            </p:nvCxnSpPr>
            <p:spPr>
              <a:xfrm flipH="1">
                <a:off x="8533167" y="2618454"/>
                <a:ext cx="1099205" cy="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FF8E1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35" name="Google Shape;119;p14"/>
              <p:cNvCxnSpPr/>
              <p:nvPr/>
            </p:nvCxnSpPr>
            <p:spPr>
              <a:xfrm flipH="1">
                <a:off x="8533168" y="3309727"/>
                <a:ext cx="1099205" cy="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FF8E1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</p:grpSp>
        <p:cxnSp>
          <p:nvCxnSpPr>
            <p:cNvPr id="37" name="Google Shape;119;p14"/>
            <p:cNvCxnSpPr/>
            <p:nvPr/>
          </p:nvCxnSpPr>
          <p:spPr>
            <a:xfrm flipH="1">
              <a:off x="8824317" y="3271895"/>
              <a:ext cx="1140562" cy="0"/>
            </a:xfrm>
            <a:prstGeom prst="straightConnector1">
              <a:avLst/>
            </a:prstGeom>
            <a:noFill/>
            <a:ln w="19050" cap="flat" cmpd="sng">
              <a:solidFill>
                <a:srgbClr val="FF8E11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cxnSp>
        <p:nvCxnSpPr>
          <p:cNvPr id="47" name="Google Shape;116;p14"/>
          <p:cNvCxnSpPr/>
          <p:nvPr/>
        </p:nvCxnSpPr>
        <p:spPr>
          <a:xfrm rot="10800000">
            <a:off x="-890671" y="5036533"/>
            <a:ext cx="457200" cy="0"/>
          </a:xfrm>
          <a:prstGeom prst="straightConnector1">
            <a:avLst/>
          </a:prstGeom>
          <a:noFill/>
          <a:ln w="19050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53" name="Group 52"/>
          <p:cNvGrpSpPr/>
          <p:nvPr/>
        </p:nvGrpSpPr>
        <p:grpSpPr>
          <a:xfrm>
            <a:off x="-1751965" y="4525010"/>
            <a:ext cx="1318260" cy="306705"/>
            <a:chOff x="9798" y="4510"/>
            <a:chExt cx="1542" cy="483"/>
          </a:xfrm>
        </p:grpSpPr>
        <p:cxnSp>
          <p:nvCxnSpPr>
            <p:cNvPr id="51" name="Google Shape;115;p14"/>
            <p:cNvCxnSpPr/>
            <p:nvPr/>
          </p:nvCxnSpPr>
          <p:spPr>
            <a:xfrm rot="10800000">
              <a:off x="9798" y="4755"/>
              <a:ext cx="720" cy="0"/>
            </a:xfrm>
            <a:prstGeom prst="straightConnector1">
              <a:avLst/>
            </a:prstGeom>
            <a:ln w="19050">
              <a:headEnd type="none" w="sm" len="sm"/>
              <a:tailEnd type="none" w="sm" len="sm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52" name="文本框 67"/>
            <p:cNvSpPr txBox="1"/>
            <p:nvPr/>
          </p:nvSpPr>
          <p:spPr>
            <a:xfrm>
              <a:off x="10538" y="4510"/>
              <a:ext cx="802" cy="4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1400" dirty="0"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Stop</a:t>
              </a:r>
              <a:endParaRPr lang="en-US" altLang="zh-CN" sz="14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</p:grpSp>
      <p:sp>
        <p:nvSpPr>
          <p:cNvPr id="54" name="文本框 68"/>
          <p:cNvSpPr txBox="1"/>
          <p:nvPr/>
        </p:nvSpPr>
        <p:spPr>
          <a:xfrm>
            <a:off x="-890671" y="2276188"/>
            <a:ext cx="5384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1400" dirty="0">
                <a:solidFill>
                  <a:srgbClr val="00B050"/>
                </a:solidFill>
              </a:rPr>
              <a:t>绿色</a:t>
            </a:r>
            <a:endParaRPr lang="zh-CN" altLang="en-US" sz="1400" dirty="0">
              <a:solidFill>
                <a:srgbClr val="00B050"/>
              </a:solidFill>
            </a:endParaRPr>
          </a:p>
        </p:txBody>
      </p:sp>
      <p:sp>
        <p:nvSpPr>
          <p:cNvPr id="38" name="文本框 39"/>
          <p:cNvSpPr txBox="1"/>
          <p:nvPr/>
        </p:nvSpPr>
        <p:spPr>
          <a:xfrm>
            <a:off x="497439" y="1250663"/>
            <a:ext cx="2331720" cy="73723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1400" b="1" dirty="0">
                <a:solidFill>
                  <a:srgbClr val="CE1DD3"/>
                </a:solidFill>
              </a:rPr>
              <a:t>信号</a:t>
            </a:r>
            <a:r>
              <a:rPr lang="en-US" altLang="zh-CN" sz="1400" b="1" dirty="0">
                <a:solidFill>
                  <a:srgbClr val="CE1DD3"/>
                </a:solidFill>
              </a:rPr>
              <a:t>bar</a:t>
            </a:r>
            <a:r>
              <a:rPr lang="zh-CN" altLang="en-US" sz="1400" b="1" dirty="0">
                <a:solidFill>
                  <a:srgbClr val="CE1DD3"/>
                </a:solidFill>
              </a:rPr>
              <a:t>和启动很弱</a:t>
            </a:r>
            <a:endParaRPr lang="zh-CN" altLang="en-US" sz="1400" b="1" dirty="0">
              <a:solidFill>
                <a:srgbClr val="CE1DD3"/>
              </a:solidFill>
            </a:endParaRPr>
          </a:p>
          <a:p>
            <a:r>
              <a:rPr lang="zh-CN" altLang="en-US" sz="1400" b="1" dirty="0">
                <a:solidFill>
                  <a:srgbClr val="CE1DD3"/>
                </a:solidFill>
              </a:rPr>
              <a:t>趋势很弱</a:t>
            </a:r>
            <a:endParaRPr lang="zh-CN" altLang="en-US" sz="1400" b="1" dirty="0">
              <a:solidFill>
                <a:srgbClr val="CE1DD3"/>
              </a:solidFill>
            </a:endParaRPr>
          </a:p>
          <a:p>
            <a:r>
              <a:rPr lang="zh-CN" altLang="en-US" sz="1400" b="1" dirty="0">
                <a:solidFill>
                  <a:srgbClr val="CE1DD3"/>
                </a:solidFill>
              </a:rPr>
              <a:t>花费大量时间在中间，不动</a:t>
            </a:r>
            <a:endParaRPr lang="zh-CN" altLang="en-US" sz="1400" b="1" dirty="0">
              <a:solidFill>
                <a:srgbClr val="CE1DD3"/>
              </a:solidFill>
            </a:endParaRPr>
          </a:p>
        </p:txBody>
      </p:sp>
      <p:sp>
        <p:nvSpPr>
          <p:cNvPr id="39" name="文本框 37"/>
          <p:cNvSpPr txBox="1"/>
          <p:nvPr/>
        </p:nvSpPr>
        <p:spPr>
          <a:xfrm>
            <a:off x="315829" y="7467511"/>
            <a:ext cx="246761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1400" b="1" dirty="0">
                <a:solidFill>
                  <a:srgbClr val="AF8647"/>
                </a:solidFill>
              </a:rPr>
              <a:t>跟随很差，强趋势</a:t>
            </a:r>
            <a:r>
              <a:rPr lang="en-US" altLang="zh-CN" sz="1400" b="1" dirty="0">
                <a:solidFill>
                  <a:srgbClr val="AF8647"/>
                </a:solidFill>
              </a:rPr>
              <a:t>bars</a:t>
            </a:r>
            <a:r>
              <a:rPr lang="zh-CN" altLang="en-US" sz="1400" b="1" dirty="0">
                <a:solidFill>
                  <a:srgbClr val="AF8647"/>
                </a:solidFill>
              </a:rPr>
              <a:t>和突破</a:t>
            </a:r>
            <a:endParaRPr lang="zh-CN" altLang="en-US" sz="1400" b="1" dirty="0">
              <a:solidFill>
                <a:srgbClr val="AF8647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15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pic>
        <p:nvPicPr>
          <p:cNvPr id="16" name="Picture 3" descr="Slide 12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2" name="文本框 36"/>
          <p:cNvSpPr txBox="1"/>
          <p:nvPr/>
        </p:nvSpPr>
        <p:spPr>
          <a:xfrm>
            <a:off x="-1834515" y="492671"/>
            <a:ext cx="45720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316B93"/>
                </a:solidFill>
              </a:rPr>
              <a:t>深蓝</a:t>
            </a:r>
            <a:endParaRPr lang="zh-CN" altLang="en-US" sz="1400" dirty="0">
              <a:solidFill>
                <a:srgbClr val="316B93"/>
              </a:solidFill>
            </a:endParaRPr>
          </a:p>
        </p:txBody>
      </p:sp>
      <p:sp>
        <p:nvSpPr>
          <p:cNvPr id="3" name="文本框 37"/>
          <p:cNvSpPr txBox="1"/>
          <p:nvPr/>
        </p:nvSpPr>
        <p:spPr>
          <a:xfrm>
            <a:off x="-890671" y="492671"/>
            <a:ext cx="45720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AF8647"/>
                </a:solidFill>
              </a:rPr>
              <a:t>褐色</a:t>
            </a:r>
            <a:endParaRPr lang="zh-CN" altLang="en-US" sz="1400" dirty="0">
              <a:solidFill>
                <a:srgbClr val="AF8647"/>
              </a:solidFill>
            </a:endParaRPr>
          </a:p>
        </p:txBody>
      </p:sp>
      <p:sp>
        <p:nvSpPr>
          <p:cNvPr id="4" name="文本框 38"/>
          <p:cNvSpPr txBox="1"/>
          <p:nvPr/>
        </p:nvSpPr>
        <p:spPr>
          <a:xfrm>
            <a:off x="-1834515" y="1086833"/>
            <a:ext cx="457200" cy="3073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256824"/>
                </a:solidFill>
              </a:rPr>
              <a:t>深绿</a:t>
            </a:r>
            <a:endParaRPr lang="zh-CN" altLang="en-US" sz="1400" dirty="0">
              <a:solidFill>
                <a:srgbClr val="256824"/>
              </a:solidFill>
            </a:endParaRPr>
          </a:p>
        </p:txBody>
      </p:sp>
      <p:sp>
        <p:nvSpPr>
          <p:cNvPr id="5" name="文本框 39"/>
          <p:cNvSpPr txBox="1"/>
          <p:nvPr/>
        </p:nvSpPr>
        <p:spPr>
          <a:xfrm>
            <a:off x="-890671" y="1087468"/>
            <a:ext cx="457200" cy="3073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CE1DD3"/>
                </a:solidFill>
              </a:rPr>
              <a:t>紫色</a:t>
            </a:r>
            <a:endParaRPr lang="zh-CN" altLang="en-US" sz="1400" dirty="0">
              <a:solidFill>
                <a:srgbClr val="CE1DD3"/>
              </a:solidFill>
            </a:endParaRPr>
          </a:p>
        </p:txBody>
      </p:sp>
      <p:sp>
        <p:nvSpPr>
          <p:cNvPr id="6" name="文本框 40"/>
          <p:cNvSpPr txBox="1"/>
          <p:nvPr/>
        </p:nvSpPr>
        <p:spPr>
          <a:xfrm>
            <a:off x="-1834515" y="1680558"/>
            <a:ext cx="457200" cy="3073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BA1C20"/>
                </a:solidFill>
              </a:rPr>
              <a:t>深红</a:t>
            </a:r>
            <a:endParaRPr lang="zh-CN" altLang="en-US" sz="1400" dirty="0">
              <a:solidFill>
                <a:srgbClr val="BA1C20"/>
              </a:solidFill>
            </a:endParaRPr>
          </a:p>
        </p:txBody>
      </p:sp>
      <p:sp>
        <p:nvSpPr>
          <p:cNvPr id="8" name="Google Shape;60;p14"/>
          <p:cNvSpPr/>
          <p:nvPr/>
        </p:nvSpPr>
        <p:spPr>
          <a:xfrm>
            <a:off x="-890671" y="3339813"/>
            <a:ext cx="365760" cy="182880"/>
          </a:xfrm>
          <a:prstGeom prst="rect">
            <a:avLst/>
          </a:prstGeom>
          <a:solidFill>
            <a:srgbClr val="33CC33">
              <a:alpha val="20000"/>
            </a:srgbClr>
          </a:solidFill>
          <a:ln>
            <a:noFill/>
          </a:ln>
        </p:spPr>
        <p:txBody>
          <a:bodyPr spcFirstLastPara="1" wrap="square" lIns="146280" tIns="73120" rIns="146280" bIns="73120" anchor="ctr" anchorCtr="0">
            <a:noAutofit/>
          </a:bodyPr>
          <a:lstStyle/>
          <a:p>
            <a:pPr algn="ctr"/>
            <a:endParaRPr sz="288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sp>
        <p:nvSpPr>
          <p:cNvPr id="9" name="Google Shape;113;p14"/>
          <p:cNvSpPr/>
          <p:nvPr/>
        </p:nvSpPr>
        <p:spPr>
          <a:xfrm>
            <a:off x="-890671" y="2869913"/>
            <a:ext cx="365760" cy="182880"/>
          </a:xfrm>
          <a:prstGeom prst="rect">
            <a:avLst/>
          </a:prstGeom>
          <a:solidFill>
            <a:srgbClr val="FF0000">
              <a:alpha val="49800"/>
            </a:srgbClr>
          </a:solidFill>
          <a:ln>
            <a:noFill/>
          </a:ln>
        </p:spPr>
        <p:txBody>
          <a:bodyPr spcFirstLastPara="1" wrap="square" lIns="146280" tIns="73120" rIns="146280" bIns="73120" anchor="ctr" anchorCtr="0">
            <a:noAutofit/>
          </a:bodyPr>
          <a:lstStyle/>
          <a:p>
            <a:pPr algn="ctr"/>
            <a:endParaRPr sz="1280" dirty="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sp>
        <p:nvSpPr>
          <p:cNvPr id="10" name="Google Shape;114;p14"/>
          <p:cNvSpPr/>
          <p:nvPr/>
        </p:nvSpPr>
        <p:spPr>
          <a:xfrm>
            <a:off x="-1743075" y="2868008"/>
            <a:ext cx="365760" cy="182880"/>
          </a:xfrm>
          <a:prstGeom prst="rect">
            <a:avLst/>
          </a:prstGeom>
          <a:solidFill>
            <a:srgbClr val="33CC33">
              <a:alpha val="49800"/>
            </a:srgbClr>
          </a:solidFill>
          <a:ln>
            <a:noFill/>
          </a:ln>
        </p:spPr>
        <p:txBody>
          <a:bodyPr spcFirstLastPara="1" wrap="square" lIns="146280" tIns="73120" rIns="146280" bIns="73120" anchor="ctr" anchorCtr="0">
            <a:noAutofit/>
          </a:bodyPr>
          <a:lstStyle/>
          <a:p>
            <a:pPr algn="ctr"/>
            <a:endParaRPr sz="1280" dirty="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cxnSp>
        <p:nvCxnSpPr>
          <p:cNvPr id="12" name="Google Shape;116;p14"/>
          <p:cNvCxnSpPr/>
          <p:nvPr/>
        </p:nvCxnSpPr>
        <p:spPr>
          <a:xfrm rot="10800000">
            <a:off x="-1834515" y="5031453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6" name="Google Shape;120;p14"/>
          <p:cNvCxnSpPr/>
          <p:nvPr/>
        </p:nvCxnSpPr>
        <p:spPr>
          <a:xfrm flipH="1">
            <a:off x="-890671" y="5323553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7" name="Google Shape;121;p14"/>
          <p:cNvCxnSpPr/>
          <p:nvPr/>
        </p:nvCxnSpPr>
        <p:spPr>
          <a:xfrm flipH="1">
            <a:off x="-890671" y="5610573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1" name="Google Shape;118;p14"/>
          <p:cNvCxnSpPr/>
          <p:nvPr/>
        </p:nvCxnSpPr>
        <p:spPr>
          <a:xfrm rot="10800000">
            <a:off x="-1834515" y="5317838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00FF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7" name="Google Shape;119;p14"/>
          <p:cNvCxnSpPr/>
          <p:nvPr/>
        </p:nvCxnSpPr>
        <p:spPr>
          <a:xfrm rot="10800000">
            <a:off x="-1834515" y="5604223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8E1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8" name="Google Shape;123;p14"/>
          <p:cNvCxnSpPr/>
          <p:nvPr/>
        </p:nvCxnSpPr>
        <p:spPr>
          <a:xfrm flipH="1">
            <a:off x="-890671" y="6184613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8E11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9" name="Google Shape;124;p14"/>
          <p:cNvCxnSpPr/>
          <p:nvPr/>
        </p:nvCxnSpPr>
        <p:spPr>
          <a:xfrm flipH="1">
            <a:off x="-890671" y="5897593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00FF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20" name="Google Shape;65;p14"/>
          <p:cNvCxnSpPr/>
          <p:nvPr/>
        </p:nvCxnSpPr>
        <p:spPr>
          <a:xfrm flipH="1">
            <a:off x="-1834515" y="6176993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4" name="Google Shape;75;p14"/>
          <p:cNvCxnSpPr/>
          <p:nvPr/>
        </p:nvCxnSpPr>
        <p:spPr>
          <a:xfrm flipH="1">
            <a:off x="-1834515" y="5890608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stealth" w="med" len="med"/>
          </a:ln>
        </p:spPr>
      </p:cxnSp>
      <p:sp>
        <p:nvSpPr>
          <p:cNvPr id="27" name="Rectangle 218"/>
          <p:cNvSpPr/>
          <p:nvPr/>
        </p:nvSpPr>
        <p:spPr>
          <a:xfrm>
            <a:off x="-1743075" y="3337273"/>
            <a:ext cx="365760" cy="182880"/>
          </a:xfrm>
          <a:prstGeom prst="rect">
            <a:avLst/>
          </a:prstGeom>
          <a:solidFill>
            <a:srgbClr val="D2691E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80"/>
          </a:p>
        </p:txBody>
      </p:sp>
      <p:sp>
        <p:nvSpPr>
          <p:cNvPr id="28" name="Rectangle 328"/>
          <p:cNvSpPr/>
          <p:nvPr/>
        </p:nvSpPr>
        <p:spPr>
          <a:xfrm>
            <a:off x="-890671" y="3809713"/>
            <a:ext cx="457200" cy="36576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80"/>
          </a:p>
        </p:txBody>
      </p:sp>
      <p:sp>
        <p:nvSpPr>
          <p:cNvPr id="29" name="Rectangle 331"/>
          <p:cNvSpPr/>
          <p:nvPr/>
        </p:nvSpPr>
        <p:spPr>
          <a:xfrm>
            <a:off x="-1834515" y="3806538"/>
            <a:ext cx="457200" cy="365760"/>
          </a:xfrm>
          <a:prstGeom prst="rect">
            <a:avLst/>
          </a:prstGeom>
          <a:ln w="19050">
            <a:solidFill>
              <a:srgbClr val="00A4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2880"/>
          </a:p>
        </p:txBody>
      </p:sp>
      <p:sp>
        <p:nvSpPr>
          <p:cNvPr id="33" name="文本框 67"/>
          <p:cNvSpPr txBox="1"/>
          <p:nvPr/>
        </p:nvSpPr>
        <p:spPr>
          <a:xfrm>
            <a:off x="-890671" y="1681828"/>
            <a:ext cx="457200" cy="3073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黑色</a:t>
            </a:r>
            <a:endParaRPr lang="zh-CN" altLang="en-US" sz="1400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34" name="文本框 68"/>
          <p:cNvSpPr txBox="1"/>
          <p:nvPr/>
        </p:nvSpPr>
        <p:spPr>
          <a:xfrm>
            <a:off x="-1834515" y="2274283"/>
            <a:ext cx="457200" cy="3073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FF0000"/>
                </a:solidFill>
              </a:rPr>
              <a:t>红色</a:t>
            </a:r>
            <a:endParaRPr lang="zh-CN" altLang="en-US" sz="1400" dirty="0">
              <a:solidFill>
                <a:srgbClr val="FF0000"/>
              </a:solidFill>
            </a:endParaRPr>
          </a:p>
        </p:txBody>
      </p:sp>
      <p:grpSp>
        <p:nvGrpSpPr>
          <p:cNvPr id="21" name="组合 8"/>
          <p:cNvGrpSpPr/>
          <p:nvPr/>
        </p:nvGrpSpPr>
        <p:grpSpPr>
          <a:xfrm>
            <a:off x="-1834515" y="6463378"/>
            <a:ext cx="457200" cy="548640"/>
            <a:chOff x="8533167" y="1924272"/>
            <a:chExt cx="1099206" cy="1385455"/>
          </a:xfrm>
        </p:grpSpPr>
        <p:cxnSp>
          <p:nvCxnSpPr>
            <p:cNvPr id="22" name="Google Shape;119;p14"/>
            <p:cNvCxnSpPr/>
            <p:nvPr/>
          </p:nvCxnSpPr>
          <p:spPr>
            <a:xfrm flipH="1">
              <a:off x="8533168" y="1924272"/>
              <a:ext cx="1099205" cy="0"/>
            </a:xfrm>
            <a:prstGeom prst="straightConnector1">
              <a:avLst/>
            </a:prstGeom>
            <a:noFill/>
            <a:ln w="19050" cap="flat" cmpd="sng">
              <a:solidFill>
                <a:srgbClr val="FF8E1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3" name="Google Shape;119;p14"/>
            <p:cNvCxnSpPr/>
            <p:nvPr/>
          </p:nvCxnSpPr>
          <p:spPr>
            <a:xfrm flipH="1">
              <a:off x="8533167" y="2618454"/>
              <a:ext cx="1099205" cy="0"/>
            </a:xfrm>
            <a:prstGeom prst="straightConnector1">
              <a:avLst/>
            </a:prstGeom>
            <a:noFill/>
            <a:ln w="19050" cap="flat" cmpd="sng">
              <a:solidFill>
                <a:srgbClr val="FF8E1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5" name="Google Shape;119;p14"/>
            <p:cNvCxnSpPr/>
            <p:nvPr/>
          </p:nvCxnSpPr>
          <p:spPr>
            <a:xfrm flipH="1">
              <a:off x="8533168" y="3309727"/>
              <a:ext cx="1099205" cy="0"/>
            </a:xfrm>
            <a:prstGeom prst="straightConnector1">
              <a:avLst/>
            </a:prstGeom>
            <a:noFill/>
            <a:ln w="19050" cap="flat" cmpd="sng">
              <a:solidFill>
                <a:srgbClr val="FF8E11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grpSp>
        <p:nvGrpSpPr>
          <p:cNvPr id="26" name="组合 22"/>
          <p:cNvGrpSpPr/>
          <p:nvPr/>
        </p:nvGrpSpPr>
        <p:grpSpPr>
          <a:xfrm>
            <a:off x="-890671" y="6471633"/>
            <a:ext cx="457200" cy="548640"/>
            <a:chOff x="8824317" y="1696204"/>
            <a:chExt cx="1140564" cy="1575691"/>
          </a:xfrm>
        </p:grpSpPr>
        <p:grpSp>
          <p:nvGrpSpPr>
            <p:cNvPr id="30" name="组合 14"/>
            <p:cNvGrpSpPr/>
            <p:nvPr/>
          </p:nvGrpSpPr>
          <p:grpSpPr>
            <a:xfrm>
              <a:off x="8824318" y="1696204"/>
              <a:ext cx="1140563" cy="1057388"/>
              <a:chOff x="8533167" y="1924272"/>
              <a:chExt cx="1099206" cy="1385455"/>
            </a:xfrm>
          </p:grpSpPr>
          <p:cxnSp>
            <p:nvCxnSpPr>
              <p:cNvPr id="31" name="Google Shape;119;p14"/>
              <p:cNvCxnSpPr/>
              <p:nvPr/>
            </p:nvCxnSpPr>
            <p:spPr>
              <a:xfrm flipH="1">
                <a:off x="8533168" y="1924272"/>
                <a:ext cx="1099205" cy="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FF8E1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32" name="Google Shape;119;p14"/>
              <p:cNvCxnSpPr/>
              <p:nvPr/>
            </p:nvCxnSpPr>
            <p:spPr>
              <a:xfrm flipH="1">
                <a:off x="8533167" y="2618454"/>
                <a:ext cx="1099205" cy="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FF8E1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35" name="Google Shape;119;p14"/>
              <p:cNvCxnSpPr/>
              <p:nvPr/>
            </p:nvCxnSpPr>
            <p:spPr>
              <a:xfrm flipH="1">
                <a:off x="8533168" y="3309727"/>
                <a:ext cx="1099205" cy="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FF8E1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</p:grpSp>
        <p:cxnSp>
          <p:nvCxnSpPr>
            <p:cNvPr id="37" name="Google Shape;119;p14"/>
            <p:cNvCxnSpPr/>
            <p:nvPr/>
          </p:nvCxnSpPr>
          <p:spPr>
            <a:xfrm flipH="1">
              <a:off x="8824317" y="3271895"/>
              <a:ext cx="1140562" cy="0"/>
            </a:xfrm>
            <a:prstGeom prst="straightConnector1">
              <a:avLst/>
            </a:prstGeom>
            <a:noFill/>
            <a:ln w="19050" cap="flat" cmpd="sng">
              <a:solidFill>
                <a:srgbClr val="FF8E11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cxnSp>
        <p:nvCxnSpPr>
          <p:cNvPr id="47" name="Google Shape;116;p14"/>
          <p:cNvCxnSpPr/>
          <p:nvPr/>
        </p:nvCxnSpPr>
        <p:spPr>
          <a:xfrm rot="10800000">
            <a:off x="-890671" y="5036533"/>
            <a:ext cx="457200" cy="0"/>
          </a:xfrm>
          <a:prstGeom prst="straightConnector1">
            <a:avLst/>
          </a:prstGeom>
          <a:noFill/>
          <a:ln w="19050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53" name="Group 52"/>
          <p:cNvGrpSpPr/>
          <p:nvPr/>
        </p:nvGrpSpPr>
        <p:grpSpPr>
          <a:xfrm>
            <a:off x="-1751965" y="4525010"/>
            <a:ext cx="1318260" cy="306705"/>
            <a:chOff x="9798" y="4510"/>
            <a:chExt cx="1542" cy="483"/>
          </a:xfrm>
        </p:grpSpPr>
        <p:cxnSp>
          <p:nvCxnSpPr>
            <p:cNvPr id="51" name="Google Shape;115;p14"/>
            <p:cNvCxnSpPr/>
            <p:nvPr/>
          </p:nvCxnSpPr>
          <p:spPr>
            <a:xfrm rot="10800000">
              <a:off x="9798" y="4755"/>
              <a:ext cx="720" cy="0"/>
            </a:xfrm>
            <a:prstGeom prst="straightConnector1">
              <a:avLst/>
            </a:prstGeom>
            <a:ln w="19050">
              <a:headEnd type="none" w="sm" len="sm"/>
              <a:tailEnd type="none" w="sm" len="sm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52" name="文本框 67"/>
            <p:cNvSpPr txBox="1"/>
            <p:nvPr/>
          </p:nvSpPr>
          <p:spPr>
            <a:xfrm>
              <a:off x="10538" y="4510"/>
              <a:ext cx="802" cy="4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1400" dirty="0"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Stop</a:t>
              </a:r>
              <a:endParaRPr lang="en-US" altLang="zh-CN" sz="14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</p:grpSp>
      <p:sp>
        <p:nvSpPr>
          <p:cNvPr id="54" name="文本框 68"/>
          <p:cNvSpPr txBox="1"/>
          <p:nvPr/>
        </p:nvSpPr>
        <p:spPr>
          <a:xfrm>
            <a:off x="-890671" y="2276188"/>
            <a:ext cx="5384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1400" dirty="0">
                <a:solidFill>
                  <a:srgbClr val="00B050"/>
                </a:solidFill>
              </a:rPr>
              <a:t>绿色</a:t>
            </a:r>
            <a:endParaRPr lang="zh-CN" altLang="en-US" sz="1400" dirty="0">
              <a:solidFill>
                <a:srgbClr val="00B050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19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pic>
        <p:nvPicPr>
          <p:cNvPr id="20" name="Picture 3" descr="Slide 13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2" name="文本框 36"/>
          <p:cNvSpPr txBox="1"/>
          <p:nvPr/>
        </p:nvSpPr>
        <p:spPr>
          <a:xfrm>
            <a:off x="-1834515" y="492671"/>
            <a:ext cx="45720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316B93"/>
                </a:solidFill>
              </a:rPr>
              <a:t>深蓝</a:t>
            </a:r>
            <a:endParaRPr lang="zh-CN" altLang="en-US" sz="1400" dirty="0">
              <a:solidFill>
                <a:srgbClr val="316B93"/>
              </a:solidFill>
            </a:endParaRPr>
          </a:p>
        </p:txBody>
      </p:sp>
      <p:sp>
        <p:nvSpPr>
          <p:cNvPr id="3" name="文本框 37"/>
          <p:cNvSpPr txBox="1"/>
          <p:nvPr/>
        </p:nvSpPr>
        <p:spPr>
          <a:xfrm>
            <a:off x="-890671" y="492671"/>
            <a:ext cx="45720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AF8647"/>
                </a:solidFill>
              </a:rPr>
              <a:t>褐色</a:t>
            </a:r>
            <a:endParaRPr lang="zh-CN" altLang="en-US" sz="1400" dirty="0">
              <a:solidFill>
                <a:srgbClr val="AF8647"/>
              </a:solidFill>
            </a:endParaRPr>
          </a:p>
        </p:txBody>
      </p:sp>
      <p:sp>
        <p:nvSpPr>
          <p:cNvPr id="4" name="文本框 38"/>
          <p:cNvSpPr txBox="1"/>
          <p:nvPr/>
        </p:nvSpPr>
        <p:spPr>
          <a:xfrm>
            <a:off x="-1834515" y="1086833"/>
            <a:ext cx="457200" cy="3073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256824"/>
                </a:solidFill>
              </a:rPr>
              <a:t>深绿</a:t>
            </a:r>
            <a:endParaRPr lang="zh-CN" altLang="en-US" sz="1400" dirty="0">
              <a:solidFill>
                <a:srgbClr val="256824"/>
              </a:solidFill>
            </a:endParaRPr>
          </a:p>
        </p:txBody>
      </p:sp>
      <p:sp>
        <p:nvSpPr>
          <p:cNvPr id="5" name="文本框 39"/>
          <p:cNvSpPr txBox="1"/>
          <p:nvPr/>
        </p:nvSpPr>
        <p:spPr>
          <a:xfrm>
            <a:off x="-890671" y="1087468"/>
            <a:ext cx="457200" cy="3073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CE1DD3"/>
                </a:solidFill>
              </a:rPr>
              <a:t>紫色</a:t>
            </a:r>
            <a:endParaRPr lang="zh-CN" altLang="en-US" sz="1400" dirty="0">
              <a:solidFill>
                <a:srgbClr val="CE1DD3"/>
              </a:solidFill>
            </a:endParaRPr>
          </a:p>
        </p:txBody>
      </p:sp>
      <p:sp>
        <p:nvSpPr>
          <p:cNvPr id="6" name="文本框 40"/>
          <p:cNvSpPr txBox="1"/>
          <p:nvPr/>
        </p:nvSpPr>
        <p:spPr>
          <a:xfrm>
            <a:off x="-1834515" y="1680558"/>
            <a:ext cx="457200" cy="3073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BA1C20"/>
                </a:solidFill>
              </a:rPr>
              <a:t>深红</a:t>
            </a:r>
            <a:endParaRPr lang="zh-CN" altLang="en-US" sz="1400" dirty="0">
              <a:solidFill>
                <a:srgbClr val="BA1C20"/>
              </a:solidFill>
            </a:endParaRPr>
          </a:p>
        </p:txBody>
      </p:sp>
      <p:sp>
        <p:nvSpPr>
          <p:cNvPr id="8" name="Google Shape;60;p14"/>
          <p:cNvSpPr/>
          <p:nvPr/>
        </p:nvSpPr>
        <p:spPr>
          <a:xfrm>
            <a:off x="-890671" y="3339813"/>
            <a:ext cx="365760" cy="182880"/>
          </a:xfrm>
          <a:prstGeom prst="rect">
            <a:avLst/>
          </a:prstGeom>
          <a:solidFill>
            <a:srgbClr val="33CC33">
              <a:alpha val="20000"/>
            </a:srgbClr>
          </a:solidFill>
          <a:ln>
            <a:noFill/>
          </a:ln>
        </p:spPr>
        <p:txBody>
          <a:bodyPr spcFirstLastPara="1" wrap="square" lIns="146280" tIns="73120" rIns="146280" bIns="73120" anchor="ctr" anchorCtr="0">
            <a:noAutofit/>
          </a:bodyPr>
          <a:lstStyle/>
          <a:p>
            <a:pPr algn="ctr"/>
            <a:endParaRPr sz="288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sp>
        <p:nvSpPr>
          <p:cNvPr id="9" name="Google Shape;113;p14"/>
          <p:cNvSpPr/>
          <p:nvPr/>
        </p:nvSpPr>
        <p:spPr>
          <a:xfrm>
            <a:off x="-890671" y="2869913"/>
            <a:ext cx="365760" cy="182880"/>
          </a:xfrm>
          <a:prstGeom prst="rect">
            <a:avLst/>
          </a:prstGeom>
          <a:solidFill>
            <a:srgbClr val="FF0000">
              <a:alpha val="49800"/>
            </a:srgbClr>
          </a:solidFill>
          <a:ln>
            <a:noFill/>
          </a:ln>
        </p:spPr>
        <p:txBody>
          <a:bodyPr spcFirstLastPara="1" wrap="square" lIns="146280" tIns="73120" rIns="146280" bIns="73120" anchor="ctr" anchorCtr="0">
            <a:noAutofit/>
          </a:bodyPr>
          <a:lstStyle/>
          <a:p>
            <a:pPr algn="ctr"/>
            <a:endParaRPr sz="1280" dirty="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sp>
        <p:nvSpPr>
          <p:cNvPr id="10" name="Google Shape;114;p14"/>
          <p:cNvSpPr/>
          <p:nvPr/>
        </p:nvSpPr>
        <p:spPr>
          <a:xfrm>
            <a:off x="-1743075" y="2868008"/>
            <a:ext cx="365760" cy="182880"/>
          </a:xfrm>
          <a:prstGeom prst="rect">
            <a:avLst/>
          </a:prstGeom>
          <a:solidFill>
            <a:srgbClr val="33CC33">
              <a:alpha val="49800"/>
            </a:srgbClr>
          </a:solidFill>
          <a:ln>
            <a:noFill/>
          </a:ln>
        </p:spPr>
        <p:txBody>
          <a:bodyPr spcFirstLastPara="1" wrap="square" lIns="146280" tIns="73120" rIns="146280" bIns="73120" anchor="ctr" anchorCtr="0">
            <a:noAutofit/>
          </a:bodyPr>
          <a:lstStyle/>
          <a:p>
            <a:pPr algn="ctr"/>
            <a:endParaRPr sz="1280" dirty="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cxnSp>
        <p:nvCxnSpPr>
          <p:cNvPr id="12" name="Google Shape;116;p14"/>
          <p:cNvCxnSpPr/>
          <p:nvPr/>
        </p:nvCxnSpPr>
        <p:spPr>
          <a:xfrm rot="10800000">
            <a:off x="-1834515" y="5031453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3" name="Google Shape;120;p14"/>
          <p:cNvCxnSpPr/>
          <p:nvPr/>
        </p:nvCxnSpPr>
        <p:spPr>
          <a:xfrm flipH="1">
            <a:off x="-890671" y="5323553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4" name="Google Shape;121;p14"/>
          <p:cNvCxnSpPr/>
          <p:nvPr/>
        </p:nvCxnSpPr>
        <p:spPr>
          <a:xfrm flipH="1">
            <a:off x="-890671" y="5610573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5" name="Google Shape;118;p14"/>
          <p:cNvCxnSpPr/>
          <p:nvPr/>
        </p:nvCxnSpPr>
        <p:spPr>
          <a:xfrm rot="10800000">
            <a:off x="-1834515" y="5317838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00FF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6" name="Google Shape;119;p14"/>
          <p:cNvCxnSpPr/>
          <p:nvPr/>
        </p:nvCxnSpPr>
        <p:spPr>
          <a:xfrm rot="10800000">
            <a:off x="-1834515" y="5604223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8E1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6" name="Google Shape;123;p14"/>
          <p:cNvCxnSpPr/>
          <p:nvPr/>
        </p:nvCxnSpPr>
        <p:spPr>
          <a:xfrm flipH="1">
            <a:off x="-890671" y="6184613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8E11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7" name="Google Shape;124;p14"/>
          <p:cNvCxnSpPr/>
          <p:nvPr/>
        </p:nvCxnSpPr>
        <p:spPr>
          <a:xfrm flipH="1">
            <a:off x="-890671" y="5897593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00FF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1" name="Google Shape;65;p14"/>
          <p:cNvCxnSpPr/>
          <p:nvPr/>
        </p:nvCxnSpPr>
        <p:spPr>
          <a:xfrm flipH="1">
            <a:off x="-1834515" y="6176993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4" name="Google Shape;75;p14"/>
          <p:cNvCxnSpPr/>
          <p:nvPr/>
        </p:nvCxnSpPr>
        <p:spPr>
          <a:xfrm flipH="1">
            <a:off x="-1834515" y="5890608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stealth" w="med" len="med"/>
          </a:ln>
        </p:spPr>
      </p:cxnSp>
      <p:sp>
        <p:nvSpPr>
          <p:cNvPr id="27" name="Rectangle 218"/>
          <p:cNvSpPr/>
          <p:nvPr/>
        </p:nvSpPr>
        <p:spPr>
          <a:xfrm>
            <a:off x="-1743075" y="3337273"/>
            <a:ext cx="365760" cy="182880"/>
          </a:xfrm>
          <a:prstGeom prst="rect">
            <a:avLst/>
          </a:prstGeom>
          <a:solidFill>
            <a:srgbClr val="D2691E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80"/>
          </a:p>
        </p:txBody>
      </p:sp>
      <p:sp>
        <p:nvSpPr>
          <p:cNvPr id="28" name="Rectangle 328"/>
          <p:cNvSpPr/>
          <p:nvPr/>
        </p:nvSpPr>
        <p:spPr>
          <a:xfrm>
            <a:off x="-890671" y="3809713"/>
            <a:ext cx="457200" cy="36576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80"/>
          </a:p>
        </p:txBody>
      </p:sp>
      <p:sp>
        <p:nvSpPr>
          <p:cNvPr id="29" name="Rectangle 331"/>
          <p:cNvSpPr/>
          <p:nvPr/>
        </p:nvSpPr>
        <p:spPr>
          <a:xfrm>
            <a:off x="-1834515" y="3806538"/>
            <a:ext cx="457200" cy="365760"/>
          </a:xfrm>
          <a:prstGeom prst="rect">
            <a:avLst/>
          </a:prstGeom>
          <a:ln w="19050">
            <a:solidFill>
              <a:srgbClr val="00A4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2880"/>
          </a:p>
        </p:txBody>
      </p:sp>
      <p:sp>
        <p:nvSpPr>
          <p:cNvPr id="33" name="文本框 67"/>
          <p:cNvSpPr txBox="1"/>
          <p:nvPr/>
        </p:nvSpPr>
        <p:spPr>
          <a:xfrm>
            <a:off x="-890671" y="1681828"/>
            <a:ext cx="457200" cy="3073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黑色</a:t>
            </a:r>
            <a:endParaRPr lang="zh-CN" altLang="en-US" sz="1400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34" name="文本框 68"/>
          <p:cNvSpPr txBox="1"/>
          <p:nvPr/>
        </p:nvSpPr>
        <p:spPr>
          <a:xfrm>
            <a:off x="-1834515" y="2274283"/>
            <a:ext cx="457200" cy="3073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FF0000"/>
                </a:solidFill>
              </a:rPr>
              <a:t>红色</a:t>
            </a:r>
            <a:endParaRPr lang="zh-CN" altLang="en-US" sz="1400" dirty="0">
              <a:solidFill>
                <a:srgbClr val="FF0000"/>
              </a:solidFill>
            </a:endParaRPr>
          </a:p>
        </p:txBody>
      </p:sp>
      <p:grpSp>
        <p:nvGrpSpPr>
          <p:cNvPr id="21" name="组合 8"/>
          <p:cNvGrpSpPr/>
          <p:nvPr/>
        </p:nvGrpSpPr>
        <p:grpSpPr>
          <a:xfrm>
            <a:off x="-1834515" y="6463378"/>
            <a:ext cx="457200" cy="548640"/>
            <a:chOff x="8533167" y="1924272"/>
            <a:chExt cx="1099206" cy="1385455"/>
          </a:xfrm>
        </p:grpSpPr>
        <p:cxnSp>
          <p:nvCxnSpPr>
            <p:cNvPr id="22" name="Google Shape;119;p14"/>
            <p:cNvCxnSpPr/>
            <p:nvPr/>
          </p:nvCxnSpPr>
          <p:spPr>
            <a:xfrm flipH="1">
              <a:off x="8533168" y="1924272"/>
              <a:ext cx="1099205" cy="0"/>
            </a:xfrm>
            <a:prstGeom prst="straightConnector1">
              <a:avLst/>
            </a:prstGeom>
            <a:noFill/>
            <a:ln w="19050" cap="flat" cmpd="sng">
              <a:solidFill>
                <a:srgbClr val="FF8E1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3" name="Google Shape;119;p14"/>
            <p:cNvCxnSpPr/>
            <p:nvPr/>
          </p:nvCxnSpPr>
          <p:spPr>
            <a:xfrm flipH="1">
              <a:off x="8533167" y="2618454"/>
              <a:ext cx="1099205" cy="0"/>
            </a:xfrm>
            <a:prstGeom prst="straightConnector1">
              <a:avLst/>
            </a:prstGeom>
            <a:noFill/>
            <a:ln w="19050" cap="flat" cmpd="sng">
              <a:solidFill>
                <a:srgbClr val="FF8E1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5" name="Google Shape;119;p14"/>
            <p:cNvCxnSpPr/>
            <p:nvPr/>
          </p:nvCxnSpPr>
          <p:spPr>
            <a:xfrm flipH="1">
              <a:off x="8533168" y="3309727"/>
              <a:ext cx="1099205" cy="0"/>
            </a:xfrm>
            <a:prstGeom prst="straightConnector1">
              <a:avLst/>
            </a:prstGeom>
            <a:noFill/>
            <a:ln w="19050" cap="flat" cmpd="sng">
              <a:solidFill>
                <a:srgbClr val="FF8E11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grpSp>
        <p:nvGrpSpPr>
          <p:cNvPr id="26" name="组合 22"/>
          <p:cNvGrpSpPr/>
          <p:nvPr/>
        </p:nvGrpSpPr>
        <p:grpSpPr>
          <a:xfrm>
            <a:off x="-890671" y="6471633"/>
            <a:ext cx="457200" cy="548640"/>
            <a:chOff x="8824317" y="1696204"/>
            <a:chExt cx="1140564" cy="1575691"/>
          </a:xfrm>
        </p:grpSpPr>
        <p:grpSp>
          <p:nvGrpSpPr>
            <p:cNvPr id="30" name="组合 14"/>
            <p:cNvGrpSpPr/>
            <p:nvPr/>
          </p:nvGrpSpPr>
          <p:grpSpPr>
            <a:xfrm>
              <a:off x="8824318" y="1696204"/>
              <a:ext cx="1140563" cy="1057388"/>
              <a:chOff x="8533167" y="1924272"/>
              <a:chExt cx="1099206" cy="1385455"/>
            </a:xfrm>
          </p:grpSpPr>
          <p:cxnSp>
            <p:nvCxnSpPr>
              <p:cNvPr id="31" name="Google Shape;119;p14"/>
              <p:cNvCxnSpPr/>
              <p:nvPr/>
            </p:nvCxnSpPr>
            <p:spPr>
              <a:xfrm flipH="1">
                <a:off x="8533168" y="1924272"/>
                <a:ext cx="1099205" cy="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FF8E1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32" name="Google Shape;119;p14"/>
              <p:cNvCxnSpPr/>
              <p:nvPr/>
            </p:nvCxnSpPr>
            <p:spPr>
              <a:xfrm flipH="1">
                <a:off x="8533167" y="2618454"/>
                <a:ext cx="1099205" cy="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FF8E1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35" name="Google Shape;119;p14"/>
              <p:cNvCxnSpPr/>
              <p:nvPr/>
            </p:nvCxnSpPr>
            <p:spPr>
              <a:xfrm flipH="1">
                <a:off x="8533168" y="3309727"/>
                <a:ext cx="1099205" cy="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FF8E1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</p:grpSp>
        <p:cxnSp>
          <p:nvCxnSpPr>
            <p:cNvPr id="37" name="Google Shape;119;p14"/>
            <p:cNvCxnSpPr/>
            <p:nvPr/>
          </p:nvCxnSpPr>
          <p:spPr>
            <a:xfrm flipH="1">
              <a:off x="8824317" y="3271895"/>
              <a:ext cx="1140562" cy="0"/>
            </a:xfrm>
            <a:prstGeom prst="straightConnector1">
              <a:avLst/>
            </a:prstGeom>
            <a:noFill/>
            <a:ln w="19050" cap="flat" cmpd="sng">
              <a:solidFill>
                <a:srgbClr val="FF8E11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cxnSp>
        <p:nvCxnSpPr>
          <p:cNvPr id="47" name="Google Shape;116;p14"/>
          <p:cNvCxnSpPr/>
          <p:nvPr/>
        </p:nvCxnSpPr>
        <p:spPr>
          <a:xfrm rot="10800000">
            <a:off x="-890671" y="5036533"/>
            <a:ext cx="457200" cy="0"/>
          </a:xfrm>
          <a:prstGeom prst="straightConnector1">
            <a:avLst/>
          </a:prstGeom>
          <a:noFill/>
          <a:ln w="19050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53" name="Group 52"/>
          <p:cNvGrpSpPr/>
          <p:nvPr/>
        </p:nvGrpSpPr>
        <p:grpSpPr>
          <a:xfrm>
            <a:off x="-1751965" y="4525010"/>
            <a:ext cx="1318260" cy="306705"/>
            <a:chOff x="9798" y="4510"/>
            <a:chExt cx="1542" cy="483"/>
          </a:xfrm>
        </p:grpSpPr>
        <p:cxnSp>
          <p:nvCxnSpPr>
            <p:cNvPr id="51" name="Google Shape;115;p14"/>
            <p:cNvCxnSpPr/>
            <p:nvPr/>
          </p:nvCxnSpPr>
          <p:spPr>
            <a:xfrm rot="10800000">
              <a:off x="9798" y="4755"/>
              <a:ext cx="720" cy="0"/>
            </a:xfrm>
            <a:prstGeom prst="straightConnector1">
              <a:avLst/>
            </a:prstGeom>
            <a:ln w="19050">
              <a:headEnd type="none" w="sm" len="sm"/>
              <a:tailEnd type="none" w="sm" len="sm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52" name="文本框 67"/>
            <p:cNvSpPr txBox="1"/>
            <p:nvPr/>
          </p:nvSpPr>
          <p:spPr>
            <a:xfrm>
              <a:off x="10538" y="4510"/>
              <a:ext cx="802" cy="4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1400" dirty="0"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Stop</a:t>
              </a:r>
              <a:endParaRPr lang="en-US" altLang="zh-CN" sz="14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</p:grpSp>
      <p:sp>
        <p:nvSpPr>
          <p:cNvPr id="54" name="文本框 68"/>
          <p:cNvSpPr txBox="1"/>
          <p:nvPr/>
        </p:nvSpPr>
        <p:spPr>
          <a:xfrm>
            <a:off x="-890671" y="2276188"/>
            <a:ext cx="5384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1400" dirty="0">
                <a:solidFill>
                  <a:srgbClr val="00B050"/>
                </a:solidFill>
              </a:rPr>
              <a:t>绿色</a:t>
            </a:r>
            <a:endParaRPr lang="zh-CN" altLang="en-US" sz="1400" dirty="0">
              <a:solidFill>
                <a:srgbClr val="00B050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2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2" name="文本框 36"/>
          <p:cNvSpPr txBox="1"/>
          <p:nvPr/>
        </p:nvSpPr>
        <p:spPr>
          <a:xfrm>
            <a:off x="-1834515" y="492671"/>
            <a:ext cx="45720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316B93"/>
                </a:solidFill>
              </a:rPr>
              <a:t>深蓝</a:t>
            </a:r>
            <a:endParaRPr lang="zh-CN" altLang="en-US" sz="1400" dirty="0">
              <a:solidFill>
                <a:srgbClr val="316B93"/>
              </a:solidFill>
            </a:endParaRPr>
          </a:p>
        </p:txBody>
      </p:sp>
      <p:sp>
        <p:nvSpPr>
          <p:cNvPr id="3" name="文本框 37"/>
          <p:cNvSpPr txBox="1"/>
          <p:nvPr/>
        </p:nvSpPr>
        <p:spPr>
          <a:xfrm>
            <a:off x="-890671" y="492671"/>
            <a:ext cx="45720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AF8647"/>
                </a:solidFill>
              </a:rPr>
              <a:t>褐色</a:t>
            </a:r>
            <a:endParaRPr lang="zh-CN" altLang="en-US" sz="1400" dirty="0">
              <a:solidFill>
                <a:srgbClr val="AF8647"/>
              </a:solidFill>
            </a:endParaRPr>
          </a:p>
        </p:txBody>
      </p:sp>
      <p:sp>
        <p:nvSpPr>
          <p:cNvPr id="4" name="文本框 38"/>
          <p:cNvSpPr txBox="1"/>
          <p:nvPr/>
        </p:nvSpPr>
        <p:spPr>
          <a:xfrm>
            <a:off x="-1834515" y="1086833"/>
            <a:ext cx="457200" cy="3073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256824"/>
                </a:solidFill>
              </a:rPr>
              <a:t>深绿</a:t>
            </a:r>
            <a:endParaRPr lang="zh-CN" altLang="en-US" sz="1400" dirty="0">
              <a:solidFill>
                <a:srgbClr val="256824"/>
              </a:solidFill>
            </a:endParaRPr>
          </a:p>
        </p:txBody>
      </p:sp>
      <p:sp>
        <p:nvSpPr>
          <p:cNvPr id="5" name="文本框 39"/>
          <p:cNvSpPr txBox="1"/>
          <p:nvPr/>
        </p:nvSpPr>
        <p:spPr>
          <a:xfrm>
            <a:off x="-890671" y="1087468"/>
            <a:ext cx="457200" cy="3073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CE1DD3"/>
                </a:solidFill>
              </a:rPr>
              <a:t>紫色</a:t>
            </a:r>
            <a:endParaRPr lang="zh-CN" altLang="en-US" sz="1400" dirty="0">
              <a:solidFill>
                <a:srgbClr val="CE1DD3"/>
              </a:solidFill>
            </a:endParaRPr>
          </a:p>
        </p:txBody>
      </p:sp>
      <p:sp>
        <p:nvSpPr>
          <p:cNvPr id="6" name="文本框 40"/>
          <p:cNvSpPr txBox="1"/>
          <p:nvPr/>
        </p:nvSpPr>
        <p:spPr>
          <a:xfrm>
            <a:off x="-1834515" y="1680558"/>
            <a:ext cx="457200" cy="3073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BA1C20"/>
                </a:solidFill>
              </a:rPr>
              <a:t>深红</a:t>
            </a:r>
            <a:endParaRPr lang="zh-CN" altLang="en-US" sz="1400" dirty="0">
              <a:solidFill>
                <a:srgbClr val="BA1C20"/>
              </a:solidFill>
            </a:endParaRPr>
          </a:p>
        </p:txBody>
      </p:sp>
      <p:sp>
        <p:nvSpPr>
          <p:cNvPr id="8" name="Google Shape;60;p14"/>
          <p:cNvSpPr/>
          <p:nvPr/>
        </p:nvSpPr>
        <p:spPr>
          <a:xfrm>
            <a:off x="-890671" y="3339813"/>
            <a:ext cx="365760" cy="182880"/>
          </a:xfrm>
          <a:prstGeom prst="rect">
            <a:avLst/>
          </a:prstGeom>
          <a:solidFill>
            <a:srgbClr val="33CC33">
              <a:alpha val="20000"/>
            </a:srgbClr>
          </a:solidFill>
          <a:ln>
            <a:noFill/>
          </a:ln>
        </p:spPr>
        <p:txBody>
          <a:bodyPr spcFirstLastPara="1" wrap="square" lIns="146280" tIns="73120" rIns="146280" bIns="73120" anchor="ctr" anchorCtr="0">
            <a:noAutofit/>
          </a:bodyPr>
          <a:lstStyle/>
          <a:p>
            <a:pPr algn="ctr"/>
            <a:endParaRPr sz="288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sp>
        <p:nvSpPr>
          <p:cNvPr id="9" name="Google Shape;113;p14"/>
          <p:cNvSpPr/>
          <p:nvPr/>
        </p:nvSpPr>
        <p:spPr>
          <a:xfrm>
            <a:off x="-890671" y="2869913"/>
            <a:ext cx="365760" cy="182880"/>
          </a:xfrm>
          <a:prstGeom prst="rect">
            <a:avLst/>
          </a:prstGeom>
          <a:solidFill>
            <a:srgbClr val="FF0000">
              <a:alpha val="49800"/>
            </a:srgbClr>
          </a:solidFill>
          <a:ln>
            <a:noFill/>
          </a:ln>
        </p:spPr>
        <p:txBody>
          <a:bodyPr spcFirstLastPara="1" wrap="square" lIns="146280" tIns="73120" rIns="146280" bIns="73120" anchor="ctr" anchorCtr="0">
            <a:noAutofit/>
          </a:bodyPr>
          <a:lstStyle/>
          <a:p>
            <a:pPr algn="ctr"/>
            <a:endParaRPr sz="1280" dirty="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sp>
        <p:nvSpPr>
          <p:cNvPr id="10" name="Google Shape;114;p14"/>
          <p:cNvSpPr/>
          <p:nvPr/>
        </p:nvSpPr>
        <p:spPr>
          <a:xfrm>
            <a:off x="-1743075" y="2868008"/>
            <a:ext cx="365760" cy="182880"/>
          </a:xfrm>
          <a:prstGeom prst="rect">
            <a:avLst/>
          </a:prstGeom>
          <a:solidFill>
            <a:srgbClr val="33CC33">
              <a:alpha val="49800"/>
            </a:srgbClr>
          </a:solidFill>
          <a:ln>
            <a:noFill/>
          </a:ln>
        </p:spPr>
        <p:txBody>
          <a:bodyPr spcFirstLastPara="1" wrap="square" lIns="146280" tIns="73120" rIns="146280" bIns="73120" anchor="ctr" anchorCtr="0">
            <a:noAutofit/>
          </a:bodyPr>
          <a:lstStyle/>
          <a:p>
            <a:pPr algn="ctr"/>
            <a:endParaRPr sz="1280" dirty="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cxnSp>
        <p:nvCxnSpPr>
          <p:cNvPr id="12" name="Google Shape;116;p14"/>
          <p:cNvCxnSpPr/>
          <p:nvPr/>
        </p:nvCxnSpPr>
        <p:spPr>
          <a:xfrm rot="10800000">
            <a:off x="-1834515" y="5031453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3" name="Google Shape;120;p14"/>
          <p:cNvCxnSpPr/>
          <p:nvPr/>
        </p:nvCxnSpPr>
        <p:spPr>
          <a:xfrm flipH="1">
            <a:off x="-890671" y="5323553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4" name="Google Shape;121;p14"/>
          <p:cNvCxnSpPr/>
          <p:nvPr/>
        </p:nvCxnSpPr>
        <p:spPr>
          <a:xfrm flipH="1">
            <a:off x="-890671" y="5610573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5" name="Google Shape;118;p14"/>
          <p:cNvCxnSpPr/>
          <p:nvPr/>
        </p:nvCxnSpPr>
        <p:spPr>
          <a:xfrm rot="10800000">
            <a:off x="-1834515" y="5317838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00FF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6" name="Google Shape;119;p14"/>
          <p:cNvCxnSpPr/>
          <p:nvPr/>
        </p:nvCxnSpPr>
        <p:spPr>
          <a:xfrm rot="10800000">
            <a:off x="-1834515" y="5604223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8E1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7" name="Google Shape;123;p14"/>
          <p:cNvCxnSpPr/>
          <p:nvPr/>
        </p:nvCxnSpPr>
        <p:spPr>
          <a:xfrm flipH="1">
            <a:off x="-890671" y="6184613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8E11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8" name="Google Shape;124;p14"/>
          <p:cNvCxnSpPr/>
          <p:nvPr/>
        </p:nvCxnSpPr>
        <p:spPr>
          <a:xfrm flipH="1">
            <a:off x="-890671" y="5897593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00FF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9" name="Google Shape;65;p14"/>
          <p:cNvCxnSpPr/>
          <p:nvPr/>
        </p:nvCxnSpPr>
        <p:spPr>
          <a:xfrm flipH="1">
            <a:off x="-1834515" y="6176993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4" name="Google Shape;75;p14"/>
          <p:cNvCxnSpPr/>
          <p:nvPr/>
        </p:nvCxnSpPr>
        <p:spPr>
          <a:xfrm flipH="1">
            <a:off x="-1834515" y="5890608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stealth" w="med" len="med"/>
          </a:ln>
        </p:spPr>
      </p:cxnSp>
      <p:sp>
        <p:nvSpPr>
          <p:cNvPr id="27" name="Rectangle 218"/>
          <p:cNvSpPr/>
          <p:nvPr/>
        </p:nvSpPr>
        <p:spPr>
          <a:xfrm>
            <a:off x="-1743075" y="3337273"/>
            <a:ext cx="365760" cy="182880"/>
          </a:xfrm>
          <a:prstGeom prst="rect">
            <a:avLst/>
          </a:prstGeom>
          <a:solidFill>
            <a:srgbClr val="D2691E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80"/>
          </a:p>
        </p:txBody>
      </p:sp>
      <p:sp>
        <p:nvSpPr>
          <p:cNvPr id="28" name="Rectangle 328"/>
          <p:cNvSpPr/>
          <p:nvPr/>
        </p:nvSpPr>
        <p:spPr>
          <a:xfrm>
            <a:off x="-890671" y="3809713"/>
            <a:ext cx="457200" cy="36576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80"/>
          </a:p>
        </p:txBody>
      </p:sp>
      <p:sp>
        <p:nvSpPr>
          <p:cNvPr id="29" name="Rectangle 331"/>
          <p:cNvSpPr/>
          <p:nvPr/>
        </p:nvSpPr>
        <p:spPr>
          <a:xfrm>
            <a:off x="-1834515" y="3806538"/>
            <a:ext cx="457200" cy="365760"/>
          </a:xfrm>
          <a:prstGeom prst="rect">
            <a:avLst/>
          </a:prstGeom>
          <a:ln w="19050">
            <a:solidFill>
              <a:srgbClr val="00A4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2880"/>
          </a:p>
        </p:txBody>
      </p:sp>
      <p:sp>
        <p:nvSpPr>
          <p:cNvPr id="33" name="文本框 67"/>
          <p:cNvSpPr txBox="1"/>
          <p:nvPr/>
        </p:nvSpPr>
        <p:spPr>
          <a:xfrm>
            <a:off x="-890671" y="1681828"/>
            <a:ext cx="457200" cy="3073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黑色</a:t>
            </a:r>
            <a:endParaRPr lang="zh-CN" altLang="en-US" sz="1400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34" name="文本框 68"/>
          <p:cNvSpPr txBox="1"/>
          <p:nvPr/>
        </p:nvSpPr>
        <p:spPr>
          <a:xfrm>
            <a:off x="-1834515" y="2274283"/>
            <a:ext cx="457200" cy="3073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FF0000"/>
                </a:solidFill>
              </a:rPr>
              <a:t>红色</a:t>
            </a:r>
            <a:endParaRPr lang="zh-CN" altLang="en-US" sz="1400" dirty="0">
              <a:solidFill>
                <a:srgbClr val="FF0000"/>
              </a:solidFill>
            </a:endParaRPr>
          </a:p>
        </p:txBody>
      </p:sp>
      <p:grpSp>
        <p:nvGrpSpPr>
          <p:cNvPr id="7" name="组合 8"/>
          <p:cNvGrpSpPr/>
          <p:nvPr/>
        </p:nvGrpSpPr>
        <p:grpSpPr>
          <a:xfrm>
            <a:off x="-1834515" y="6463378"/>
            <a:ext cx="457200" cy="548640"/>
            <a:chOff x="8533167" y="1924272"/>
            <a:chExt cx="1099206" cy="1385455"/>
          </a:xfrm>
        </p:grpSpPr>
        <p:cxnSp>
          <p:nvCxnSpPr>
            <p:cNvPr id="20" name="Google Shape;119;p14"/>
            <p:cNvCxnSpPr/>
            <p:nvPr/>
          </p:nvCxnSpPr>
          <p:spPr>
            <a:xfrm flipH="1">
              <a:off x="8533168" y="1924272"/>
              <a:ext cx="1099205" cy="0"/>
            </a:xfrm>
            <a:prstGeom prst="straightConnector1">
              <a:avLst/>
            </a:prstGeom>
            <a:noFill/>
            <a:ln w="19050" cap="flat" cmpd="sng">
              <a:solidFill>
                <a:srgbClr val="FF8E1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1" name="Google Shape;119;p14"/>
            <p:cNvCxnSpPr/>
            <p:nvPr/>
          </p:nvCxnSpPr>
          <p:spPr>
            <a:xfrm flipH="1">
              <a:off x="8533167" y="2618454"/>
              <a:ext cx="1099205" cy="0"/>
            </a:xfrm>
            <a:prstGeom prst="straightConnector1">
              <a:avLst/>
            </a:prstGeom>
            <a:noFill/>
            <a:ln w="19050" cap="flat" cmpd="sng">
              <a:solidFill>
                <a:srgbClr val="FF8E1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5" name="Google Shape;119;p14"/>
            <p:cNvCxnSpPr/>
            <p:nvPr/>
          </p:nvCxnSpPr>
          <p:spPr>
            <a:xfrm flipH="1">
              <a:off x="8533168" y="3309727"/>
              <a:ext cx="1099205" cy="0"/>
            </a:xfrm>
            <a:prstGeom prst="straightConnector1">
              <a:avLst/>
            </a:prstGeom>
            <a:noFill/>
            <a:ln w="19050" cap="flat" cmpd="sng">
              <a:solidFill>
                <a:srgbClr val="FF8E11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grpSp>
        <p:nvGrpSpPr>
          <p:cNvPr id="26" name="组合 22"/>
          <p:cNvGrpSpPr/>
          <p:nvPr/>
        </p:nvGrpSpPr>
        <p:grpSpPr>
          <a:xfrm>
            <a:off x="-890671" y="6471633"/>
            <a:ext cx="457200" cy="548640"/>
            <a:chOff x="8824317" y="1696204"/>
            <a:chExt cx="1140564" cy="1575691"/>
          </a:xfrm>
        </p:grpSpPr>
        <p:grpSp>
          <p:nvGrpSpPr>
            <p:cNvPr id="30" name="组合 14"/>
            <p:cNvGrpSpPr/>
            <p:nvPr/>
          </p:nvGrpSpPr>
          <p:grpSpPr>
            <a:xfrm>
              <a:off x="8824318" y="1696204"/>
              <a:ext cx="1140563" cy="1057388"/>
              <a:chOff x="8533167" y="1924272"/>
              <a:chExt cx="1099206" cy="1385455"/>
            </a:xfrm>
          </p:grpSpPr>
          <p:cxnSp>
            <p:nvCxnSpPr>
              <p:cNvPr id="31" name="Google Shape;119;p14"/>
              <p:cNvCxnSpPr/>
              <p:nvPr/>
            </p:nvCxnSpPr>
            <p:spPr>
              <a:xfrm flipH="1">
                <a:off x="8533168" y="1924272"/>
                <a:ext cx="1099205" cy="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FF8E1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32" name="Google Shape;119;p14"/>
              <p:cNvCxnSpPr/>
              <p:nvPr/>
            </p:nvCxnSpPr>
            <p:spPr>
              <a:xfrm flipH="1">
                <a:off x="8533167" y="2618454"/>
                <a:ext cx="1099205" cy="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FF8E1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35" name="Google Shape;119;p14"/>
              <p:cNvCxnSpPr/>
              <p:nvPr/>
            </p:nvCxnSpPr>
            <p:spPr>
              <a:xfrm flipH="1">
                <a:off x="8533168" y="3309727"/>
                <a:ext cx="1099205" cy="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FF8E1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</p:grpSp>
        <p:cxnSp>
          <p:nvCxnSpPr>
            <p:cNvPr id="37" name="Google Shape;119;p14"/>
            <p:cNvCxnSpPr/>
            <p:nvPr/>
          </p:nvCxnSpPr>
          <p:spPr>
            <a:xfrm flipH="1">
              <a:off x="8824317" y="3271895"/>
              <a:ext cx="1140562" cy="0"/>
            </a:xfrm>
            <a:prstGeom prst="straightConnector1">
              <a:avLst/>
            </a:prstGeom>
            <a:noFill/>
            <a:ln w="19050" cap="flat" cmpd="sng">
              <a:solidFill>
                <a:srgbClr val="FF8E11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cxnSp>
        <p:nvCxnSpPr>
          <p:cNvPr id="47" name="Google Shape;116;p14"/>
          <p:cNvCxnSpPr/>
          <p:nvPr/>
        </p:nvCxnSpPr>
        <p:spPr>
          <a:xfrm rot="10800000">
            <a:off x="-890671" y="5036533"/>
            <a:ext cx="457200" cy="0"/>
          </a:xfrm>
          <a:prstGeom prst="straightConnector1">
            <a:avLst/>
          </a:prstGeom>
          <a:noFill/>
          <a:ln w="19050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53" name="Group 52"/>
          <p:cNvGrpSpPr/>
          <p:nvPr/>
        </p:nvGrpSpPr>
        <p:grpSpPr>
          <a:xfrm>
            <a:off x="-1751965" y="4525010"/>
            <a:ext cx="1318260" cy="306705"/>
            <a:chOff x="9798" y="4510"/>
            <a:chExt cx="1542" cy="483"/>
          </a:xfrm>
        </p:grpSpPr>
        <p:cxnSp>
          <p:nvCxnSpPr>
            <p:cNvPr id="51" name="Google Shape;115;p14"/>
            <p:cNvCxnSpPr/>
            <p:nvPr/>
          </p:nvCxnSpPr>
          <p:spPr>
            <a:xfrm rot="10800000">
              <a:off x="9798" y="4755"/>
              <a:ext cx="720" cy="0"/>
            </a:xfrm>
            <a:prstGeom prst="straightConnector1">
              <a:avLst/>
            </a:prstGeom>
            <a:ln w="19050">
              <a:headEnd type="none" w="sm" len="sm"/>
              <a:tailEnd type="none" w="sm" len="sm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52" name="文本框 67"/>
            <p:cNvSpPr txBox="1"/>
            <p:nvPr/>
          </p:nvSpPr>
          <p:spPr>
            <a:xfrm>
              <a:off x="10538" y="4510"/>
              <a:ext cx="802" cy="4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1400" dirty="0"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Stop</a:t>
              </a:r>
              <a:endParaRPr lang="en-US" altLang="zh-CN" sz="14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</p:grpSp>
      <p:sp>
        <p:nvSpPr>
          <p:cNvPr id="54" name="文本框 68"/>
          <p:cNvSpPr txBox="1"/>
          <p:nvPr/>
        </p:nvSpPr>
        <p:spPr>
          <a:xfrm>
            <a:off x="-890671" y="2276188"/>
            <a:ext cx="5384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1400" dirty="0">
                <a:solidFill>
                  <a:srgbClr val="00B050"/>
                </a:solidFill>
              </a:rPr>
              <a:t>绿色</a:t>
            </a:r>
            <a:endParaRPr lang="zh-CN" altLang="en-US" sz="1400" dirty="0">
              <a:solidFill>
                <a:srgbClr val="00B050"/>
              </a:solidFill>
            </a:endParaRPr>
          </a:p>
        </p:txBody>
      </p:sp>
      <p:pic>
        <p:nvPicPr>
          <p:cNvPr id="36" name="Picture 3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11185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27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pic>
        <p:nvPicPr>
          <p:cNvPr id="28" name="Picture 3" descr="Slide 15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2" name="文本框 36"/>
          <p:cNvSpPr txBox="1"/>
          <p:nvPr/>
        </p:nvSpPr>
        <p:spPr>
          <a:xfrm>
            <a:off x="-1834515" y="492671"/>
            <a:ext cx="45720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316B93"/>
                </a:solidFill>
              </a:rPr>
              <a:t>深蓝</a:t>
            </a:r>
            <a:endParaRPr lang="zh-CN" altLang="en-US" sz="1400" dirty="0">
              <a:solidFill>
                <a:srgbClr val="316B93"/>
              </a:solidFill>
            </a:endParaRPr>
          </a:p>
        </p:txBody>
      </p:sp>
      <p:sp>
        <p:nvSpPr>
          <p:cNvPr id="3" name="文本框 37"/>
          <p:cNvSpPr txBox="1"/>
          <p:nvPr/>
        </p:nvSpPr>
        <p:spPr>
          <a:xfrm>
            <a:off x="-890671" y="492671"/>
            <a:ext cx="45720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AF8647"/>
                </a:solidFill>
              </a:rPr>
              <a:t>褐色</a:t>
            </a:r>
            <a:endParaRPr lang="zh-CN" altLang="en-US" sz="1400" dirty="0">
              <a:solidFill>
                <a:srgbClr val="AF8647"/>
              </a:solidFill>
            </a:endParaRPr>
          </a:p>
        </p:txBody>
      </p:sp>
      <p:sp>
        <p:nvSpPr>
          <p:cNvPr id="4" name="文本框 38"/>
          <p:cNvSpPr txBox="1"/>
          <p:nvPr/>
        </p:nvSpPr>
        <p:spPr>
          <a:xfrm>
            <a:off x="-1834515" y="1086833"/>
            <a:ext cx="457200" cy="3073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256824"/>
                </a:solidFill>
              </a:rPr>
              <a:t>深绿</a:t>
            </a:r>
            <a:endParaRPr lang="zh-CN" altLang="en-US" sz="1400" dirty="0">
              <a:solidFill>
                <a:srgbClr val="256824"/>
              </a:solidFill>
            </a:endParaRPr>
          </a:p>
        </p:txBody>
      </p:sp>
      <p:sp>
        <p:nvSpPr>
          <p:cNvPr id="5" name="文本框 39"/>
          <p:cNvSpPr txBox="1"/>
          <p:nvPr/>
        </p:nvSpPr>
        <p:spPr>
          <a:xfrm>
            <a:off x="-890671" y="1087468"/>
            <a:ext cx="457200" cy="3073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CE1DD3"/>
                </a:solidFill>
              </a:rPr>
              <a:t>紫色</a:t>
            </a:r>
            <a:endParaRPr lang="zh-CN" altLang="en-US" sz="1400" dirty="0">
              <a:solidFill>
                <a:srgbClr val="CE1DD3"/>
              </a:solidFill>
            </a:endParaRPr>
          </a:p>
        </p:txBody>
      </p:sp>
      <p:sp>
        <p:nvSpPr>
          <p:cNvPr id="6" name="文本框 40"/>
          <p:cNvSpPr txBox="1"/>
          <p:nvPr/>
        </p:nvSpPr>
        <p:spPr>
          <a:xfrm>
            <a:off x="-1834515" y="1680558"/>
            <a:ext cx="457200" cy="3073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BA1C20"/>
                </a:solidFill>
              </a:rPr>
              <a:t>深红</a:t>
            </a:r>
            <a:endParaRPr lang="zh-CN" altLang="en-US" sz="1400" dirty="0">
              <a:solidFill>
                <a:srgbClr val="BA1C20"/>
              </a:solidFill>
            </a:endParaRPr>
          </a:p>
        </p:txBody>
      </p:sp>
      <p:sp>
        <p:nvSpPr>
          <p:cNvPr id="8" name="Google Shape;60;p14"/>
          <p:cNvSpPr/>
          <p:nvPr/>
        </p:nvSpPr>
        <p:spPr>
          <a:xfrm>
            <a:off x="-890671" y="3339813"/>
            <a:ext cx="365760" cy="182880"/>
          </a:xfrm>
          <a:prstGeom prst="rect">
            <a:avLst/>
          </a:prstGeom>
          <a:solidFill>
            <a:srgbClr val="33CC33">
              <a:alpha val="20000"/>
            </a:srgbClr>
          </a:solidFill>
          <a:ln>
            <a:noFill/>
          </a:ln>
        </p:spPr>
        <p:txBody>
          <a:bodyPr spcFirstLastPara="1" wrap="square" lIns="146280" tIns="73120" rIns="146280" bIns="73120" anchor="ctr" anchorCtr="0">
            <a:noAutofit/>
          </a:bodyPr>
          <a:lstStyle/>
          <a:p>
            <a:pPr algn="ctr"/>
            <a:endParaRPr sz="288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sp>
        <p:nvSpPr>
          <p:cNvPr id="9" name="Google Shape;113;p14"/>
          <p:cNvSpPr/>
          <p:nvPr/>
        </p:nvSpPr>
        <p:spPr>
          <a:xfrm>
            <a:off x="-890671" y="2869913"/>
            <a:ext cx="365760" cy="182880"/>
          </a:xfrm>
          <a:prstGeom prst="rect">
            <a:avLst/>
          </a:prstGeom>
          <a:solidFill>
            <a:srgbClr val="FF0000">
              <a:alpha val="49800"/>
            </a:srgbClr>
          </a:solidFill>
          <a:ln>
            <a:noFill/>
          </a:ln>
        </p:spPr>
        <p:txBody>
          <a:bodyPr spcFirstLastPara="1" wrap="square" lIns="146280" tIns="73120" rIns="146280" bIns="73120" anchor="ctr" anchorCtr="0">
            <a:noAutofit/>
          </a:bodyPr>
          <a:lstStyle/>
          <a:p>
            <a:pPr algn="ctr"/>
            <a:endParaRPr sz="1280" dirty="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sp>
        <p:nvSpPr>
          <p:cNvPr id="10" name="Google Shape;114;p14"/>
          <p:cNvSpPr/>
          <p:nvPr/>
        </p:nvSpPr>
        <p:spPr>
          <a:xfrm>
            <a:off x="-1743075" y="2868008"/>
            <a:ext cx="365760" cy="182880"/>
          </a:xfrm>
          <a:prstGeom prst="rect">
            <a:avLst/>
          </a:prstGeom>
          <a:solidFill>
            <a:srgbClr val="33CC33">
              <a:alpha val="49800"/>
            </a:srgbClr>
          </a:solidFill>
          <a:ln>
            <a:noFill/>
          </a:ln>
        </p:spPr>
        <p:txBody>
          <a:bodyPr spcFirstLastPara="1" wrap="square" lIns="146280" tIns="73120" rIns="146280" bIns="73120" anchor="ctr" anchorCtr="0">
            <a:noAutofit/>
          </a:bodyPr>
          <a:lstStyle/>
          <a:p>
            <a:pPr algn="ctr"/>
            <a:endParaRPr sz="1280" dirty="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cxnSp>
        <p:nvCxnSpPr>
          <p:cNvPr id="12" name="Google Shape;116;p14"/>
          <p:cNvCxnSpPr/>
          <p:nvPr/>
        </p:nvCxnSpPr>
        <p:spPr>
          <a:xfrm rot="10800000">
            <a:off x="-1834515" y="5031453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3" name="Google Shape;120;p14"/>
          <p:cNvCxnSpPr/>
          <p:nvPr/>
        </p:nvCxnSpPr>
        <p:spPr>
          <a:xfrm flipH="1">
            <a:off x="-890671" y="5323553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4" name="Google Shape;121;p14"/>
          <p:cNvCxnSpPr/>
          <p:nvPr/>
        </p:nvCxnSpPr>
        <p:spPr>
          <a:xfrm flipH="1">
            <a:off x="-890671" y="5610573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5" name="Google Shape;118;p14"/>
          <p:cNvCxnSpPr/>
          <p:nvPr/>
        </p:nvCxnSpPr>
        <p:spPr>
          <a:xfrm rot="10800000">
            <a:off x="-1834515" y="5317838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00FF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6" name="Google Shape;119;p14"/>
          <p:cNvCxnSpPr/>
          <p:nvPr/>
        </p:nvCxnSpPr>
        <p:spPr>
          <a:xfrm rot="10800000">
            <a:off x="-1834515" y="5604223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8E1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7" name="Google Shape;123;p14"/>
          <p:cNvCxnSpPr/>
          <p:nvPr/>
        </p:nvCxnSpPr>
        <p:spPr>
          <a:xfrm flipH="1">
            <a:off x="-890671" y="6184613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8E11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8" name="Google Shape;124;p14"/>
          <p:cNvCxnSpPr/>
          <p:nvPr/>
        </p:nvCxnSpPr>
        <p:spPr>
          <a:xfrm flipH="1">
            <a:off x="-890671" y="5897593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00FF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9" name="Google Shape;65;p14"/>
          <p:cNvCxnSpPr/>
          <p:nvPr/>
        </p:nvCxnSpPr>
        <p:spPr>
          <a:xfrm flipH="1">
            <a:off x="-1834515" y="6176993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4" name="Google Shape;75;p14"/>
          <p:cNvCxnSpPr/>
          <p:nvPr/>
        </p:nvCxnSpPr>
        <p:spPr>
          <a:xfrm flipH="1">
            <a:off x="-1834515" y="5890608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stealth" w="med" len="med"/>
          </a:ln>
        </p:spPr>
      </p:cxnSp>
      <p:sp>
        <p:nvSpPr>
          <p:cNvPr id="36" name="Rectangle 218"/>
          <p:cNvSpPr/>
          <p:nvPr/>
        </p:nvSpPr>
        <p:spPr>
          <a:xfrm>
            <a:off x="-1743075" y="3337273"/>
            <a:ext cx="365760" cy="182880"/>
          </a:xfrm>
          <a:prstGeom prst="rect">
            <a:avLst/>
          </a:prstGeom>
          <a:solidFill>
            <a:srgbClr val="D2691E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80"/>
          </a:p>
        </p:txBody>
      </p:sp>
      <p:sp>
        <p:nvSpPr>
          <p:cNvPr id="7" name="Rectangle 328"/>
          <p:cNvSpPr/>
          <p:nvPr/>
        </p:nvSpPr>
        <p:spPr>
          <a:xfrm>
            <a:off x="-890671" y="3809713"/>
            <a:ext cx="457200" cy="36576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80"/>
          </a:p>
        </p:txBody>
      </p:sp>
      <p:sp>
        <p:nvSpPr>
          <p:cNvPr id="29" name="Rectangle 331"/>
          <p:cNvSpPr/>
          <p:nvPr/>
        </p:nvSpPr>
        <p:spPr>
          <a:xfrm>
            <a:off x="-1834515" y="3806538"/>
            <a:ext cx="457200" cy="365760"/>
          </a:xfrm>
          <a:prstGeom prst="rect">
            <a:avLst/>
          </a:prstGeom>
          <a:ln w="19050">
            <a:solidFill>
              <a:srgbClr val="00A4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2880"/>
          </a:p>
        </p:txBody>
      </p:sp>
      <p:sp>
        <p:nvSpPr>
          <p:cNvPr id="33" name="文本框 67"/>
          <p:cNvSpPr txBox="1"/>
          <p:nvPr/>
        </p:nvSpPr>
        <p:spPr>
          <a:xfrm>
            <a:off x="-890671" y="1681828"/>
            <a:ext cx="457200" cy="3073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黑色</a:t>
            </a:r>
            <a:endParaRPr lang="zh-CN" altLang="en-US" sz="1400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34" name="文本框 68"/>
          <p:cNvSpPr txBox="1"/>
          <p:nvPr/>
        </p:nvSpPr>
        <p:spPr>
          <a:xfrm>
            <a:off x="-1834515" y="2274283"/>
            <a:ext cx="457200" cy="3073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FF0000"/>
                </a:solidFill>
              </a:rPr>
              <a:t>红色</a:t>
            </a:r>
            <a:endParaRPr lang="zh-CN" altLang="en-US" sz="1400" dirty="0">
              <a:solidFill>
                <a:srgbClr val="FF0000"/>
              </a:solidFill>
            </a:endParaRPr>
          </a:p>
        </p:txBody>
      </p:sp>
      <p:grpSp>
        <p:nvGrpSpPr>
          <p:cNvPr id="11" name="组合 8"/>
          <p:cNvGrpSpPr/>
          <p:nvPr/>
        </p:nvGrpSpPr>
        <p:grpSpPr>
          <a:xfrm>
            <a:off x="-1834515" y="6463378"/>
            <a:ext cx="457200" cy="548640"/>
            <a:chOff x="8533167" y="1924272"/>
            <a:chExt cx="1099206" cy="1385455"/>
          </a:xfrm>
        </p:grpSpPr>
        <p:cxnSp>
          <p:nvCxnSpPr>
            <p:cNvPr id="20" name="Google Shape;119;p14"/>
            <p:cNvCxnSpPr/>
            <p:nvPr/>
          </p:nvCxnSpPr>
          <p:spPr>
            <a:xfrm flipH="1">
              <a:off x="8533168" y="1924272"/>
              <a:ext cx="1099205" cy="0"/>
            </a:xfrm>
            <a:prstGeom prst="straightConnector1">
              <a:avLst/>
            </a:prstGeom>
            <a:noFill/>
            <a:ln w="19050" cap="flat" cmpd="sng">
              <a:solidFill>
                <a:srgbClr val="FF8E1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1" name="Google Shape;119;p14"/>
            <p:cNvCxnSpPr/>
            <p:nvPr/>
          </p:nvCxnSpPr>
          <p:spPr>
            <a:xfrm flipH="1">
              <a:off x="8533167" y="2618454"/>
              <a:ext cx="1099205" cy="0"/>
            </a:xfrm>
            <a:prstGeom prst="straightConnector1">
              <a:avLst/>
            </a:prstGeom>
            <a:noFill/>
            <a:ln w="19050" cap="flat" cmpd="sng">
              <a:solidFill>
                <a:srgbClr val="FF8E1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2" name="Google Shape;119;p14"/>
            <p:cNvCxnSpPr/>
            <p:nvPr/>
          </p:nvCxnSpPr>
          <p:spPr>
            <a:xfrm flipH="1">
              <a:off x="8533168" y="3309727"/>
              <a:ext cx="1099205" cy="0"/>
            </a:xfrm>
            <a:prstGeom prst="straightConnector1">
              <a:avLst/>
            </a:prstGeom>
            <a:noFill/>
            <a:ln w="19050" cap="flat" cmpd="sng">
              <a:solidFill>
                <a:srgbClr val="FF8E11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grpSp>
        <p:nvGrpSpPr>
          <p:cNvPr id="23" name="组合 22"/>
          <p:cNvGrpSpPr/>
          <p:nvPr/>
        </p:nvGrpSpPr>
        <p:grpSpPr>
          <a:xfrm>
            <a:off x="-890671" y="6471633"/>
            <a:ext cx="457200" cy="548640"/>
            <a:chOff x="8824317" y="1696204"/>
            <a:chExt cx="1140564" cy="1575691"/>
          </a:xfrm>
        </p:grpSpPr>
        <p:grpSp>
          <p:nvGrpSpPr>
            <p:cNvPr id="30" name="组合 14"/>
            <p:cNvGrpSpPr/>
            <p:nvPr/>
          </p:nvGrpSpPr>
          <p:grpSpPr>
            <a:xfrm>
              <a:off x="8824318" y="1696204"/>
              <a:ext cx="1140563" cy="1057388"/>
              <a:chOff x="8533167" y="1924272"/>
              <a:chExt cx="1099206" cy="1385455"/>
            </a:xfrm>
          </p:grpSpPr>
          <p:cxnSp>
            <p:nvCxnSpPr>
              <p:cNvPr id="31" name="Google Shape;119;p14"/>
              <p:cNvCxnSpPr/>
              <p:nvPr/>
            </p:nvCxnSpPr>
            <p:spPr>
              <a:xfrm flipH="1">
                <a:off x="8533168" y="1924272"/>
                <a:ext cx="1099205" cy="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FF8E1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32" name="Google Shape;119;p14"/>
              <p:cNvCxnSpPr/>
              <p:nvPr/>
            </p:nvCxnSpPr>
            <p:spPr>
              <a:xfrm flipH="1">
                <a:off x="8533167" y="2618454"/>
                <a:ext cx="1099205" cy="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FF8E1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35" name="Google Shape;119;p14"/>
              <p:cNvCxnSpPr/>
              <p:nvPr/>
            </p:nvCxnSpPr>
            <p:spPr>
              <a:xfrm flipH="1">
                <a:off x="8533168" y="3309727"/>
                <a:ext cx="1099205" cy="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FF8E1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</p:grpSp>
        <p:cxnSp>
          <p:nvCxnSpPr>
            <p:cNvPr id="37" name="Google Shape;119;p14"/>
            <p:cNvCxnSpPr/>
            <p:nvPr/>
          </p:nvCxnSpPr>
          <p:spPr>
            <a:xfrm flipH="1">
              <a:off x="8824317" y="3271895"/>
              <a:ext cx="1140562" cy="0"/>
            </a:xfrm>
            <a:prstGeom prst="straightConnector1">
              <a:avLst/>
            </a:prstGeom>
            <a:noFill/>
            <a:ln w="19050" cap="flat" cmpd="sng">
              <a:solidFill>
                <a:srgbClr val="FF8E11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cxnSp>
        <p:nvCxnSpPr>
          <p:cNvPr id="47" name="Google Shape;116;p14"/>
          <p:cNvCxnSpPr/>
          <p:nvPr/>
        </p:nvCxnSpPr>
        <p:spPr>
          <a:xfrm rot="10800000">
            <a:off x="-890671" y="5036533"/>
            <a:ext cx="457200" cy="0"/>
          </a:xfrm>
          <a:prstGeom prst="straightConnector1">
            <a:avLst/>
          </a:prstGeom>
          <a:noFill/>
          <a:ln w="19050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53" name="Group 52"/>
          <p:cNvGrpSpPr/>
          <p:nvPr/>
        </p:nvGrpSpPr>
        <p:grpSpPr>
          <a:xfrm>
            <a:off x="-1751965" y="4525010"/>
            <a:ext cx="1318260" cy="306705"/>
            <a:chOff x="9798" y="4510"/>
            <a:chExt cx="1542" cy="483"/>
          </a:xfrm>
        </p:grpSpPr>
        <p:cxnSp>
          <p:nvCxnSpPr>
            <p:cNvPr id="51" name="Google Shape;115;p14"/>
            <p:cNvCxnSpPr/>
            <p:nvPr/>
          </p:nvCxnSpPr>
          <p:spPr>
            <a:xfrm rot="10800000">
              <a:off x="9798" y="4755"/>
              <a:ext cx="720" cy="0"/>
            </a:xfrm>
            <a:prstGeom prst="straightConnector1">
              <a:avLst/>
            </a:prstGeom>
            <a:ln w="19050">
              <a:headEnd type="none" w="sm" len="sm"/>
              <a:tailEnd type="none" w="sm" len="sm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52" name="文本框 67"/>
            <p:cNvSpPr txBox="1"/>
            <p:nvPr/>
          </p:nvSpPr>
          <p:spPr>
            <a:xfrm>
              <a:off x="10538" y="4510"/>
              <a:ext cx="802" cy="4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1400" dirty="0"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Stop</a:t>
              </a:r>
              <a:endParaRPr lang="en-US" altLang="zh-CN" sz="14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</p:grpSp>
      <p:sp>
        <p:nvSpPr>
          <p:cNvPr id="54" name="文本框 68"/>
          <p:cNvSpPr txBox="1"/>
          <p:nvPr/>
        </p:nvSpPr>
        <p:spPr>
          <a:xfrm>
            <a:off x="-890671" y="2276188"/>
            <a:ext cx="5384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1400" dirty="0">
                <a:solidFill>
                  <a:srgbClr val="00B050"/>
                </a:solidFill>
              </a:rPr>
              <a:t>绿色</a:t>
            </a:r>
            <a:endParaRPr lang="zh-CN" altLang="en-US" sz="1400" dirty="0">
              <a:solidFill>
                <a:srgbClr val="00B050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1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pic>
        <p:nvPicPr>
          <p:cNvPr id="32" name="Picture 3" descr="Slide 16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2" name="文本框 36"/>
          <p:cNvSpPr txBox="1"/>
          <p:nvPr/>
        </p:nvSpPr>
        <p:spPr>
          <a:xfrm>
            <a:off x="-1834515" y="492671"/>
            <a:ext cx="45720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316B93"/>
                </a:solidFill>
              </a:rPr>
              <a:t>深蓝</a:t>
            </a:r>
            <a:endParaRPr lang="zh-CN" altLang="en-US" sz="1400" dirty="0">
              <a:solidFill>
                <a:srgbClr val="316B93"/>
              </a:solidFill>
            </a:endParaRPr>
          </a:p>
        </p:txBody>
      </p:sp>
      <p:sp>
        <p:nvSpPr>
          <p:cNvPr id="3" name="文本框 37"/>
          <p:cNvSpPr txBox="1"/>
          <p:nvPr/>
        </p:nvSpPr>
        <p:spPr>
          <a:xfrm>
            <a:off x="-890671" y="492671"/>
            <a:ext cx="45720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AF8647"/>
                </a:solidFill>
              </a:rPr>
              <a:t>褐色</a:t>
            </a:r>
            <a:endParaRPr lang="zh-CN" altLang="en-US" sz="1400" dirty="0">
              <a:solidFill>
                <a:srgbClr val="AF8647"/>
              </a:solidFill>
            </a:endParaRPr>
          </a:p>
        </p:txBody>
      </p:sp>
      <p:sp>
        <p:nvSpPr>
          <p:cNvPr id="4" name="文本框 38"/>
          <p:cNvSpPr txBox="1"/>
          <p:nvPr/>
        </p:nvSpPr>
        <p:spPr>
          <a:xfrm>
            <a:off x="-1834515" y="1086833"/>
            <a:ext cx="457200" cy="3073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256824"/>
                </a:solidFill>
              </a:rPr>
              <a:t>深绿</a:t>
            </a:r>
            <a:endParaRPr lang="zh-CN" altLang="en-US" sz="1400" dirty="0">
              <a:solidFill>
                <a:srgbClr val="256824"/>
              </a:solidFill>
            </a:endParaRPr>
          </a:p>
        </p:txBody>
      </p:sp>
      <p:sp>
        <p:nvSpPr>
          <p:cNvPr id="5" name="文本框 39"/>
          <p:cNvSpPr txBox="1"/>
          <p:nvPr/>
        </p:nvSpPr>
        <p:spPr>
          <a:xfrm>
            <a:off x="-890671" y="1087468"/>
            <a:ext cx="457200" cy="3073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CE1DD3"/>
                </a:solidFill>
              </a:rPr>
              <a:t>紫色</a:t>
            </a:r>
            <a:endParaRPr lang="zh-CN" altLang="en-US" sz="1400" dirty="0">
              <a:solidFill>
                <a:srgbClr val="CE1DD3"/>
              </a:solidFill>
            </a:endParaRPr>
          </a:p>
        </p:txBody>
      </p:sp>
      <p:sp>
        <p:nvSpPr>
          <p:cNvPr id="6" name="文本框 40"/>
          <p:cNvSpPr txBox="1"/>
          <p:nvPr/>
        </p:nvSpPr>
        <p:spPr>
          <a:xfrm>
            <a:off x="-1834515" y="1680558"/>
            <a:ext cx="457200" cy="3073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BA1C20"/>
                </a:solidFill>
              </a:rPr>
              <a:t>深红</a:t>
            </a:r>
            <a:endParaRPr lang="zh-CN" altLang="en-US" sz="1400" dirty="0">
              <a:solidFill>
                <a:srgbClr val="BA1C20"/>
              </a:solidFill>
            </a:endParaRPr>
          </a:p>
        </p:txBody>
      </p:sp>
      <p:sp>
        <p:nvSpPr>
          <p:cNvPr id="8" name="Google Shape;60;p14"/>
          <p:cNvSpPr/>
          <p:nvPr/>
        </p:nvSpPr>
        <p:spPr>
          <a:xfrm>
            <a:off x="-890671" y="3339813"/>
            <a:ext cx="365760" cy="182880"/>
          </a:xfrm>
          <a:prstGeom prst="rect">
            <a:avLst/>
          </a:prstGeom>
          <a:solidFill>
            <a:srgbClr val="33CC33">
              <a:alpha val="20000"/>
            </a:srgbClr>
          </a:solidFill>
          <a:ln>
            <a:noFill/>
          </a:ln>
        </p:spPr>
        <p:txBody>
          <a:bodyPr spcFirstLastPara="1" wrap="square" lIns="146280" tIns="73120" rIns="146280" bIns="73120" anchor="ctr" anchorCtr="0">
            <a:noAutofit/>
          </a:bodyPr>
          <a:lstStyle/>
          <a:p>
            <a:pPr algn="ctr"/>
            <a:endParaRPr sz="288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sp>
        <p:nvSpPr>
          <p:cNvPr id="9" name="Google Shape;113;p14"/>
          <p:cNvSpPr/>
          <p:nvPr/>
        </p:nvSpPr>
        <p:spPr>
          <a:xfrm>
            <a:off x="-890671" y="2869913"/>
            <a:ext cx="365760" cy="182880"/>
          </a:xfrm>
          <a:prstGeom prst="rect">
            <a:avLst/>
          </a:prstGeom>
          <a:solidFill>
            <a:srgbClr val="FF0000">
              <a:alpha val="49800"/>
            </a:srgbClr>
          </a:solidFill>
          <a:ln>
            <a:noFill/>
          </a:ln>
        </p:spPr>
        <p:txBody>
          <a:bodyPr spcFirstLastPara="1" wrap="square" lIns="146280" tIns="73120" rIns="146280" bIns="73120" anchor="ctr" anchorCtr="0">
            <a:noAutofit/>
          </a:bodyPr>
          <a:lstStyle/>
          <a:p>
            <a:pPr algn="ctr"/>
            <a:endParaRPr sz="1280" dirty="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sp>
        <p:nvSpPr>
          <p:cNvPr id="10" name="Google Shape;114;p14"/>
          <p:cNvSpPr/>
          <p:nvPr/>
        </p:nvSpPr>
        <p:spPr>
          <a:xfrm>
            <a:off x="-1743075" y="2868008"/>
            <a:ext cx="365760" cy="182880"/>
          </a:xfrm>
          <a:prstGeom prst="rect">
            <a:avLst/>
          </a:prstGeom>
          <a:solidFill>
            <a:srgbClr val="33CC33">
              <a:alpha val="49800"/>
            </a:srgbClr>
          </a:solidFill>
          <a:ln>
            <a:noFill/>
          </a:ln>
        </p:spPr>
        <p:txBody>
          <a:bodyPr spcFirstLastPara="1" wrap="square" lIns="146280" tIns="73120" rIns="146280" bIns="73120" anchor="ctr" anchorCtr="0">
            <a:noAutofit/>
          </a:bodyPr>
          <a:lstStyle/>
          <a:p>
            <a:pPr algn="ctr"/>
            <a:endParaRPr sz="1280" dirty="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cxnSp>
        <p:nvCxnSpPr>
          <p:cNvPr id="12" name="Google Shape;116;p14"/>
          <p:cNvCxnSpPr/>
          <p:nvPr/>
        </p:nvCxnSpPr>
        <p:spPr>
          <a:xfrm rot="10800000">
            <a:off x="-1834515" y="5031453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3" name="Google Shape;120;p14"/>
          <p:cNvCxnSpPr/>
          <p:nvPr/>
        </p:nvCxnSpPr>
        <p:spPr>
          <a:xfrm flipH="1">
            <a:off x="-890671" y="5323553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4" name="Google Shape;121;p14"/>
          <p:cNvCxnSpPr/>
          <p:nvPr/>
        </p:nvCxnSpPr>
        <p:spPr>
          <a:xfrm flipH="1">
            <a:off x="-890671" y="5610573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5" name="Google Shape;118;p14"/>
          <p:cNvCxnSpPr/>
          <p:nvPr/>
        </p:nvCxnSpPr>
        <p:spPr>
          <a:xfrm rot="10800000">
            <a:off x="-1834515" y="5317838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00FF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6" name="Google Shape;119;p14"/>
          <p:cNvCxnSpPr/>
          <p:nvPr/>
        </p:nvCxnSpPr>
        <p:spPr>
          <a:xfrm rot="10800000">
            <a:off x="-1834515" y="5604223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8E1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7" name="Google Shape;123;p14"/>
          <p:cNvCxnSpPr/>
          <p:nvPr/>
        </p:nvCxnSpPr>
        <p:spPr>
          <a:xfrm flipH="1">
            <a:off x="-890671" y="6184613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8E11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8" name="Google Shape;124;p14"/>
          <p:cNvCxnSpPr/>
          <p:nvPr/>
        </p:nvCxnSpPr>
        <p:spPr>
          <a:xfrm flipH="1">
            <a:off x="-890671" y="5897593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00FF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9" name="Google Shape;65;p14"/>
          <p:cNvCxnSpPr/>
          <p:nvPr/>
        </p:nvCxnSpPr>
        <p:spPr>
          <a:xfrm flipH="1">
            <a:off x="-1834515" y="6176993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4" name="Google Shape;75;p14"/>
          <p:cNvCxnSpPr/>
          <p:nvPr/>
        </p:nvCxnSpPr>
        <p:spPr>
          <a:xfrm flipH="1">
            <a:off x="-1834515" y="5890608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stealth" w="med" len="med"/>
          </a:ln>
        </p:spPr>
      </p:cxnSp>
      <p:sp>
        <p:nvSpPr>
          <p:cNvPr id="27" name="Rectangle 218"/>
          <p:cNvSpPr/>
          <p:nvPr/>
        </p:nvSpPr>
        <p:spPr>
          <a:xfrm>
            <a:off x="-1743075" y="3337273"/>
            <a:ext cx="365760" cy="182880"/>
          </a:xfrm>
          <a:prstGeom prst="rect">
            <a:avLst/>
          </a:prstGeom>
          <a:solidFill>
            <a:srgbClr val="D2691E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80"/>
          </a:p>
        </p:txBody>
      </p:sp>
      <p:sp>
        <p:nvSpPr>
          <p:cNvPr id="28" name="Rectangle 328"/>
          <p:cNvSpPr/>
          <p:nvPr/>
        </p:nvSpPr>
        <p:spPr>
          <a:xfrm>
            <a:off x="-890671" y="3809713"/>
            <a:ext cx="457200" cy="36576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80"/>
          </a:p>
        </p:txBody>
      </p:sp>
      <p:sp>
        <p:nvSpPr>
          <p:cNvPr id="36" name="Rectangle 331"/>
          <p:cNvSpPr/>
          <p:nvPr/>
        </p:nvSpPr>
        <p:spPr>
          <a:xfrm>
            <a:off x="-1834515" y="3806538"/>
            <a:ext cx="457200" cy="365760"/>
          </a:xfrm>
          <a:prstGeom prst="rect">
            <a:avLst/>
          </a:prstGeom>
          <a:ln w="19050">
            <a:solidFill>
              <a:srgbClr val="00A4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2880"/>
          </a:p>
        </p:txBody>
      </p:sp>
      <p:sp>
        <p:nvSpPr>
          <p:cNvPr id="33" name="文本框 67"/>
          <p:cNvSpPr txBox="1"/>
          <p:nvPr/>
        </p:nvSpPr>
        <p:spPr>
          <a:xfrm>
            <a:off x="-890671" y="1681828"/>
            <a:ext cx="457200" cy="3073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黑色</a:t>
            </a:r>
            <a:endParaRPr lang="zh-CN" altLang="en-US" sz="1400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34" name="文本框 68"/>
          <p:cNvSpPr txBox="1"/>
          <p:nvPr/>
        </p:nvSpPr>
        <p:spPr>
          <a:xfrm>
            <a:off x="-1834515" y="2274283"/>
            <a:ext cx="457200" cy="3073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FF0000"/>
                </a:solidFill>
              </a:rPr>
              <a:t>红色</a:t>
            </a:r>
            <a:endParaRPr lang="zh-CN" altLang="en-US" sz="1400" dirty="0">
              <a:solidFill>
                <a:srgbClr val="FF0000"/>
              </a:solidFill>
            </a:endParaRPr>
          </a:p>
        </p:txBody>
      </p:sp>
      <p:grpSp>
        <p:nvGrpSpPr>
          <p:cNvPr id="7" name="组合 8"/>
          <p:cNvGrpSpPr/>
          <p:nvPr/>
        </p:nvGrpSpPr>
        <p:grpSpPr>
          <a:xfrm>
            <a:off x="-1834515" y="6463378"/>
            <a:ext cx="457200" cy="548640"/>
            <a:chOff x="8533167" y="1924272"/>
            <a:chExt cx="1099206" cy="1385455"/>
          </a:xfrm>
        </p:grpSpPr>
        <p:cxnSp>
          <p:nvCxnSpPr>
            <p:cNvPr id="20" name="Google Shape;119;p14"/>
            <p:cNvCxnSpPr/>
            <p:nvPr/>
          </p:nvCxnSpPr>
          <p:spPr>
            <a:xfrm flipH="1">
              <a:off x="8533168" y="1924272"/>
              <a:ext cx="1099205" cy="0"/>
            </a:xfrm>
            <a:prstGeom prst="straightConnector1">
              <a:avLst/>
            </a:prstGeom>
            <a:noFill/>
            <a:ln w="19050" cap="flat" cmpd="sng">
              <a:solidFill>
                <a:srgbClr val="FF8E1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1" name="Google Shape;119;p14"/>
            <p:cNvCxnSpPr/>
            <p:nvPr/>
          </p:nvCxnSpPr>
          <p:spPr>
            <a:xfrm flipH="1">
              <a:off x="8533167" y="2618454"/>
              <a:ext cx="1099205" cy="0"/>
            </a:xfrm>
            <a:prstGeom prst="straightConnector1">
              <a:avLst/>
            </a:prstGeom>
            <a:noFill/>
            <a:ln w="19050" cap="flat" cmpd="sng">
              <a:solidFill>
                <a:srgbClr val="FF8E1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2" name="Google Shape;119;p14"/>
            <p:cNvCxnSpPr/>
            <p:nvPr/>
          </p:nvCxnSpPr>
          <p:spPr>
            <a:xfrm flipH="1">
              <a:off x="8533168" y="3309727"/>
              <a:ext cx="1099205" cy="0"/>
            </a:xfrm>
            <a:prstGeom prst="straightConnector1">
              <a:avLst/>
            </a:prstGeom>
            <a:noFill/>
            <a:ln w="19050" cap="flat" cmpd="sng">
              <a:solidFill>
                <a:srgbClr val="FF8E11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grpSp>
        <p:nvGrpSpPr>
          <p:cNvPr id="23" name="组合 22"/>
          <p:cNvGrpSpPr/>
          <p:nvPr/>
        </p:nvGrpSpPr>
        <p:grpSpPr>
          <a:xfrm>
            <a:off x="-890671" y="6471633"/>
            <a:ext cx="457200" cy="548640"/>
            <a:chOff x="8824317" y="1696204"/>
            <a:chExt cx="1140564" cy="1575691"/>
          </a:xfrm>
        </p:grpSpPr>
        <p:grpSp>
          <p:nvGrpSpPr>
            <p:cNvPr id="25" name="组合 14"/>
            <p:cNvGrpSpPr/>
            <p:nvPr/>
          </p:nvGrpSpPr>
          <p:grpSpPr>
            <a:xfrm>
              <a:off x="8824318" y="1696204"/>
              <a:ext cx="1140563" cy="1057388"/>
              <a:chOff x="8533167" y="1924272"/>
              <a:chExt cx="1099206" cy="1385455"/>
            </a:xfrm>
          </p:grpSpPr>
          <p:cxnSp>
            <p:nvCxnSpPr>
              <p:cNvPr id="26" name="Google Shape;119;p14"/>
              <p:cNvCxnSpPr/>
              <p:nvPr/>
            </p:nvCxnSpPr>
            <p:spPr>
              <a:xfrm flipH="1">
                <a:off x="8533168" y="1924272"/>
                <a:ext cx="1099205" cy="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FF8E1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1" name="Google Shape;119;p14"/>
              <p:cNvCxnSpPr/>
              <p:nvPr/>
            </p:nvCxnSpPr>
            <p:spPr>
              <a:xfrm flipH="1">
                <a:off x="8533167" y="2618454"/>
                <a:ext cx="1099205" cy="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FF8E1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35" name="Google Shape;119;p14"/>
              <p:cNvCxnSpPr/>
              <p:nvPr/>
            </p:nvCxnSpPr>
            <p:spPr>
              <a:xfrm flipH="1">
                <a:off x="8533168" y="3309727"/>
                <a:ext cx="1099205" cy="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FF8E1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</p:grpSp>
        <p:cxnSp>
          <p:nvCxnSpPr>
            <p:cNvPr id="37" name="Google Shape;119;p14"/>
            <p:cNvCxnSpPr/>
            <p:nvPr/>
          </p:nvCxnSpPr>
          <p:spPr>
            <a:xfrm flipH="1">
              <a:off x="8824317" y="3271895"/>
              <a:ext cx="1140562" cy="0"/>
            </a:xfrm>
            <a:prstGeom prst="straightConnector1">
              <a:avLst/>
            </a:prstGeom>
            <a:noFill/>
            <a:ln w="19050" cap="flat" cmpd="sng">
              <a:solidFill>
                <a:srgbClr val="FF8E11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cxnSp>
        <p:nvCxnSpPr>
          <p:cNvPr id="47" name="Google Shape;116;p14"/>
          <p:cNvCxnSpPr/>
          <p:nvPr/>
        </p:nvCxnSpPr>
        <p:spPr>
          <a:xfrm rot="10800000">
            <a:off x="-890671" y="5036533"/>
            <a:ext cx="457200" cy="0"/>
          </a:xfrm>
          <a:prstGeom prst="straightConnector1">
            <a:avLst/>
          </a:prstGeom>
          <a:noFill/>
          <a:ln w="19050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53" name="Group 52"/>
          <p:cNvGrpSpPr/>
          <p:nvPr/>
        </p:nvGrpSpPr>
        <p:grpSpPr>
          <a:xfrm>
            <a:off x="-1751965" y="4525010"/>
            <a:ext cx="1318260" cy="306705"/>
            <a:chOff x="9798" y="4510"/>
            <a:chExt cx="1542" cy="483"/>
          </a:xfrm>
        </p:grpSpPr>
        <p:cxnSp>
          <p:nvCxnSpPr>
            <p:cNvPr id="51" name="Google Shape;115;p14"/>
            <p:cNvCxnSpPr/>
            <p:nvPr/>
          </p:nvCxnSpPr>
          <p:spPr>
            <a:xfrm rot="10800000">
              <a:off x="9798" y="4755"/>
              <a:ext cx="720" cy="0"/>
            </a:xfrm>
            <a:prstGeom prst="straightConnector1">
              <a:avLst/>
            </a:prstGeom>
            <a:ln w="19050">
              <a:headEnd type="none" w="sm" len="sm"/>
              <a:tailEnd type="none" w="sm" len="sm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52" name="文本框 67"/>
            <p:cNvSpPr txBox="1"/>
            <p:nvPr/>
          </p:nvSpPr>
          <p:spPr>
            <a:xfrm>
              <a:off x="10538" y="4510"/>
              <a:ext cx="802" cy="4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1400" dirty="0"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Stop</a:t>
              </a:r>
              <a:endParaRPr lang="en-US" altLang="zh-CN" sz="14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</p:grpSp>
      <p:sp>
        <p:nvSpPr>
          <p:cNvPr id="54" name="文本框 68"/>
          <p:cNvSpPr txBox="1"/>
          <p:nvPr/>
        </p:nvSpPr>
        <p:spPr>
          <a:xfrm>
            <a:off x="-890671" y="2276188"/>
            <a:ext cx="5384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1400" dirty="0">
                <a:solidFill>
                  <a:srgbClr val="00B050"/>
                </a:solidFill>
              </a:rPr>
              <a:t>绿色</a:t>
            </a:r>
            <a:endParaRPr lang="zh-CN" altLang="en-US" sz="1400" dirty="0">
              <a:solidFill>
                <a:srgbClr val="00B050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5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pic>
        <p:nvPicPr>
          <p:cNvPr id="36" name="Picture 3" descr="Slide 17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2" name="文本框 36"/>
          <p:cNvSpPr txBox="1"/>
          <p:nvPr/>
        </p:nvSpPr>
        <p:spPr>
          <a:xfrm>
            <a:off x="-1834515" y="492671"/>
            <a:ext cx="45720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316B93"/>
                </a:solidFill>
              </a:rPr>
              <a:t>深蓝</a:t>
            </a:r>
            <a:endParaRPr lang="zh-CN" altLang="en-US" sz="1400" dirty="0">
              <a:solidFill>
                <a:srgbClr val="316B93"/>
              </a:solidFill>
            </a:endParaRPr>
          </a:p>
        </p:txBody>
      </p:sp>
      <p:sp>
        <p:nvSpPr>
          <p:cNvPr id="3" name="文本框 37"/>
          <p:cNvSpPr txBox="1"/>
          <p:nvPr/>
        </p:nvSpPr>
        <p:spPr>
          <a:xfrm>
            <a:off x="-890671" y="492671"/>
            <a:ext cx="45720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AF8647"/>
                </a:solidFill>
              </a:rPr>
              <a:t>褐色</a:t>
            </a:r>
            <a:endParaRPr lang="zh-CN" altLang="en-US" sz="1400" dirty="0">
              <a:solidFill>
                <a:srgbClr val="AF8647"/>
              </a:solidFill>
            </a:endParaRPr>
          </a:p>
        </p:txBody>
      </p:sp>
      <p:sp>
        <p:nvSpPr>
          <p:cNvPr id="4" name="文本框 38"/>
          <p:cNvSpPr txBox="1"/>
          <p:nvPr/>
        </p:nvSpPr>
        <p:spPr>
          <a:xfrm>
            <a:off x="-1834515" y="1086833"/>
            <a:ext cx="457200" cy="3073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256824"/>
                </a:solidFill>
              </a:rPr>
              <a:t>深绿</a:t>
            </a:r>
            <a:endParaRPr lang="zh-CN" altLang="en-US" sz="1400" dirty="0">
              <a:solidFill>
                <a:srgbClr val="256824"/>
              </a:solidFill>
            </a:endParaRPr>
          </a:p>
        </p:txBody>
      </p:sp>
      <p:sp>
        <p:nvSpPr>
          <p:cNvPr id="5" name="文本框 39"/>
          <p:cNvSpPr txBox="1"/>
          <p:nvPr/>
        </p:nvSpPr>
        <p:spPr>
          <a:xfrm>
            <a:off x="-890671" y="1087468"/>
            <a:ext cx="457200" cy="3073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CE1DD3"/>
                </a:solidFill>
              </a:rPr>
              <a:t>紫色</a:t>
            </a:r>
            <a:endParaRPr lang="zh-CN" altLang="en-US" sz="1400" dirty="0">
              <a:solidFill>
                <a:srgbClr val="CE1DD3"/>
              </a:solidFill>
            </a:endParaRPr>
          </a:p>
        </p:txBody>
      </p:sp>
      <p:sp>
        <p:nvSpPr>
          <p:cNvPr id="6" name="文本框 40"/>
          <p:cNvSpPr txBox="1"/>
          <p:nvPr/>
        </p:nvSpPr>
        <p:spPr>
          <a:xfrm>
            <a:off x="-1834515" y="1680558"/>
            <a:ext cx="457200" cy="3073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BA1C20"/>
                </a:solidFill>
              </a:rPr>
              <a:t>深红</a:t>
            </a:r>
            <a:endParaRPr lang="zh-CN" altLang="en-US" sz="1400" dirty="0">
              <a:solidFill>
                <a:srgbClr val="BA1C20"/>
              </a:solidFill>
            </a:endParaRPr>
          </a:p>
        </p:txBody>
      </p:sp>
      <p:sp>
        <p:nvSpPr>
          <p:cNvPr id="8" name="Google Shape;60;p14"/>
          <p:cNvSpPr/>
          <p:nvPr/>
        </p:nvSpPr>
        <p:spPr>
          <a:xfrm>
            <a:off x="-890671" y="3339813"/>
            <a:ext cx="365760" cy="182880"/>
          </a:xfrm>
          <a:prstGeom prst="rect">
            <a:avLst/>
          </a:prstGeom>
          <a:solidFill>
            <a:srgbClr val="33CC33">
              <a:alpha val="20000"/>
            </a:srgbClr>
          </a:solidFill>
          <a:ln>
            <a:noFill/>
          </a:ln>
        </p:spPr>
        <p:txBody>
          <a:bodyPr spcFirstLastPara="1" wrap="square" lIns="146280" tIns="73120" rIns="146280" bIns="73120" anchor="ctr" anchorCtr="0">
            <a:noAutofit/>
          </a:bodyPr>
          <a:lstStyle/>
          <a:p>
            <a:pPr algn="ctr"/>
            <a:endParaRPr sz="288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sp>
        <p:nvSpPr>
          <p:cNvPr id="9" name="Google Shape;113;p14"/>
          <p:cNvSpPr/>
          <p:nvPr/>
        </p:nvSpPr>
        <p:spPr>
          <a:xfrm>
            <a:off x="-890671" y="2869913"/>
            <a:ext cx="365760" cy="182880"/>
          </a:xfrm>
          <a:prstGeom prst="rect">
            <a:avLst/>
          </a:prstGeom>
          <a:solidFill>
            <a:srgbClr val="FF0000">
              <a:alpha val="49800"/>
            </a:srgbClr>
          </a:solidFill>
          <a:ln>
            <a:noFill/>
          </a:ln>
        </p:spPr>
        <p:txBody>
          <a:bodyPr spcFirstLastPara="1" wrap="square" lIns="146280" tIns="73120" rIns="146280" bIns="73120" anchor="ctr" anchorCtr="0">
            <a:noAutofit/>
          </a:bodyPr>
          <a:lstStyle/>
          <a:p>
            <a:pPr algn="ctr"/>
            <a:endParaRPr sz="1280" dirty="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sp>
        <p:nvSpPr>
          <p:cNvPr id="10" name="Google Shape;114;p14"/>
          <p:cNvSpPr/>
          <p:nvPr/>
        </p:nvSpPr>
        <p:spPr>
          <a:xfrm>
            <a:off x="-1743075" y="2868008"/>
            <a:ext cx="365760" cy="182880"/>
          </a:xfrm>
          <a:prstGeom prst="rect">
            <a:avLst/>
          </a:prstGeom>
          <a:solidFill>
            <a:srgbClr val="33CC33">
              <a:alpha val="49800"/>
            </a:srgbClr>
          </a:solidFill>
          <a:ln>
            <a:noFill/>
          </a:ln>
        </p:spPr>
        <p:txBody>
          <a:bodyPr spcFirstLastPara="1" wrap="square" lIns="146280" tIns="73120" rIns="146280" bIns="73120" anchor="ctr" anchorCtr="0">
            <a:noAutofit/>
          </a:bodyPr>
          <a:lstStyle/>
          <a:p>
            <a:pPr algn="ctr"/>
            <a:endParaRPr sz="1280" dirty="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cxnSp>
        <p:nvCxnSpPr>
          <p:cNvPr id="12" name="Google Shape;116;p14"/>
          <p:cNvCxnSpPr/>
          <p:nvPr/>
        </p:nvCxnSpPr>
        <p:spPr>
          <a:xfrm rot="10800000">
            <a:off x="-1834515" y="5031453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3" name="Google Shape;120;p14"/>
          <p:cNvCxnSpPr/>
          <p:nvPr/>
        </p:nvCxnSpPr>
        <p:spPr>
          <a:xfrm flipH="1">
            <a:off x="-890671" y="5323553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4" name="Google Shape;121;p14"/>
          <p:cNvCxnSpPr/>
          <p:nvPr/>
        </p:nvCxnSpPr>
        <p:spPr>
          <a:xfrm flipH="1">
            <a:off x="-890671" y="5610573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5" name="Google Shape;118;p14"/>
          <p:cNvCxnSpPr/>
          <p:nvPr/>
        </p:nvCxnSpPr>
        <p:spPr>
          <a:xfrm rot="10800000">
            <a:off x="-1834515" y="5317838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00FF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6" name="Google Shape;119;p14"/>
          <p:cNvCxnSpPr/>
          <p:nvPr/>
        </p:nvCxnSpPr>
        <p:spPr>
          <a:xfrm rot="10800000">
            <a:off x="-1834515" y="5604223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8E1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7" name="Google Shape;123;p14"/>
          <p:cNvCxnSpPr/>
          <p:nvPr/>
        </p:nvCxnSpPr>
        <p:spPr>
          <a:xfrm flipH="1">
            <a:off x="-890671" y="6184613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8E11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8" name="Google Shape;124;p14"/>
          <p:cNvCxnSpPr/>
          <p:nvPr/>
        </p:nvCxnSpPr>
        <p:spPr>
          <a:xfrm flipH="1">
            <a:off x="-890671" y="5897593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00FF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9" name="Google Shape;65;p14"/>
          <p:cNvCxnSpPr/>
          <p:nvPr/>
        </p:nvCxnSpPr>
        <p:spPr>
          <a:xfrm flipH="1">
            <a:off x="-1834515" y="6176993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4" name="Google Shape;75;p14"/>
          <p:cNvCxnSpPr/>
          <p:nvPr/>
        </p:nvCxnSpPr>
        <p:spPr>
          <a:xfrm flipH="1">
            <a:off x="-1834515" y="5890608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stealth" w="med" len="med"/>
          </a:ln>
        </p:spPr>
      </p:cxnSp>
      <p:sp>
        <p:nvSpPr>
          <p:cNvPr id="27" name="Rectangle 218"/>
          <p:cNvSpPr/>
          <p:nvPr/>
        </p:nvSpPr>
        <p:spPr>
          <a:xfrm>
            <a:off x="-1743075" y="3337273"/>
            <a:ext cx="365760" cy="182880"/>
          </a:xfrm>
          <a:prstGeom prst="rect">
            <a:avLst/>
          </a:prstGeom>
          <a:solidFill>
            <a:srgbClr val="D2691E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80"/>
          </a:p>
        </p:txBody>
      </p:sp>
      <p:sp>
        <p:nvSpPr>
          <p:cNvPr id="28" name="Rectangle 328"/>
          <p:cNvSpPr/>
          <p:nvPr/>
        </p:nvSpPr>
        <p:spPr>
          <a:xfrm>
            <a:off x="-890671" y="3809713"/>
            <a:ext cx="457200" cy="36576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80"/>
          </a:p>
        </p:txBody>
      </p:sp>
      <p:sp>
        <p:nvSpPr>
          <p:cNvPr id="29" name="Rectangle 331"/>
          <p:cNvSpPr/>
          <p:nvPr/>
        </p:nvSpPr>
        <p:spPr>
          <a:xfrm>
            <a:off x="-1834515" y="3806538"/>
            <a:ext cx="457200" cy="365760"/>
          </a:xfrm>
          <a:prstGeom prst="rect">
            <a:avLst/>
          </a:prstGeom>
          <a:ln w="19050">
            <a:solidFill>
              <a:srgbClr val="00A4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2880"/>
          </a:p>
        </p:txBody>
      </p:sp>
      <p:sp>
        <p:nvSpPr>
          <p:cNvPr id="38" name="文本框 67"/>
          <p:cNvSpPr txBox="1"/>
          <p:nvPr/>
        </p:nvSpPr>
        <p:spPr>
          <a:xfrm>
            <a:off x="-890671" y="1681828"/>
            <a:ext cx="457200" cy="3073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黑色</a:t>
            </a:r>
            <a:endParaRPr lang="zh-CN" altLang="en-US" sz="1400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7" name="文本框 68"/>
          <p:cNvSpPr txBox="1"/>
          <p:nvPr/>
        </p:nvSpPr>
        <p:spPr>
          <a:xfrm>
            <a:off x="-1834515" y="2274283"/>
            <a:ext cx="457200" cy="3073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FF0000"/>
                </a:solidFill>
              </a:rPr>
              <a:t>红色</a:t>
            </a:r>
            <a:endParaRPr lang="zh-CN" altLang="en-US" sz="1400" dirty="0">
              <a:solidFill>
                <a:srgbClr val="FF0000"/>
              </a:solidFill>
            </a:endParaRPr>
          </a:p>
        </p:txBody>
      </p:sp>
      <p:grpSp>
        <p:nvGrpSpPr>
          <p:cNvPr id="11" name="组合 8"/>
          <p:cNvGrpSpPr/>
          <p:nvPr/>
        </p:nvGrpSpPr>
        <p:grpSpPr>
          <a:xfrm>
            <a:off x="-1834515" y="6463378"/>
            <a:ext cx="457200" cy="548640"/>
            <a:chOff x="8533167" y="1924272"/>
            <a:chExt cx="1099206" cy="1385455"/>
          </a:xfrm>
        </p:grpSpPr>
        <p:cxnSp>
          <p:nvCxnSpPr>
            <p:cNvPr id="20" name="Google Shape;119;p14"/>
            <p:cNvCxnSpPr/>
            <p:nvPr/>
          </p:nvCxnSpPr>
          <p:spPr>
            <a:xfrm flipH="1">
              <a:off x="8533168" y="1924272"/>
              <a:ext cx="1099205" cy="0"/>
            </a:xfrm>
            <a:prstGeom prst="straightConnector1">
              <a:avLst/>
            </a:prstGeom>
            <a:noFill/>
            <a:ln w="19050" cap="flat" cmpd="sng">
              <a:solidFill>
                <a:srgbClr val="FF8E1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1" name="Google Shape;119;p14"/>
            <p:cNvCxnSpPr/>
            <p:nvPr/>
          </p:nvCxnSpPr>
          <p:spPr>
            <a:xfrm flipH="1">
              <a:off x="8533167" y="2618454"/>
              <a:ext cx="1099205" cy="0"/>
            </a:xfrm>
            <a:prstGeom prst="straightConnector1">
              <a:avLst/>
            </a:prstGeom>
            <a:noFill/>
            <a:ln w="19050" cap="flat" cmpd="sng">
              <a:solidFill>
                <a:srgbClr val="FF8E1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2" name="Google Shape;119;p14"/>
            <p:cNvCxnSpPr/>
            <p:nvPr/>
          </p:nvCxnSpPr>
          <p:spPr>
            <a:xfrm flipH="1">
              <a:off x="8533168" y="3309727"/>
              <a:ext cx="1099205" cy="0"/>
            </a:xfrm>
            <a:prstGeom prst="straightConnector1">
              <a:avLst/>
            </a:prstGeom>
            <a:noFill/>
            <a:ln w="19050" cap="flat" cmpd="sng">
              <a:solidFill>
                <a:srgbClr val="FF8E11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grpSp>
        <p:nvGrpSpPr>
          <p:cNvPr id="23" name="组合 22"/>
          <p:cNvGrpSpPr/>
          <p:nvPr/>
        </p:nvGrpSpPr>
        <p:grpSpPr>
          <a:xfrm>
            <a:off x="-890671" y="6471633"/>
            <a:ext cx="457200" cy="548640"/>
            <a:chOff x="8824317" y="1696204"/>
            <a:chExt cx="1140564" cy="1575691"/>
          </a:xfrm>
        </p:grpSpPr>
        <p:grpSp>
          <p:nvGrpSpPr>
            <p:cNvPr id="25" name="组合 14"/>
            <p:cNvGrpSpPr/>
            <p:nvPr/>
          </p:nvGrpSpPr>
          <p:grpSpPr>
            <a:xfrm>
              <a:off x="8824318" y="1696204"/>
              <a:ext cx="1140563" cy="1057388"/>
              <a:chOff x="8533167" y="1924272"/>
              <a:chExt cx="1099206" cy="1385455"/>
            </a:xfrm>
          </p:grpSpPr>
          <p:cxnSp>
            <p:nvCxnSpPr>
              <p:cNvPr id="26" name="Google Shape;119;p14"/>
              <p:cNvCxnSpPr/>
              <p:nvPr/>
            </p:nvCxnSpPr>
            <p:spPr>
              <a:xfrm flipH="1">
                <a:off x="8533168" y="1924272"/>
                <a:ext cx="1099205" cy="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FF8E1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30" name="Google Shape;119;p14"/>
              <p:cNvCxnSpPr/>
              <p:nvPr/>
            </p:nvCxnSpPr>
            <p:spPr>
              <a:xfrm flipH="1">
                <a:off x="8533167" y="2618454"/>
                <a:ext cx="1099205" cy="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FF8E1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31" name="Google Shape;119;p14"/>
              <p:cNvCxnSpPr/>
              <p:nvPr/>
            </p:nvCxnSpPr>
            <p:spPr>
              <a:xfrm flipH="1">
                <a:off x="8533168" y="3309727"/>
                <a:ext cx="1099205" cy="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FF8E1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</p:grpSp>
        <p:cxnSp>
          <p:nvCxnSpPr>
            <p:cNvPr id="37" name="Google Shape;119;p14"/>
            <p:cNvCxnSpPr/>
            <p:nvPr/>
          </p:nvCxnSpPr>
          <p:spPr>
            <a:xfrm flipH="1">
              <a:off x="8824317" y="3271895"/>
              <a:ext cx="1140562" cy="0"/>
            </a:xfrm>
            <a:prstGeom prst="straightConnector1">
              <a:avLst/>
            </a:prstGeom>
            <a:noFill/>
            <a:ln w="19050" cap="flat" cmpd="sng">
              <a:solidFill>
                <a:srgbClr val="FF8E11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cxnSp>
        <p:nvCxnSpPr>
          <p:cNvPr id="47" name="Google Shape;116;p14"/>
          <p:cNvCxnSpPr/>
          <p:nvPr/>
        </p:nvCxnSpPr>
        <p:spPr>
          <a:xfrm rot="10800000">
            <a:off x="-890671" y="5036533"/>
            <a:ext cx="457200" cy="0"/>
          </a:xfrm>
          <a:prstGeom prst="straightConnector1">
            <a:avLst/>
          </a:prstGeom>
          <a:noFill/>
          <a:ln w="19050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53" name="Group 52"/>
          <p:cNvGrpSpPr/>
          <p:nvPr/>
        </p:nvGrpSpPr>
        <p:grpSpPr>
          <a:xfrm>
            <a:off x="-1751965" y="4525010"/>
            <a:ext cx="1318260" cy="306705"/>
            <a:chOff x="9798" y="4510"/>
            <a:chExt cx="1542" cy="483"/>
          </a:xfrm>
        </p:grpSpPr>
        <p:cxnSp>
          <p:nvCxnSpPr>
            <p:cNvPr id="51" name="Google Shape;115;p14"/>
            <p:cNvCxnSpPr/>
            <p:nvPr/>
          </p:nvCxnSpPr>
          <p:spPr>
            <a:xfrm rot="10800000">
              <a:off x="9798" y="4755"/>
              <a:ext cx="720" cy="0"/>
            </a:xfrm>
            <a:prstGeom prst="straightConnector1">
              <a:avLst/>
            </a:prstGeom>
            <a:ln w="19050">
              <a:headEnd type="none" w="sm" len="sm"/>
              <a:tailEnd type="none" w="sm" len="sm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52" name="文本框 67"/>
            <p:cNvSpPr txBox="1"/>
            <p:nvPr/>
          </p:nvSpPr>
          <p:spPr>
            <a:xfrm>
              <a:off x="10538" y="4510"/>
              <a:ext cx="802" cy="4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1400" dirty="0"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Stop</a:t>
              </a:r>
              <a:endParaRPr lang="en-US" altLang="zh-CN" sz="14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</p:grpSp>
      <p:sp>
        <p:nvSpPr>
          <p:cNvPr id="54" name="文本框 68"/>
          <p:cNvSpPr txBox="1"/>
          <p:nvPr/>
        </p:nvSpPr>
        <p:spPr>
          <a:xfrm>
            <a:off x="-890671" y="2276188"/>
            <a:ext cx="5384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1400" dirty="0">
                <a:solidFill>
                  <a:srgbClr val="00B050"/>
                </a:solidFill>
              </a:rPr>
              <a:t>绿色</a:t>
            </a:r>
            <a:endParaRPr lang="zh-CN" altLang="en-US" sz="1400" dirty="0">
              <a:solidFill>
                <a:srgbClr val="00B050"/>
              </a:solidFill>
            </a:endParaRPr>
          </a:p>
        </p:txBody>
      </p:sp>
      <p:cxnSp>
        <p:nvCxnSpPr>
          <p:cNvPr id="32" name="Google Shape;121;p14"/>
          <p:cNvCxnSpPr/>
          <p:nvPr/>
        </p:nvCxnSpPr>
        <p:spPr>
          <a:xfrm flipH="1">
            <a:off x="5489174" y="1541493"/>
            <a:ext cx="6629400" cy="588645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39" name="Google Shape;121;p14"/>
          <p:cNvCxnSpPr/>
          <p:nvPr/>
        </p:nvCxnSpPr>
        <p:spPr>
          <a:xfrm flipH="1">
            <a:off x="8333974" y="3456653"/>
            <a:ext cx="6629400" cy="588645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dot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9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pic>
        <p:nvPicPr>
          <p:cNvPr id="40" name="Picture 3" descr="Slide 18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2" name="文本框 36"/>
          <p:cNvSpPr txBox="1"/>
          <p:nvPr/>
        </p:nvSpPr>
        <p:spPr>
          <a:xfrm>
            <a:off x="-1834515" y="492671"/>
            <a:ext cx="45720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316B93"/>
                </a:solidFill>
              </a:rPr>
              <a:t>深蓝</a:t>
            </a:r>
            <a:endParaRPr lang="zh-CN" altLang="en-US" sz="1400" dirty="0">
              <a:solidFill>
                <a:srgbClr val="316B93"/>
              </a:solidFill>
            </a:endParaRPr>
          </a:p>
        </p:txBody>
      </p:sp>
      <p:sp>
        <p:nvSpPr>
          <p:cNvPr id="3" name="文本框 37"/>
          <p:cNvSpPr txBox="1"/>
          <p:nvPr/>
        </p:nvSpPr>
        <p:spPr>
          <a:xfrm>
            <a:off x="-890671" y="492671"/>
            <a:ext cx="45720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AF8647"/>
                </a:solidFill>
              </a:rPr>
              <a:t>褐色</a:t>
            </a:r>
            <a:endParaRPr lang="zh-CN" altLang="en-US" sz="1400" dirty="0">
              <a:solidFill>
                <a:srgbClr val="AF8647"/>
              </a:solidFill>
            </a:endParaRPr>
          </a:p>
        </p:txBody>
      </p:sp>
      <p:sp>
        <p:nvSpPr>
          <p:cNvPr id="4" name="文本框 38"/>
          <p:cNvSpPr txBox="1"/>
          <p:nvPr/>
        </p:nvSpPr>
        <p:spPr>
          <a:xfrm>
            <a:off x="-1834515" y="1086833"/>
            <a:ext cx="457200" cy="3073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256824"/>
                </a:solidFill>
              </a:rPr>
              <a:t>深绿</a:t>
            </a:r>
            <a:endParaRPr lang="zh-CN" altLang="en-US" sz="1400" dirty="0">
              <a:solidFill>
                <a:srgbClr val="256824"/>
              </a:solidFill>
            </a:endParaRPr>
          </a:p>
        </p:txBody>
      </p:sp>
      <p:sp>
        <p:nvSpPr>
          <p:cNvPr id="5" name="文本框 39"/>
          <p:cNvSpPr txBox="1"/>
          <p:nvPr/>
        </p:nvSpPr>
        <p:spPr>
          <a:xfrm>
            <a:off x="-890671" y="1087468"/>
            <a:ext cx="457200" cy="3073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CE1DD3"/>
                </a:solidFill>
              </a:rPr>
              <a:t>紫色</a:t>
            </a:r>
            <a:endParaRPr lang="zh-CN" altLang="en-US" sz="1400" dirty="0">
              <a:solidFill>
                <a:srgbClr val="CE1DD3"/>
              </a:solidFill>
            </a:endParaRPr>
          </a:p>
        </p:txBody>
      </p:sp>
      <p:sp>
        <p:nvSpPr>
          <p:cNvPr id="6" name="文本框 40"/>
          <p:cNvSpPr txBox="1"/>
          <p:nvPr/>
        </p:nvSpPr>
        <p:spPr>
          <a:xfrm>
            <a:off x="-1834515" y="1680558"/>
            <a:ext cx="457200" cy="3073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BA1C20"/>
                </a:solidFill>
              </a:rPr>
              <a:t>深红</a:t>
            </a:r>
            <a:endParaRPr lang="zh-CN" altLang="en-US" sz="1400" dirty="0">
              <a:solidFill>
                <a:srgbClr val="BA1C20"/>
              </a:solidFill>
            </a:endParaRPr>
          </a:p>
        </p:txBody>
      </p:sp>
      <p:sp>
        <p:nvSpPr>
          <p:cNvPr id="8" name="Google Shape;60;p14"/>
          <p:cNvSpPr/>
          <p:nvPr/>
        </p:nvSpPr>
        <p:spPr>
          <a:xfrm>
            <a:off x="-890671" y="3339813"/>
            <a:ext cx="365760" cy="182880"/>
          </a:xfrm>
          <a:prstGeom prst="rect">
            <a:avLst/>
          </a:prstGeom>
          <a:solidFill>
            <a:srgbClr val="33CC33">
              <a:alpha val="20000"/>
            </a:srgbClr>
          </a:solidFill>
          <a:ln>
            <a:noFill/>
          </a:ln>
        </p:spPr>
        <p:txBody>
          <a:bodyPr spcFirstLastPara="1" wrap="square" lIns="146280" tIns="73120" rIns="146280" bIns="73120" anchor="ctr" anchorCtr="0">
            <a:noAutofit/>
          </a:bodyPr>
          <a:lstStyle/>
          <a:p>
            <a:pPr algn="ctr"/>
            <a:endParaRPr sz="288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sp>
        <p:nvSpPr>
          <p:cNvPr id="9" name="Google Shape;113;p14"/>
          <p:cNvSpPr/>
          <p:nvPr/>
        </p:nvSpPr>
        <p:spPr>
          <a:xfrm>
            <a:off x="-890671" y="2869913"/>
            <a:ext cx="365760" cy="182880"/>
          </a:xfrm>
          <a:prstGeom prst="rect">
            <a:avLst/>
          </a:prstGeom>
          <a:solidFill>
            <a:srgbClr val="FF0000">
              <a:alpha val="49800"/>
            </a:srgbClr>
          </a:solidFill>
          <a:ln>
            <a:noFill/>
          </a:ln>
        </p:spPr>
        <p:txBody>
          <a:bodyPr spcFirstLastPara="1" wrap="square" lIns="146280" tIns="73120" rIns="146280" bIns="73120" anchor="ctr" anchorCtr="0">
            <a:noAutofit/>
          </a:bodyPr>
          <a:lstStyle/>
          <a:p>
            <a:pPr algn="ctr"/>
            <a:endParaRPr sz="1280" dirty="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sp>
        <p:nvSpPr>
          <p:cNvPr id="10" name="Google Shape;114;p14"/>
          <p:cNvSpPr/>
          <p:nvPr/>
        </p:nvSpPr>
        <p:spPr>
          <a:xfrm>
            <a:off x="-1743075" y="2868008"/>
            <a:ext cx="365760" cy="182880"/>
          </a:xfrm>
          <a:prstGeom prst="rect">
            <a:avLst/>
          </a:prstGeom>
          <a:solidFill>
            <a:srgbClr val="33CC33">
              <a:alpha val="49800"/>
            </a:srgbClr>
          </a:solidFill>
          <a:ln>
            <a:noFill/>
          </a:ln>
        </p:spPr>
        <p:txBody>
          <a:bodyPr spcFirstLastPara="1" wrap="square" lIns="146280" tIns="73120" rIns="146280" bIns="73120" anchor="ctr" anchorCtr="0">
            <a:noAutofit/>
          </a:bodyPr>
          <a:lstStyle/>
          <a:p>
            <a:pPr algn="ctr"/>
            <a:endParaRPr sz="1280" dirty="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cxnSp>
        <p:nvCxnSpPr>
          <p:cNvPr id="12" name="Google Shape;116;p14"/>
          <p:cNvCxnSpPr/>
          <p:nvPr/>
        </p:nvCxnSpPr>
        <p:spPr>
          <a:xfrm rot="10800000">
            <a:off x="-1834515" y="5031453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3" name="Google Shape;120;p14"/>
          <p:cNvCxnSpPr/>
          <p:nvPr/>
        </p:nvCxnSpPr>
        <p:spPr>
          <a:xfrm flipH="1">
            <a:off x="-890671" y="5323553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4" name="Google Shape;121;p14"/>
          <p:cNvCxnSpPr/>
          <p:nvPr/>
        </p:nvCxnSpPr>
        <p:spPr>
          <a:xfrm flipH="1">
            <a:off x="-890671" y="5610573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5" name="Google Shape;118;p14"/>
          <p:cNvCxnSpPr/>
          <p:nvPr/>
        </p:nvCxnSpPr>
        <p:spPr>
          <a:xfrm rot="10800000">
            <a:off x="-1834515" y="5317838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00FF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6" name="Google Shape;119;p14"/>
          <p:cNvCxnSpPr/>
          <p:nvPr/>
        </p:nvCxnSpPr>
        <p:spPr>
          <a:xfrm rot="10800000">
            <a:off x="-1834515" y="5604223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8E1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7" name="Google Shape;123;p14"/>
          <p:cNvCxnSpPr/>
          <p:nvPr/>
        </p:nvCxnSpPr>
        <p:spPr>
          <a:xfrm flipH="1">
            <a:off x="-890671" y="6184613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8E11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8" name="Google Shape;124;p14"/>
          <p:cNvCxnSpPr/>
          <p:nvPr/>
        </p:nvCxnSpPr>
        <p:spPr>
          <a:xfrm flipH="1">
            <a:off x="-890671" y="5897593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00FF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9" name="Google Shape;65;p14"/>
          <p:cNvCxnSpPr/>
          <p:nvPr/>
        </p:nvCxnSpPr>
        <p:spPr>
          <a:xfrm flipH="1">
            <a:off x="-1834515" y="6176993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4" name="Google Shape;75;p14"/>
          <p:cNvCxnSpPr/>
          <p:nvPr/>
        </p:nvCxnSpPr>
        <p:spPr>
          <a:xfrm flipH="1">
            <a:off x="-1834515" y="5890608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stealth" w="med" len="med"/>
          </a:ln>
        </p:spPr>
      </p:cxnSp>
      <p:sp>
        <p:nvSpPr>
          <p:cNvPr id="27" name="Rectangle 218"/>
          <p:cNvSpPr/>
          <p:nvPr/>
        </p:nvSpPr>
        <p:spPr>
          <a:xfrm>
            <a:off x="-1743075" y="3337273"/>
            <a:ext cx="365760" cy="182880"/>
          </a:xfrm>
          <a:prstGeom prst="rect">
            <a:avLst/>
          </a:prstGeom>
          <a:solidFill>
            <a:srgbClr val="D2691E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80"/>
          </a:p>
        </p:txBody>
      </p:sp>
      <p:sp>
        <p:nvSpPr>
          <p:cNvPr id="28" name="Rectangle 328"/>
          <p:cNvSpPr/>
          <p:nvPr/>
        </p:nvSpPr>
        <p:spPr>
          <a:xfrm>
            <a:off x="-890671" y="3809713"/>
            <a:ext cx="457200" cy="36576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80"/>
          </a:p>
        </p:txBody>
      </p:sp>
      <p:sp>
        <p:nvSpPr>
          <p:cNvPr id="29" name="Rectangle 331"/>
          <p:cNvSpPr/>
          <p:nvPr/>
        </p:nvSpPr>
        <p:spPr>
          <a:xfrm>
            <a:off x="-1834515" y="3806538"/>
            <a:ext cx="457200" cy="365760"/>
          </a:xfrm>
          <a:prstGeom prst="rect">
            <a:avLst/>
          </a:prstGeom>
          <a:ln w="19050">
            <a:solidFill>
              <a:srgbClr val="00A4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2880"/>
          </a:p>
        </p:txBody>
      </p:sp>
      <p:sp>
        <p:nvSpPr>
          <p:cNvPr id="33" name="文本框 67"/>
          <p:cNvSpPr txBox="1"/>
          <p:nvPr/>
        </p:nvSpPr>
        <p:spPr>
          <a:xfrm>
            <a:off x="-890671" y="1681828"/>
            <a:ext cx="457200" cy="3073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黑色</a:t>
            </a:r>
            <a:endParaRPr lang="zh-CN" altLang="en-US" sz="1400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34" name="文本框 68"/>
          <p:cNvSpPr txBox="1"/>
          <p:nvPr/>
        </p:nvSpPr>
        <p:spPr>
          <a:xfrm>
            <a:off x="-1834515" y="2274283"/>
            <a:ext cx="457200" cy="3073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FF0000"/>
                </a:solidFill>
              </a:rPr>
              <a:t>红色</a:t>
            </a:r>
            <a:endParaRPr lang="zh-CN" altLang="en-US" sz="1400" dirty="0">
              <a:solidFill>
                <a:srgbClr val="FF0000"/>
              </a:solidFill>
            </a:endParaRPr>
          </a:p>
        </p:txBody>
      </p:sp>
      <p:grpSp>
        <p:nvGrpSpPr>
          <p:cNvPr id="7" name="组合 8"/>
          <p:cNvGrpSpPr/>
          <p:nvPr/>
        </p:nvGrpSpPr>
        <p:grpSpPr>
          <a:xfrm>
            <a:off x="-1834515" y="6463378"/>
            <a:ext cx="457200" cy="548640"/>
            <a:chOff x="8533167" y="1924272"/>
            <a:chExt cx="1099206" cy="1385455"/>
          </a:xfrm>
        </p:grpSpPr>
        <p:cxnSp>
          <p:nvCxnSpPr>
            <p:cNvPr id="20" name="Google Shape;119;p14"/>
            <p:cNvCxnSpPr/>
            <p:nvPr/>
          </p:nvCxnSpPr>
          <p:spPr>
            <a:xfrm flipH="1">
              <a:off x="8533168" y="1924272"/>
              <a:ext cx="1099205" cy="0"/>
            </a:xfrm>
            <a:prstGeom prst="straightConnector1">
              <a:avLst/>
            </a:prstGeom>
            <a:noFill/>
            <a:ln w="19050" cap="flat" cmpd="sng">
              <a:solidFill>
                <a:srgbClr val="FF8E1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1" name="Google Shape;119;p14"/>
            <p:cNvCxnSpPr/>
            <p:nvPr/>
          </p:nvCxnSpPr>
          <p:spPr>
            <a:xfrm flipH="1">
              <a:off x="8533167" y="2618454"/>
              <a:ext cx="1099205" cy="0"/>
            </a:xfrm>
            <a:prstGeom prst="straightConnector1">
              <a:avLst/>
            </a:prstGeom>
            <a:noFill/>
            <a:ln w="19050" cap="flat" cmpd="sng">
              <a:solidFill>
                <a:srgbClr val="FF8E1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2" name="Google Shape;119;p14"/>
            <p:cNvCxnSpPr/>
            <p:nvPr/>
          </p:nvCxnSpPr>
          <p:spPr>
            <a:xfrm flipH="1">
              <a:off x="8533168" y="3309727"/>
              <a:ext cx="1099205" cy="0"/>
            </a:xfrm>
            <a:prstGeom prst="straightConnector1">
              <a:avLst/>
            </a:prstGeom>
            <a:noFill/>
            <a:ln w="19050" cap="flat" cmpd="sng">
              <a:solidFill>
                <a:srgbClr val="FF8E11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grpSp>
        <p:nvGrpSpPr>
          <p:cNvPr id="23" name="组合 22"/>
          <p:cNvGrpSpPr/>
          <p:nvPr/>
        </p:nvGrpSpPr>
        <p:grpSpPr>
          <a:xfrm>
            <a:off x="-890671" y="6471633"/>
            <a:ext cx="457200" cy="548640"/>
            <a:chOff x="8824317" y="1696204"/>
            <a:chExt cx="1140564" cy="1575691"/>
          </a:xfrm>
        </p:grpSpPr>
        <p:grpSp>
          <p:nvGrpSpPr>
            <p:cNvPr id="25" name="组合 14"/>
            <p:cNvGrpSpPr/>
            <p:nvPr/>
          </p:nvGrpSpPr>
          <p:grpSpPr>
            <a:xfrm>
              <a:off x="8824318" y="1696204"/>
              <a:ext cx="1140563" cy="1057388"/>
              <a:chOff x="8533167" y="1924272"/>
              <a:chExt cx="1099206" cy="1385455"/>
            </a:xfrm>
          </p:grpSpPr>
          <p:cxnSp>
            <p:nvCxnSpPr>
              <p:cNvPr id="26" name="Google Shape;119;p14"/>
              <p:cNvCxnSpPr/>
              <p:nvPr/>
            </p:nvCxnSpPr>
            <p:spPr>
              <a:xfrm flipH="1">
                <a:off x="8533168" y="1924272"/>
                <a:ext cx="1099205" cy="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FF8E1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30" name="Google Shape;119;p14"/>
              <p:cNvCxnSpPr/>
              <p:nvPr/>
            </p:nvCxnSpPr>
            <p:spPr>
              <a:xfrm flipH="1">
                <a:off x="8533167" y="2618454"/>
                <a:ext cx="1099205" cy="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FF8E1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35" name="Google Shape;119;p14"/>
              <p:cNvCxnSpPr/>
              <p:nvPr/>
            </p:nvCxnSpPr>
            <p:spPr>
              <a:xfrm flipH="1">
                <a:off x="8533168" y="3309727"/>
                <a:ext cx="1099205" cy="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FF8E1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</p:grpSp>
        <p:cxnSp>
          <p:nvCxnSpPr>
            <p:cNvPr id="1" name="Google Shape;119;p14"/>
            <p:cNvCxnSpPr/>
            <p:nvPr/>
          </p:nvCxnSpPr>
          <p:spPr>
            <a:xfrm flipH="1">
              <a:off x="8824317" y="3271895"/>
              <a:ext cx="1140562" cy="0"/>
            </a:xfrm>
            <a:prstGeom prst="straightConnector1">
              <a:avLst/>
            </a:prstGeom>
            <a:noFill/>
            <a:ln w="19050" cap="flat" cmpd="sng">
              <a:solidFill>
                <a:srgbClr val="FF8E11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cxnSp>
        <p:nvCxnSpPr>
          <p:cNvPr id="47" name="Google Shape;116;p14"/>
          <p:cNvCxnSpPr/>
          <p:nvPr/>
        </p:nvCxnSpPr>
        <p:spPr>
          <a:xfrm rot="10800000">
            <a:off x="-890671" y="5036533"/>
            <a:ext cx="457200" cy="0"/>
          </a:xfrm>
          <a:prstGeom prst="straightConnector1">
            <a:avLst/>
          </a:prstGeom>
          <a:noFill/>
          <a:ln w="19050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53" name="Group 52"/>
          <p:cNvGrpSpPr/>
          <p:nvPr/>
        </p:nvGrpSpPr>
        <p:grpSpPr>
          <a:xfrm>
            <a:off x="-1751965" y="4525010"/>
            <a:ext cx="1318260" cy="306705"/>
            <a:chOff x="9798" y="4510"/>
            <a:chExt cx="1542" cy="483"/>
          </a:xfrm>
        </p:grpSpPr>
        <p:cxnSp>
          <p:nvCxnSpPr>
            <p:cNvPr id="51" name="Google Shape;115;p14"/>
            <p:cNvCxnSpPr/>
            <p:nvPr/>
          </p:nvCxnSpPr>
          <p:spPr>
            <a:xfrm rot="10800000">
              <a:off x="9798" y="4755"/>
              <a:ext cx="720" cy="0"/>
            </a:xfrm>
            <a:prstGeom prst="straightConnector1">
              <a:avLst/>
            </a:prstGeom>
            <a:ln w="19050">
              <a:headEnd type="none" w="sm" len="sm"/>
              <a:tailEnd type="none" w="sm" len="sm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52" name="文本框 67"/>
            <p:cNvSpPr txBox="1"/>
            <p:nvPr/>
          </p:nvSpPr>
          <p:spPr>
            <a:xfrm>
              <a:off x="10538" y="4510"/>
              <a:ext cx="802" cy="4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1400" dirty="0"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Stop</a:t>
              </a:r>
              <a:endParaRPr lang="en-US" altLang="zh-CN" sz="14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</p:grpSp>
      <p:sp>
        <p:nvSpPr>
          <p:cNvPr id="54" name="文本框 68"/>
          <p:cNvSpPr txBox="1"/>
          <p:nvPr/>
        </p:nvSpPr>
        <p:spPr>
          <a:xfrm>
            <a:off x="-890671" y="2276188"/>
            <a:ext cx="5384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1400" dirty="0">
                <a:solidFill>
                  <a:srgbClr val="00B050"/>
                </a:solidFill>
              </a:rPr>
              <a:t>绿色</a:t>
            </a:r>
            <a:endParaRPr lang="zh-CN" altLang="en-US" sz="1400" dirty="0">
              <a:solidFill>
                <a:srgbClr val="00B050"/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4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pic>
        <p:nvPicPr>
          <p:cNvPr id="44" name="Picture 3" descr="Slide 19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2" name="文本框 36"/>
          <p:cNvSpPr txBox="1"/>
          <p:nvPr/>
        </p:nvSpPr>
        <p:spPr>
          <a:xfrm>
            <a:off x="-1834515" y="492671"/>
            <a:ext cx="45720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316B93"/>
                </a:solidFill>
              </a:rPr>
              <a:t>深蓝</a:t>
            </a:r>
            <a:endParaRPr lang="zh-CN" altLang="en-US" sz="1400" dirty="0">
              <a:solidFill>
                <a:srgbClr val="316B93"/>
              </a:solidFill>
            </a:endParaRPr>
          </a:p>
        </p:txBody>
      </p:sp>
      <p:sp>
        <p:nvSpPr>
          <p:cNvPr id="3" name="文本框 37"/>
          <p:cNvSpPr txBox="1"/>
          <p:nvPr/>
        </p:nvSpPr>
        <p:spPr>
          <a:xfrm>
            <a:off x="-890671" y="492671"/>
            <a:ext cx="45720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AF8647"/>
                </a:solidFill>
              </a:rPr>
              <a:t>褐色</a:t>
            </a:r>
            <a:endParaRPr lang="zh-CN" altLang="en-US" sz="1400" dirty="0">
              <a:solidFill>
                <a:srgbClr val="AF8647"/>
              </a:solidFill>
            </a:endParaRPr>
          </a:p>
        </p:txBody>
      </p:sp>
      <p:sp>
        <p:nvSpPr>
          <p:cNvPr id="4" name="文本框 38"/>
          <p:cNvSpPr txBox="1"/>
          <p:nvPr/>
        </p:nvSpPr>
        <p:spPr>
          <a:xfrm>
            <a:off x="-1834515" y="1086833"/>
            <a:ext cx="457200" cy="3073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256824"/>
                </a:solidFill>
              </a:rPr>
              <a:t>深绿</a:t>
            </a:r>
            <a:endParaRPr lang="zh-CN" altLang="en-US" sz="1400" dirty="0">
              <a:solidFill>
                <a:srgbClr val="256824"/>
              </a:solidFill>
            </a:endParaRPr>
          </a:p>
        </p:txBody>
      </p:sp>
      <p:sp>
        <p:nvSpPr>
          <p:cNvPr id="5" name="文本框 39"/>
          <p:cNvSpPr txBox="1"/>
          <p:nvPr/>
        </p:nvSpPr>
        <p:spPr>
          <a:xfrm>
            <a:off x="-890671" y="1087468"/>
            <a:ext cx="457200" cy="3073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CE1DD3"/>
                </a:solidFill>
              </a:rPr>
              <a:t>紫色</a:t>
            </a:r>
            <a:endParaRPr lang="zh-CN" altLang="en-US" sz="1400" dirty="0">
              <a:solidFill>
                <a:srgbClr val="CE1DD3"/>
              </a:solidFill>
            </a:endParaRPr>
          </a:p>
        </p:txBody>
      </p:sp>
      <p:sp>
        <p:nvSpPr>
          <p:cNvPr id="6" name="文本框 40"/>
          <p:cNvSpPr txBox="1"/>
          <p:nvPr/>
        </p:nvSpPr>
        <p:spPr>
          <a:xfrm>
            <a:off x="-1834515" y="1680558"/>
            <a:ext cx="457200" cy="3073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BA1C20"/>
                </a:solidFill>
              </a:rPr>
              <a:t>深红</a:t>
            </a:r>
            <a:endParaRPr lang="zh-CN" altLang="en-US" sz="1400" dirty="0">
              <a:solidFill>
                <a:srgbClr val="BA1C20"/>
              </a:solidFill>
            </a:endParaRPr>
          </a:p>
        </p:txBody>
      </p:sp>
      <p:sp>
        <p:nvSpPr>
          <p:cNvPr id="8" name="Google Shape;60;p14"/>
          <p:cNvSpPr/>
          <p:nvPr/>
        </p:nvSpPr>
        <p:spPr>
          <a:xfrm>
            <a:off x="-890671" y="3339813"/>
            <a:ext cx="365760" cy="182880"/>
          </a:xfrm>
          <a:prstGeom prst="rect">
            <a:avLst/>
          </a:prstGeom>
          <a:solidFill>
            <a:srgbClr val="33CC33">
              <a:alpha val="20000"/>
            </a:srgbClr>
          </a:solidFill>
          <a:ln>
            <a:noFill/>
          </a:ln>
        </p:spPr>
        <p:txBody>
          <a:bodyPr spcFirstLastPara="1" wrap="square" lIns="146280" tIns="73120" rIns="146280" bIns="73120" anchor="ctr" anchorCtr="0">
            <a:noAutofit/>
          </a:bodyPr>
          <a:lstStyle/>
          <a:p>
            <a:pPr algn="ctr"/>
            <a:endParaRPr sz="288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sp>
        <p:nvSpPr>
          <p:cNvPr id="9" name="Google Shape;113;p14"/>
          <p:cNvSpPr/>
          <p:nvPr/>
        </p:nvSpPr>
        <p:spPr>
          <a:xfrm>
            <a:off x="-890671" y="2869913"/>
            <a:ext cx="365760" cy="182880"/>
          </a:xfrm>
          <a:prstGeom prst="rect">
            <a:avLst/>
          </a:prstGeom>
          <a:solidFill>
            <a:srgbClr val="FF0000">
              <a:alpha val="49800"/>
            </a:srgbClr>
          </a:solidFill>
          <a:ln>
            <a:noFill/>
          </a:ln>
        </p:spPr>
        <p:txBody>
          <a:bodyPr spcFirstLastPara="1" wrap="square" lIns="146280" tIns="73120" rIns="146280" bIns="73120" anchor="ctr" anchorCtr="0">
            <a:noAutofit/>
          </a:bodyPr>
          <a:lstStyle/>
          <a:p>
            <a:pPr algn="ctr"/>
            <a:endParaRPr sz="1280" dirty="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sp>
        <p:nvSpPr>
          <p:cNvPr id="10" name="Google Shape;114;p14"/>
          <p:cNvSpPr/>
          <p:nvPr/>
        </p:nvSpPr>
        <p:spPr>
          <a:xfrm>
            <a:off x="-1743075" y="2868008"/>
            <a:ext cx="365760" cy="182880"/>
          </a:xfrm>
          <a:prstGeom prst="rect">
            <a:avLst/>
          </a:prstGeom>
          <a:solidFill>
            <a:srgbClr val="33CC33">
              <a:alpha val="49800"/>
            </a:srgbClr>
          </a:solidFill>
          <a:ln>
            <a:noFill/>
          </a:ln>
        </p:spPr>
        <p:txBody>
          <a:bodyPr spcFirstLastPara="1" wrap="square" lIns="146280" tIns="73120" rIns="146280" bIns="73120" anchor="ctr" anchorCtr="0">
            <a:noAutofit/>
          </a:bodyPr>
          <a:lstStyle/>
          <a:p>
            <a:pPr algn="ctr"/>
            <a:endParaRPr sz="1280" dirty="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cxnSp>
        <p:nvCxnSpPr>
          <p:cNvPr id="12" name="Google Shape;116;p14"/>
          <p:cNvCxnSpPr/>
          <p:nvPr/>
        </p:nvCxnSpPr>
        <p:spPr>
          <a:xfrm rot="10800000">
            <a:off x="-1834515" y="5031453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3" name="Google Shape;120;p14"/>
          <p:cNvCxnSpPr/>
          <p:nvPr/>
        </p:nvCxnSpPr>
        <p:spPr>
          <a:xfrm flipH="1">
            <a:off x="-890671" y="5323553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4" name="Google Shape;121;p14"/>
          <p:cNvCxnSpPr/>
          <p:nvPr/>
        </p:nvCxnSpPr>
        <p:spPr>
          <a:xfrm flipH="1">
            <a:off x="-890671" y="5610573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5" name="Google Shape;118;p14"/>
          <p:cNvCxnSpPr/>
          <p:nvPr/>
        </p:nvCxnSpPr>
        <p:spPr>
          <a:xfrm rot="10800000">
            <a:off x="-1834515" y="5317838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00FF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6" name="Google Shape;119;p14"/>
          <p:cNvCxnSpPr/>
          <p:nvPr/>
        </p:nvCxnSpPr>
        <p:spPr>
          <a:xfrm rot="10800000">
            <a:off x="-1834515" y="5604223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8E1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7" name="Google Shape;123;p14"/>
          <p:cNvCxnSpPr/>
          <p:nvPr/>
        </p:nvCxnSpPr>
        <p:spPr>
          <a:xfrm flipH="1">
            <a:off x="-890671" y="6184613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8E11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8" name="Google Shape;124;p14"/>
          <p:cNvCxnSpPr/>
          <p:nvPr/>
        </p:nvCxnSpPr>
        <p:spPr>
          <a:xfrm flipH="1">
            <a:off x="-890671" y="5897593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00FF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9" name="Google Shape;65;p14"/>
          <p:cNvCxnSpPr/>
          <p:nvPr/>
        </p:nvCxnSpPr>
        <p:spPr>
          <a:xfrm flipH="1">
            <a:off x="-1834515" y="6176993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4" name="Google Shape;75;p14"/>
          <p:cNvCxnSpPr/>
          <p:nvPr/>
        </p:nvCxnSpPr>
        <p:spPr>
          <a:xfrm flipH="1">
            <a:off x="-1834515" y="5890608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stealth" w="med" len="med"/>
          </a:ln>
        </p:spPr>
      </p:cxnSp>
      <p:sp>
        <p:nvSpPr>
          <p:cNvPr id="27" name="Rectangle 218"/>
          <p:cNvSpPr/>
          <p:nvPr/>
        </p:nvSpPr>
        <p:spPr>
          <a:xfrm>
            <a:off x="-1743075" y="3337273"/>
            <a:ext cx="365760" cy="182880"/>
          </a:xfrm>
          <a:prstGeom prst="rect">
            <a:avLst/>
          </a:prstGeom>
          <a:solidFill>
            <a:srgbClr val="D2691E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80"/>
          </a:p>
        </p:txBody>
      </p:sp>
      <p:sp>
        <p:nvSpPr>
          <p:cNvPr id="28" name="Rectangle 328"/>
          <p:cNvSpPr/>
          <p:nvPr/>
        </p:nvSpPr>
        <p:spPr>
          <a:xfrm>
            <a:off x="-890671" y="3809713"/>
            <a:ext cx="457200" cy="36576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80"/>
          </a:p>
        </p:txBody>
      </p:sp>
      <p:sp>
        <p:nvSpPr>
          <p:cNvPr id="29" name="Rectangle 331"/>
          <p:cNvSpPr/>
          <p:nvPr/>
        </p:nvSpPr>
        <p:spPr>
          <a:xfrm>
            <a:off x="-1834515" y="3806538"/>
            <a:ext cx="457200" cy="365760"/>
          </a:xfrm>
          <a:prstGeom prst="rect">
            <a:avLst/>
          </a:prstGeom>
          <a:ln w="19050">
            <a:solidFill>
              <a:srgbClr val="00A4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2880"/>
          </a:p>
        </p:txBody>
      </p:sp>
      <p:sp>
        <p:nvSpPr>
          <p:cNvPr id="33" name="文本框 67"/>
          <p:cNvSpPr txBox="1"/>
          <p:nvPr/>
        </p:nvSpPr>
        <p:spPr>
          <a:xfrm>
            <a:off x="-890671" y="1681828"/>
            <a:ext cx="457200" cy="3073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黑色</a:t>
            </a:r>
            <a:endParaRPr lang="zh-CN" altLang="en-US" sz="1400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34" name="文本框 68"/>
          <p:cNvSpPr txBox="1"/>
          <p:nvPr/>
        </p:nvSpPr>
        <p:spPr>
          <a:xfrm>
            <a:off x="-1834515" y="2274283"/>
            <a:ext cx="457200" cy="3073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FF0000"/>
                </a:solidFill>
              </a:rPr>
              <a:t>红色</a:t>
            </a:r>
            <a:endParaRPr lang="zh-CN" altLang="en-US" sz="1400" dirty="0">
              <a:solidFill>
                <a:srgbClr val="FF0000"/>
              </a:solidFill>
            </a:endParaRPr>
          </a:p>
        </p:txBody>
      </p:sp>
      <p:grpSp>
        <p:nvGrpSpPr>
          <p:cNvPr id="7" name="组合 8"/>
          <p:cNvGrpSpPr/>
          <p:nvPr/>
        </p:nvGrpSpPr>
        <p:grpSpPr>
          <a:xfrm>
            <a:off x="-1834515" y="6463378"/>
            <a:ext cx="457200" cy="548640"/>
            <a:chOff x="8533167" y="1924272"/>
            <a:chExt cx="1099206" cy="1385455"/>
          </a:xfrm>
        </p:grpSpPr>
        <p:cxnSp>
          <p:nvCxnSpPr>
            <p:cNvPr id="20" name="Google Shape;119;p14"/>
            <p:cNvCxnSpPr/>
            <p:nvPr/>
          </p:nvCxnSpPr>
          <p:spPr>
            <a:xfrm flipH="1">
              <a:off x="8533168" y="1924272"/>
              <a:ext cx="1099205" cy="0"/>
            </a:xfrm>
            <a:prstGeom prst="straightConnector1">
              <a:avLst/>
            </a:prstGeom>
            <a:noFill/>
            <a:ln w="19050" cap="flat" cmpd="sng">
              <a:solidFill>
                <a:srgbClr val="FF8E1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1" name="Google Shape;119;p14"/>
            <p:cNvCxnSpPr/>
            <p:nvPr/>
          </p:nvCxnSpPr>
          <p:spPr>
            <a:xfrm flipH="1">
              <a:off x="8533167" y="2618454"/>
              <a:ext cx="1099205" cy="0"/>
            </a:xfrm>
            <a:prstGeom prst="straightConnector1">
              <a:avLst/>
            </a:prstGeom>
            <a:noFill/>
            <a:ln w="19050" cap="flat" cmpd="sng">
              <a:solidFill>
                <a:srgbClr val="FF8E1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2" name="Google Shape;119;p14"/>
            <p:cNvCxnSpPr/>
            <p:nvPr/>
          </p:nvCxnSpPr>
          <p:spPr>
            <a:xfrm flipH="1">
              <a:off x="8533168" y="3309727"/>
              <a:ext cx="1099205" cy="0"/>
            </a:xfrm>
            <a:prstGeom prst="straightConnector1">
              <a:avLst/>
            </a:prstGeom>
            <a:noFill/>
            <a:ln w="19050" cap="flat" cmpd="sng">
              <a:solidFill>
                <a:srgbClr val="FF8E11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grpSp>
        <p:nvGrpSpPr>
          <p:cNvPr id="23" name="组合 22"/>
          <p:cNvGrpSpPr/>
          <p:nvPr/>
        </p:nvGrpSpPr>
        <p:grpSpPr>
          <a:xfrm>
            <a:off x="-890671" y="6471633"/>
            <a:ext cx="457200" cy="548640"/>
            <a:chOff x="8824317" y="1696204"/>
            <a:chExt cx="1140564" cy="1575691"/>
          </a:xfrm>
        </p:grpSpPr>
        <p:grpSp>
          <p:nvGrpSpPr>
            <p:cNvPr id="25" name="组合 14"/>
            <p:cNvGrpSpPr/>
            <p:nvPr/>
          </p:nvGrpSpPr>
          <p:grpSpPr>
            <a:xfrm>
              <a:off x="8824318" y="1696204"/>
              <a:ext cx="1140563" cy="1057388"/>
              <a:chOff x="8533167" y="1924272"/>
              <a:chExt cx="1099206" cy="1385455"/>
            </a:xfrm>
          </p:grpSpPr>
          <p:cxnSp>
            <p:nvCxnSpPr>
              <p:cNvPr id="26" name="Google Shape;119;p14"/>
              <p:cNvCxnSpPr/>
              <p:nvPr/>
            </p:nvCxnSpPr>
            <p:spPr>
              <a:xfrm flipH="1">
                <a:off x="8533168" y="1924272"/>
                <a:ext cx="1099205" cy="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FF8E1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30" name="Google Shape;119;p14"/>
              <p:cNvCxnSpPr/>
              <p:nvPr/>
            </p:nvCxnSpPr>
            <p:spPr>
              <a:xfrm flipH="1">
                <a:off x="8533167" y="2618454"/>
                <a:ext cx="1099205" cy="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FF8E1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35" name="Google Shape;119;p14"/>
              <p:cNvCxnSpPr/>
              <p:nvPr/>
            </p:nvCxnSpPr>
            <p:spPr>
              <a:xfrm flipH="1">
                <a:off x="8533168" y="3309727"/>
                <a:ext cx="1099205" cy="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FF8E1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</p:grpSp>
        <p:cxnSp>
          <p:nvCxnSpPr>
            <p:cNvPr id="37" name="Google Shape;119;p14"/>
            <p:cNvCxnSpPr/>
            <p:nvPr/>
          </p:nvCxnSpPr>
          <p:spPr>
            <a:xfrm flipH="1">
              <a:off x="8824317" y="3271895"/>
              <a:ext cx="1140562" cy="0"/>
            </a:xfrm>
            <a:prstGeom prst="straightConnector1">
              <a:avLst/>
            </a:prstGeom>
            <a:noFill/>
            <a:ln w="19050" cap="flat" cmpd="sng">
              <a:solidFill>
                <a:srgbClr val="FF8E11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cxnSp>
        <p:nvCxnSpPr>
          <p:cNvPr id="47" name="Google Shape;116;p14"/>
          <p:cNvCxnSpPr/>
          <p:nvPr/>
        </p:nvCxnSpPr>
        <p:spPr>
          <a:xfrm rot="10800000">
            <a:off x="-890671" y="5036533"/>
            <a:ext cx="457200" cy="0"/>
          </a:xfrm>
          <a:prstGeom prst="straightConnector1">
            <a:avLst/>
          </a:prstGeom>
          <a:noFill/>
          <a:ln w="19050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53" name="Group 52"/>
          <p:cNvGrpSpPr/>
          <p:nvPr/>
        </p:nvGrpSpPr>
        <p:grpSpPr>
          <a:xfrm>
            <a:off x="-1751965" y="4525010"/>
            <a:ext cx="1318260" cy="306705"/>
            <a:chOff x="9798" y="4510"/>
            <a:chExt cx="1542" cy="483"/>
          </a:xfrm>
        </p:grpSpPr>
        <p:cxnSp>
          <p:nvCxnSpPr>
            <p:cNvPr id="51" name="Google Shape;115;p14"/>
            <p:cNvCxnSpPr/>
            <p:nvPr/>
          </p:nvCxnSpPr>
          <p:spPr>
            <a:xfrm rot="10800000">
              <a:off x="9798" y="4755"/>
              <a:ext cx="720" cy="0"/>
            </a:xfrm>
            <a:prstGeom prst="straightConnector1">
              <a:avLst/>
            </a:prstGeom>
            <a:ln w="19050">
              <a:headEnd type="none" w="sm" len="sm"/>
              <a:tailEnd type="none" w="sm" len="sm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52" name="文本框 67"/>
            <p:cNvSpPr txBox="1"/>
            <p:nvPr/>
          </p:nvSpPr>
          <p:spPr>
            <a:xfrm>
              <a:off x="10538" y="4510"/>
              <a:ext cx="802" cy="4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1400" dirty="0"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Stop</a:t>
              </a:r>
              <a:endParaRPr lang="en-US" altLang="zh-CN" sz="14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</p:grpSp>
      <p:sp>
        <p:nvSpPr>
          <p:cNvPr id="54" name="文本框 68"/>
          <p:cNvSpPr txBox="1"/>
          <p:nvPr/>
        </p:nvSpPr>
        <p:spPr>
          <a:xfrm>
            <a:off x="-890671" y="2276188"/>
            <a:ext cx="5384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1400" dirty="0">
                <a:solidFill>
                  <a:srgbClr val="00B050"/>
                </a:solidFill>
              </a:rPr>
              <a:t>绿色</a:t>
            </a:r>
            <a:endParaRPr lang="zh-CN" altLang="en-US" sz="1400" dirty="0">
              <a:solidFill>
                <a:srgbClr val="00B050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52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pic>
        <p:nvPicPr>
          <p:cNvPr id="53" name="Picture 3" descr="Slide 20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2" name="文本框 36"/>
          <p:cNvSpPr txBox="1"/>
          <p:nvPr/>
        </p:nvSpPr>
        <p:spPr>
          <a:xfrm>
            <a:off x="-1834515" y="492671"/>
            <a:ext cx="45720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316B93"/>
                </a:solidFill>
              </a:rPr>
              <a:t>深蓝</a:t>
            </a:r>
            <a:endParaRPr lang="zh-CN" altLang="en-US" sz="1400" dirty="0">
              <a:solidFill>
                <a:srgbClr val="316B93"/>
              </a:solidFill>
            </a:endParaRPr>
          </a:p>
        </p:txBody>
      </p:sp>
      <p:sp>
        <p:nvSpPr>
          <p:cNvPr id="3" name="文本框 37"/>
          <p:cNvSpPr txBox="1"/>
          <p:nvPr/>
        </p:nvSpPr>
        <p:spPr>
          <a:xfrm>
            <a:off x="-890671" y="492671"/>
            <a:ext cx="45720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AF8647"/>
                </a:solidFill>
              </a:rPr>
              <a:t>褐色</a:t>
            </a:r>
            <a:endParaRPr lang="zh-CN" altLang="en-US" sz="1400" dirty="0">
              <a:solidFill>
                <a:srgbClr val="AF8647"/>
              </a:solidFill>
            </a:endParaRPr>
          </a:p>
        </p:txBody>
      </p:sp>
      <p:sp>
        <p:nvSpPr>
          <p:cNvPr id="4" name="文本框 38"/>
          <p:cNvSpPr txBox="1"/>
          <p:nvPr/>
        </p:nvSpPr>
        <p:spPr>
          <a:xfrm>
            <a:off x="-1834515" y="1086833"/>
            <a:ext cx="457200" cy="3073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256824"/>
                </a:solidFill>
              </a:rPr>
              <a:t>深绿</a:t>
            </a:r>
            <a:endParaRPr lang="zh-CN" altLang="en-US" sz="1400" dirty="0">
              <a:solidFill>
                <a:srgbClr val="256824"/>
              </a:solidFill>
            </a:endParaRPr>
          </a:p>
        </p:txBody>
      </p:sp>
      <p:sp>
        <p:nvSpPr>
          <p:cNvPr id="5" name="文本框 39"/>
          <p:cNvSpPr txBox="1"/>
          <p:nvPr/>
        </p:nvSpPr>
        <p:spPr>
          <a:xfrm>
            <a:off x="-890671" y="1087468"/>
            <a:ext cx="457200" cy="3073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CE1DD3"/>
                </a:solidFill>
              </a:rPr>
              <a:t>紫色</a:t>
            </a:r>
            <a:endParaRPr lang="zh-CN" altLang="en-US" sz="1400" dirty="0">
              <a:solidFill>
                <a:srgbClr val="CE1DD3"/>
              </a:solidFill>
            </a:endParaRPr>
          </a:p>
        </p:txBody>
      </p:sp>
      <p:sp>
        <p:nvSpPr>
          <p:cNvPr id="6" name="文本框 40"/>
          <p:cNvSpPr txBox="1"/>
          <p:nvPr/>
        </p:nvSpPr>
        <p:spPr>
          <a:xfrm>
            <a:off x="-1834515" y="1680558"/>
            <a:ext cx="457200" cy="3073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BA1C20"/>
                </a:solidFill>
              </a:rPr>
              <a:t>深红</a:t>
            </a:r>
            <a:endParaRPr lang="zh-CN" altLang="en-US" sz="1400" dirty="0">
              <a:solidFill>
                <a:srgbClr val="BA1C20"/>
              </a:solidFill>
            </a:endParaRPr>
          </a:p>
        </p:txBody>
      </p:sp>
      <p:sp>
        <p:nvSpPr>
          <p:cNvPr id="8" name="Google Shape;60;p14"/>
          <p:cNvSpPr/>
          <p:nvPr/>
        </p:nvSpPr>
        <p:spPr>
          <a:xfrm>
            <a:off x="-890671" y="3339813"/>
            <a:ext cx="365760" cy="182880"/>
          </a:xfrm>
          <a:prstGeom prst="rect">
            <a:avLst/>
          </a:prstGeom>
          <a:solidFill>
            <a:srgbClr val="33CC33">
              <a:alpha val="20000"/>
            </a:srgbClr>
          </a:solidFill>
          <a:ln>
            <a:noFill/>
          </a:ln>
        </p:spPr>
        <p:txBody>
          <a:bodyPr spcFirstLastPara="1" wrap="square" lIns="146280" tIns="73120" rIns="146280" bIns="73120" anchor="ctr" anchorCtr="0">
            <a:noAutofit/>
          </a:bodyPr>
          <a:lstStyle/>
          <a:p>
            <a:pPr algn="ctr"/>
            <a:endParaRPr sz="288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sp>
        <p:nvSpPr>
          <p:cNvPr id="9" name="Google Shape;113;p14"/>
          <p:cNvSpPr/>
          <p:nvPr/>
        </p:nvSpPr>
        <p:spPr>
          <a:xfrm>
            <a:off x="-890671" y="2869913"/>
            <a:ext cx="365760" cy="182880"/>
          </a:xfrm>
          <a:prstGeom prst="rect">
            <a:avLst/>
          </a:prstGeom>
          <a:solidFill>
            <a:srgbClr val="FF0000">
              <a:alpha val="49800"/>
            </a:srgbClr>
          </a:solidFill>
          <a:ln>
            <a:noFill/>
          </a:ln>
        </p:spPr>
        <p:txBody>
          <a:bodyPr spcFirstLastPara="1" wrap="square" lIns="146280" tIns="73120" rIns="146280" bIns="73120" anchor="ctr" anchorCtr="0">
            <a:noAutofit/>
          </a:bodyPr>
          <a:lstStyle/>
          <a:p>
            <a:pPr algn="ctr"/>
            <a:endParaRPr sz="1280" dirty="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sp>
        <p:nvSpPr>
          <p:cNvPr id="10" name="Google Shape;114;p14"/>
          <p:cNvSpPr/>
          <p:nvPr/>
        </p:nvSpPr>
        <p:spPr>
          <a:xfrm>
            <a:off x="-1743075" y="2868008"/>
            <a:ext cx="365760" cy="182880"/>
          </a:xfrm>
          <a:prstGeom prst="rect">
            <a:avLst/>
          </a:prstGeom>
          <a:solidFill>
            <a:srgbClr val="33CC33">
              <a:alpha val="49800"/>
            </a:srgbClr>
          </a:solidFill>
          <a:ln>
            <a:noFill/>
          </a:ln>
        </p:spPr>
        <p:txBody>
          <a:bodyPr spcFirstLastPara="1" wrap="square" lIns="146280" tIns="73120" rIns="146280" bIns="73120" anchor="ctr" anchorCtr="0">
            <a:noAutofit/>
          </a:bodyPr>
          <a:lstStyle/>
          <a:p>
            <a:pPr algn="ctr"/>
            <a:endParaRPr sz="1280" dirty="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cxnSp>
        <p:nvCxnSpPr>
          <p:cNvPr id="12" name="Google Shape;116;p14"/>
          <p:cNvCxnSpPr/>
          <p:nvPr/>
        </p:nvCxnSpPr>
        <p:spPr>
          <a:xfrm rot="10800000">
            <a:off x="-1834515" y="5031453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3" name="Google Shape;120;p14"/>
          <p:cNvCxnSpPr/>
          <p:nvPr/>
        </p:nvCxnSpPr>
        <p:spPr>
          <a:xfrm flipH="1">
            <a:off x="-890671" y="5323553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4" name="Google Shape;121;p14"/>
          <p:cNvCxnSpPr/>
          <p:nvPr/>
        </p:nvCxnSpPr>
        <p:spPr>
          <a:xfrm flipH="1">
            <a:off x="-890671" y="5610573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5" name="Google Shape;118;p14"/>
          <p:cNvCxnSpPr/>
          <p:nvPr/>
        </p:nvCxnSpPr>
        <p:spPr>
          <a:xfrm rot="10800000">
            <a:off x="-1834515" y="5317838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00FF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6" name="Google Shape;119;p14"/>
          <p:cNvCxnSpPr/>
          <p:nvPr/>
        </p:nvCxnSpPr>
        <p:spPr>
          <a:xfrm rot="10800000">
            <a:off x="-1834515" y="5604223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8E1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7" name="Google Shape;123;p14"/>
          <p:cNvCxnSpPr/>
          <p:nvPr/>
        </p:nvCxnSpPr>
        <p:spPr>
          <a:xfrm flipH="1">
            <a:off x="-890671" y="6184613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8E11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8" name="Google Shape;124;p14"/>
          <p:cNvCxnSpPr/>
          <p:nvPr/>
        </p:nvCxnSpPr>
        <p:spPr>
          <a:xfrm flipH="1">
            <a:off x="-890671" y="5897593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00FF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9" name="Google Shape;65;p14"/>
          <p:cNvCxnSpPr/>
          <p:nvPr/>
        </p:nvCxnSpPr>
        <p:spPr>
          <a:xfrm flipH="1">
            <a:off x="-1834515" y="6176993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4" name="Google Shape;75;p14"/>
          <p:cNvCxnSpPr/>
          <p:nvPr/>
        </p:nvCxnSpPr>
        <p:spPr>
          <a:xfrm flipH="1">
            <a:off x="-1834515" y="5890608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stealth" w="med" len="med"/>
          </a:ln>
        </p:spPr>
      </p:cxnSp>
      <p:sp>
        <p:nvSpPr>
          <p:cNvPr id="27" name="Rectangle 218"/>
          <p:cNvSpPr/>
          <p:nvPr/>
        </p:nvSpPr>
        <p:spPr>
          <a:xfrm>
            <a:off x="-1743075" y="3337273"/>
            <a:ext cx="365760" cy="182880"/>
          </a:xfrm>
          <a:prstGeom prst="rect">
            <a:avLst/>
          </a:prstGeom>
          <a:solidFill>
            <a:srgbClr val="D2691E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80"/>
          </a:p>
        </p:txBody>
      </p:sp>
      <p:sp>
        <p:nvSpPr>
          <p:cNvPr id="28" name="Rectangle 328"/>
          <p:cNvSpPr/>
          <p:nvPr/>
        </p:nvSpPr>
        <p:spPr>
          <a:xfrm>
            <a:off x="-890671" y="3809713"/>
            <a:ext cx="457200" cy="36576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80"/>
          </a:p>
        </p:txBody>
      </p:sp>
      <p:sp>
        <p:nvSpPr>
          <p:cNvPr id="29" name="Rectangle 331"/>
          <p:cNvSpPr/>
          <p:nvPr/>
        </p:nvSpPr>
        <p:spPr>
          <a:xfrm>
            <a:off x="-1834515" y="3806538"/>
            <a:ext cx="457200" cy="365760"/>
          </a:xfrm>
          <a:prstGeom prst="rect">
            <a:avLst/>
          </a:prstGeom>
          <a:ln w="19050">
            <a:solidFill>
              <a:srgbClr val="00A4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2880"/>
          </a:p>
        </p:txBody>
      </p:sp>
      <p:sp>
        <p:nvSpPr>
          <p:cNvPr id="33" name="文本框 67"/>
          <p:cNvSpPr txBox="1"/>
          <p:nvPr/>
        </p:nvSpPr>
        <p:spPr>
          <a:xfrm>
            <a:off x="-890671" y="1681828"/>
            <a:ext cx="457200" cy="3073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黑色</a:t>
            </a:r>
            <a:endParaRPr lang="zh-CN" altLang="en-US" sz="1400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34" name="文本框 68"/>
          <p:cNvSpPr txBox="1"/>
          <p:nvPr/>
        </p:nvSpPr>
        <p:spPr>
          <a:xfrm>
            <a:off x="-1834515" y="2274283"/>
            <a:ext cx="457200" cy="3073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FF0000"/>
                </a:solidFill>
              </a:rPr>
              <a:t>红色</a:t>
            </a:r>
            <a:endParaRPr lang="zh-CN" altLang="en-US" sz="1400" dirty="0">
              <a:solidFill>
                <a:srgbClr val="FF0000"/>
              </a:solidFill>
            </a:endParaRPr>
          </a:p>
        </p:txBody>
      </p:sp>
      <p:grpSp>
        <p:nvGrpSpPr>
          <p:cNvPr id="7" name="组合 8"/>
          <p:cNvGrpSpPr/>
          <p:nvPr/>
        </p:nvGrpSpPr>
        <p:grpSpPr>
          <a:xfrm>
            <a:off x="-1834515" y="6463378"/>
            <a:ext cx="457200" cy="548640"/>
            <a:chOff x="8533167" y="1924272"/>
            <a:chExt cx="1099206" cy="1385455"/>
          </a:xfrm>
        </p:grpSpPr>
        <p:cxnSp>
          <p:nvCxnSpPr>
            <p:cNvPr id="20" name="Google Shape;119;p14"/>
            <p:cNvCxnSpPr/>
            <p:nvPr/>
          </p:nvCxnSpPr>
          <p:spPr>
            <a:xfrm flipH="1">
              <a:off x="8533168" y="1924272"/>
              <a:ext cx="1099205" cy="0"/>
            </a:xfrm>
            <a:prstGeom prst="straightConnector1">
              <a:avLst/>
            </a:prstGeom>
            <a:noFill/>
            <a:ln w="19050" cap="flat" cmpd="sng">
              <a:solidFill>
                <a:srgbClr val="FF8E1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1" name="Google Shape;119;p14"/>
            <p:cNvCxnSpPr/>
            <p:nvPr/>
          </p:nvCxnSpPr>
          <p:spPr>
            <a:xfrm flipH="1">
              <a:off x="8533167" y="2618454"/>
              <a:ext cx="1099205" cy="0"/>
            </a:xfrm>
            <a:prstGeom prst="straightConnector1">
              <a:avLst/>
            </a:prstGeom>
            <a:noFill/>
            <a:ln w="19050" cap="flat" cmpd="sng">
              <a:solidFill>
                <a:srgbClr val="FF8E1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2" name="Google Shape;119;p14"/>
            <p:cNvCxnSpPr/>
            <p:nvPr/>
          </p:nvCxnSpPr>
          <p:spPr>
            <a:xfrm flipH="1">
              <a:off x="8533168" y="3309727"/>
              <a:ext cx="1099205" cy="0"/>
            </a:xfrm>
            <a:prstGeom prst="straightConnector1">
              <a:avLst/>
            </a:prstGeom>
            <a:noFill/>
            <a:ln w="19050" cap="flat" cmpd="sng">
              <a:solidFill>
                <a:srgbClr val="FF8E11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grpSp>
        <p:nvGrpSpPr>
          <p:cNvPr id="23" name="组合 22"/>
          <p:cNvGrpSpPr/>
          <p:nvPr/>
        </p:nvGrpSpPr>
        <p:grpSpPr>
          <a:xfrm>
            <a:off x="-890671" y="6471633"/>
            <a:ext cx="457200" cy="548640"/>
            <a:chOff x="8824317" y="1696204"/>
            <a:chExt cx="1140564" cy="1575691"/>
          </a:xfrm>
        </p:grpSpPr>
        <p:grpSp>
          <p:nvGrpSpPr>
            <p:cNvPr id="25" name="组合 14"/>
            <p:cNvGrpSpPr/>
            <p:nvPr/>
          </p:nvGrpSpPr>
          <p:grpSpPr>
            <a:xfrm>
              <a:off x="8824318" y="1696204"/>
              <a:ext cx="1140563" cy="1057388"/>
              <a:chOff x="8533167" y="1924272"/>
              <a:chExt cx="1099206" cy="1385455"/>
            </a:xfrm>
          </p:grpSpPr>
          <p:cxnSp>
            <p:nvCxnSpPr>
              <p:cNvPr id="26" name="Google Shape;119;p14"/>
              <p:cNvCxnSpPr/>
              <p:nvPr/>
            </p:nvCxnSpPr>
            <p:spPr>
              <a:xfrm flipH="1">
                <a:off x="8533168" y="1924272"/>
                <a:ext cx="1099205" cy="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FF8E1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30" name="Google Shape;119;p14"/>
              <p:cNvCxnSpPr/>
              <p:nvPr/>
            </p:nvCxnSpPr>
            <p:spPr>
              <a:xfrm flipH="1">
                <a:off x="8533167" y="2618454"/>
                <a:ext cx="1099205" cy="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FF8E1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35" name="Google Shape;119;p14"/>
              <p:cNvCxnSpPr/>
              <p:nvPr/>
            </p:nvCxnSpPr>
            <p:spPr>
              <a:xfrm flipH="1">
                <a:off x="8533168" y="3309727"/>
                <a:ext cx="1099205" cy="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FF8E1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</p:grpSp>
        <p:cxnSp>
          <p:nvCxnSpPr>
            <p:cNvPr id="37" name="Google Shape;119;p14"/>
            <p:cNvCxnSpPr/>
            <p:nvPr/>
          </p:nvCxnSpPr>
          <p:spPr>
            <a:xfrm flipH="1">
              <a:off x="8824317" y="3271895"/>
              <a:ext cx="1140562" cy="0"/>
            </a:xfrm>
            <a:prstGeom prst="straightConnector1">
              <a:avLst/>
            </a:prstGeom>
            <a:noFill/>
            <a:ln w="19050" cap="flat" cmpd="sng">
              <a:solidFill>
                <a:srgbClr val="FF8E11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cxnSp>
        <p:nvCxnSpPr>
          <p:cNvPr id="47" name="Google Shape;116;p14"/>
          <p:cNvCxnSpPr/>
          <p:nvPr/>
        </p:nvCxnSpPr>
        <p:spPr>
          <a:xfrm rot="10800000">
            <a:off x="-890671" y="5036533"/>
            <a:ext cx="457200" cy="0"/>
          </a:xfrm>
          <a:prstGeom prst="straightConnector1">
            <a:avLst/>
          </a:prstGeom>
          <a:noFill/>
          <a:ln w="19050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32" name="Group 31"/>
          <p:cNvGrpSpPr/>
          <p:nvPr/>
        </p:nvGrpSpPr>
        <p:grpSpPr>
          <a:xfrm>
            <a:off x="-1751965" y="4525010"/>
            <a:ext cx="1318260" cy="306705"/>
            <a:chOff x="9798" y="4510"/>
            <a:chExt cx="1542" cy="483"/>
          </a:xfrm>
        </p:grpSpPr>
        <p:cxnSp>
          <p:nvCxnSpPr>
            <p:cNvPr id="11" name="Google Shape;115;p14"/>
            <p:cNvCxnSpPr/>
            <p:nvPr/>
          </p:nvCxnSpPr>
          <p:spPr>
            <a:xfrm rot="10800000">
              <a:off x="9798" y="4755"/>
              <a:ext cx="720" cy="0"/>
            </a:xfrm>
            <a:prstGeom prst="straightConnector1">
              <a:avLst/>
            </a:prstGeom>
            <a:ln w="19050">
              <a:headEnd type="none" w="sm" len="sm"/>
              <a:tailEnd type="none" w="sm" len="sm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31" name="文本框 67"/>
            <p:cNvSpPr txBox="1"/>
            <p:nvPr/>
          </p:nvSpPr>
          <p:spPr>
            <a:xfrm>
              <a:off x="10538" y="4510"/>
              <a:ext cx="802" cy="4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1400" dirty="0"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Stop</a:t>
              </a:r>
              <a:endParaRPr lang="en-US" altLang="zh-CN" sz="14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</p:grpSp>
      <p:sp>
        <p:nvSpPr>
          <p:cNvPr id="54" name="文本框 68"/>
          <p:cNvSpPr txBox="1"/>
          <p:nvPr/>
        </p:nvSpPr>
        <p:spPr>
          <a:xfrm>
            <a:off x="-890671" y="2276188"/>
            <a:ext cx="5384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1400" dirty="0">
                <a:solidFill>
                  <a:srgbClr val="00B050"/>
                </a:solidFill>
              </a:rPr>
              <a:t>绿色</a:t>
            </a:r>
            <a:endParaRPr lang="zh-CN" altLang="en-US" sz="1400" dirty="0">
              <a:solidFill>
                <a:srgbClr val="00B050"/>
              </a:solidFill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56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pic>
        <p:nvPicPr>
          <p:cNvPr id="57" name="Picture 3" descr="Slide 21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2" name="文本框 36"/>
          <p:cNvSpPr txBox="1"/>
          <p:nvPr/>
        </p:nvSpPr>
        <p:spPr>
          <a:xfrm>
            <a:off x="-1834515" y="492671"/>
            <a:ext cx="45720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316B93"/>
                </a:solidFill>
              </a:rPr>
              <a:t>深蓝</a:t>
            </a:r>
            <a:endParaRPr lang="zh-CN" altLang="en-US" sz="1400" dirty="0">
              <a:solidFill>
                <a:srgbClr val="316B93"/>
              </a:solidFill>
            </a:endParaRPr>
          </a:p>
        </p:txBody>
      </p:sp>
      <p:sp>
        <p:nvSpPr>
          <p:cNvPr id="3" name="文本框 37"/>
          <p:cNvSpPr txBox="1"/>
          <p:nvPr/>
        </p:nvSpPr>
        <p:spPr>
          <a:xfrm>
            <a:off x="-890671" y="492671"/>
            <a:ext cx="45720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AF8647"/>
                </a:solidFill>
              </a:rPr>
              <a:t>褐色</a:t>
            </a:r>
            <a:endParaRPr lang="zh-CN" altLang="en-US" sz="1400" dirty="0">
              <a:solidFill>
                <a:srgbClr val="AF8647"/>
              </a:solidFill>
            </a:endParaRPr>
          </a:p>
        </p:txBody>
      </p:sp>
      <p:sp>
        <p:nvSpPr>
          <p:cNvPr id="4" name="文本框 38"/>
          <p:cNvSpPr txBox="1"/>
          <p:nvPr/>
        </p:nvSpPr>
        <p:spPr>
          <a:xfrm>
            <a:off x="-1834515" y="1086833"/>
            <a:ext cx="457200" cy="3073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256824"/>
                </a:solidFill>
              </a:rPr>
              <a:t>深绿</a:t>
            </a:r>
            <a:endParaRPr lang="zh-CN" altLang="en-US" sz="1400" dirty="0">
              <a:solidFill>
                <a:srgbClr val="256824"/>
              </a:solidFill>
            </a:endParaRPr>
          </a:p>
        </p:txBody>
      </p:sp>
      <p:sp>
        <p:nvSpPr>
          <p:cNvPr id="5" name="文本框 39"/>
          <p:cNvSpPr txBox="1"/>
          <p:nvPr/>
        </p:nvSpPr>
        <p:spPr>
          <a:xfrm>
            <a:off x="-890671" y="1087468"/>
            <a:ext cx="457200" cy="3073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CE1DD3"/>
                </a:solidFill>
              </a:rPr>
              <a:t>紫色</a:t>
            </a:r>
            <a:endParaRPr lang="zh-CN" altLang="en-US" sz="1400" dirty="0">
              <a:solidFill>
                <a:srgbClr val="CE1DD3"/>
              </a:solidFill>
            </a:endParaRPr>
          </a:p>
        </p:txBody>
      </p:sp>
      <p:sp>
        <p:nvSpPr>
          <p:cNvPr id="6" name="文本框 40"/>
          <p:cNvSpPr txBox="1"/>
          <p:nvPr/>
        </p:nvSpPr>
        <p:spPr>
          <a:xfrm>
            <a:off x="-1834515" y="1680558"/>
            <a:ext cx="457200" cy="3073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BA1C20"/>
                </a:solidFill>
              </a:rPr>
              <a:t>深红</a:t>
            </a:r>
            <a:endParaRPr lang="zh-CN" altLang="en-US" sz="1400" dirty="0">
              <a:solidFill>
                <a:srgbClr val="BA1C20"/>
              </a:solidFill>
            </a:endParaRPr>
          </a:p>
        </p:txBody>
      </p:sp>
      <p:sp>
        <p:nvSpPr>
          <p:cNvPr id="8" name="Google Shape;60;p14"/>
          <p:cNvSpPr/>
          <p:nvPr/>
        </p:nvSpPr>
        <p:spPr>
          <a:xfrm>
            <a:off x="-890671" y="3339813"/>
            <a:ext cx="365760" cy="182880"/>
          </a:xfrm>
          <a:prstGeom prst="rect">
            <a:avLst/>
          </a:prstGeom>
          <a:solidFill>
            <a:srgbClr val="33CC33">
              <a:alpha val="20000"/>
            </a:srgbClr>
          </a:solidFill>
          <a:ln>
            <a:noFill/>
          </a:ln>
        </p:spPr>
        <p:txBody>
          <a:bodyPr spcFirstLastPara="1" wrap="square" lIns="146280" tIns="73120" rIns="146280" bIns="73120" anchor="ctr" anchorCtr="0">
            <a:noAutofit/>
          </a:bodyPr>
          <a:lstStyle/>
          <a:p>
            <a:pPr algn="ctr"/>
            <a:endParaRPr sz="288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sp>
        <p:nvSpPr>
          <p:cNvPr id="9" name="Google Shape;113;p14"/>
          <p:cNvSpPr/>
          <p:nvPr/>
        </p:nvSpPr>
        <p:spPr>
          <a:xfrm>
            <a:off x="-890671" y="2869913"/>
            <a:ext cx="365760" cy="182880"/>
          </a:xfrm>
          <a:prstGeom prst="rect">
            <a:avLst/>
          </a:prstGeom>
          <a:solidFill>
            <a:srgbClr val="FF0000">
              <a:alpha val="49800"/>
            </a:srgbClr>
          </a:solidFill>
          <a:ln>
            <a:noFill/>
          </a:ln>
        </p:spPr>
        <p:txBody>
          <a:bodyPr spcFirstLastPara="1" wrap="square" lIns="146280" tIns="73120" rIns="146280" bIns="73120" anchor="ctr" anchorCtr="0">
            <a:noAutofit/>
          </a:bodyPr>
          <a:lstStyle/>
          <a:p>
            <a:pPr algn="ctr"/>
            <a:endParaRPr sz="1280" dirty="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sp>
        <p:nvSpPr>
          <p:cNvPr id="10" name="Google Shape;114;p14"/>
          <p:cNvSpPr/>
          <p:nvPr/>
        </p:nvSpPr>
        <p:spPr>
          <a:xfrm>
            <a:off x="-1743075" y="2868008"/>
            <a:ext cx="365760" cy="182880"/>
          </a:xfrm>
          <a:prstGeom prst="rect">
            <a:avLst/>
          </a:prstGeom>
          <a:solidFill>
            <a:srgbClr val="33CC33">
              <a:alpha val="49800"/>
            </a:srgbClr>
          </a:solidFill>
          <a:ln>
            <a:noFill/>
          </a:ln>
        </p:spPr>
        <p:txBody>
          <a:bodyPr spcFirstLastPara="1" wrap="square" lIns="146280" tIns="73120" rIns="146280" bIns="73120" anchor="ctr" anchorCtr="0">
            <a:noAutofit/>
          </a:bodyPr>
          <a:lstStyle/>
          <a:p>
            <a:pPr algn="ctr"/>
            <a:endParaRPr sz="1280" dirty="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cxnSp>
        <p:nvCxnSpPr>
          <p:cNvPr id="12" name="Google Shape;116;p14"/>
          <p:cNvCxnSpPr/>
          <p:nvPr/>
        </p:nvCxnSpPr>
        <p:spPr>
          <a:xfrm rot="10800000">
            <a:off x="-1834515" y="5031453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3" name="Google Shape;120;p14"/>
          <p:cNvCxnSpPr/>
          <p:nvPr/>
        </p:nvCxnSpPr>
        <p:spPr>
          <a:xfrm flipH="1">
            <a:off x="-890671" y="5323553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4" name="Google Shape;121;p14"/>
          <p:cNvCxnSpPr/>
          <p:nvPr/>
        </p:nvCxnSpPr>
        <p:spPr>
          <a:xfrm flipH="1">
            <a:off x="-890671" y="5610573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5" name="Google Shape;118;p14"/>
          <p:cNvCxnSpPr/>
          <p:nvPr/>
        </p:nvCxnSpPr>
        <p:spPr>
          <a:xfrm rot="10800000">
            <a:off x="-1834515" y="5317838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00FF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6" name="Google Shape;119;p14"/>
          <p:cNvCxnSpPr/>
          <p:nvPr/>
        </p:nvCxnSpPr>
        <p:spPr>
          <a:xfrm rot="10800000">
            <a:off x="-1834515" y="5604223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8E1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7" name="Google Shape;123;p14"/>
          <p:cNvCxnSpPr/>
          <p:nvPr/>
        </p:nvCxnSpPr>
        <p:spPr>
          <a:xfrm flipH="1">
            <a:off x="-890671" y="6184613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8E11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8" name="Google Shape;124;p14"/>
          <p:cNvCxnSpPr/>
          <p:nvPr/>
        </p:nvCxnSpPr>
        <p:spPr>
          <a:xfrm flipH="1">
            <a:off x="-890671" y="5897593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00FF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9" name="Google Shape;65;p14"/>
          <p:cNvCxnSpPr/>
          <p:nvPr/>
        </p:nvCxnSpPr>
        <p:spPr>
          <a:xfrm flipH="1">
            <a:off x="-1834515" y="6176993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4" name="Google Shape;75;p14"/>
          <p:cNvCxnSpPr/>
          <p:nvPr/>
        </p:nvCxnSpPr>
        <p:spPr>
          <a:xfrm flipH="1">
            <a:off x="-1834515" y="5890608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stealth" w="med" len="med"/>
          </a:ln>
        </p:spPr>
      </p:cxnSp>
      <p:sp>
        <p:nvSpPr>
          <p:cNvPr id="27" name="Rectangle 218"/>
          <p:cNvSpPr/>
          <p:nvPr/>
        </p:nvSpPr>
        <p:spPr>
          <a:xfrm>
            <a:off x="-1743075" y="3337273"/>
            <a:ext cx="365760" cy="182880"/>
          </a:xfrm>
          <a:prstGeom prst="rect">
            <a:avLst/>
          </a:prstGeom>
          <a:solidFill>
            <a:srgbClr val="D2691E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80"/>
          </a:p>
        </p:txBody>
      </p:sp>
      <p:sp>
        <p:nvSpPr>
          <p:cNvPr id="28" name="Rectangle 328"/>
          <p:cNvSpPr/>
          <p:nvPr/>
        </p:nvSpPr>
        <p:spPr>
          <a:xfrm>
            <a:off x="-890671" y="3809713"/>
            <a:ext cx="457200" cy="36576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80"/>
          </a:p>
        </p:txBody>
      </p:sp>
      <p:sp>
        <p:nvSpPr>
          <p:cNvPr id="29" name="Rectangle 331"/>
          <p:cNvSpPr/>
          <p:nvPr/>
        </p:nvSpPr>
        <p:spPr>
          <a:xfrm>
            <a:off x="-1834515" y="3806538"/>
            <a:ext cx="457200" cy="365760"/>
          </a:xfrm>
          <a:prstGeom prst="rect">
            <a:avLst/>
          </a:prstGeom>
          <a:ln w="19050">
            <a:solidFill>
              <a:srgbClr val="00A4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2880"/>
          </a:p>
        </p:txBody>
      </p:sp>
      <p:sp>
        <p:nvSpPr>
          <p:cNvPr id="33" name="文本框 67"/>
          <p:cNvSpPr txBox="1"/>
          <p:nvPr/>
        </p:nvSpPr>
        <p:spPr>
          <a:xfrm>
            <a:off x="-890671" y="1681828"/>
            <a:ext cx="457200" cy="3073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黑色</a:t>
            </a:r>
            <a:endParaRPr lang="zh-CN" altLang="en-US" sz="1400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34" name="文本框 68"/>
          <p:cNvSpPr txBox="1"/>
          <p:nvPr/>
        </p:nvSpPr>
        <p:spPr>
          <a:xfrm>
            <a:off x="-1834515" y="2274283"/>
            <a:ext cx="457200" cy="3073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FF0000"/>
                </a:solidFill>
              </a:rPr>
              <a:t>红色</a:t>
            </a:r>
            <a:endParaRPr lang="zh-CN" altLang="en-US" sz="1400" dirty="0">
              <a:solidFill>
                <a:srgbClr val="FF0000"/>
              </a:solidFill>
            </a:endParaRPr>
          </a:p>
        </p:txBody>
      </p:sp>
      <p:grpSp>
        <p:nvGrpSpPr>
          <p:cNvPr id="7" name="组合 8"/>
          <p:cNvGrpSpPr/>
          <p:nvPr/>
        </p:nvGrpSpPr>
        <p:grpSpPr>
          <a:xfrm>
            <a:off x="-1834515" y="6463378"/>
            <a:ext cx="457200" cy="548640"/>
            <a:chOff x="8533167" y="1924272"/>
            <a:chExt cx="1099206" cy="1385455"/>
          </a:xfrm>
        </p:grpSpPr>
        <p:cxnSp>
          <p:nvCxnSpPr>
            <p:cNvPr id="20" name="Google Shape;119;p14"/>
            <p:cNvCxnSpPr/>
            <p:nvPr/>
          </p:nvCxnSpPr>
          <p:spPr>
            <a:xfrm flipH="1">
              <a:off x="8533168" y="1924272"/>
              <a:ext cx="1099205" cy="0"/>
            </a:xfrm>
            <a:prstGeom prst="straightConnector1">
              <a:avLst/>
            </a:prstGeom>
            <a:noFill/>
            <a:ln w="19050" cap="flat" cmpd="sng">
              <a:solidFill>
                <a:srgbClr val="FF8E1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1" name="Google Shape;119;p14"/>
            <p:cNvCxnSpPr/>
            <p:nvPr/>
          </p:nvCxnSpPr>
          <p:spPr>
            <a:xfrm flipH="1">
              <a:off x="8533167" y="2618454"/>
              <a:ext cx="1099205" cy="0"/>
            </a:xfrm>
            <a:prstGeom prst="straightConnector1">
              <a:avLst/>
            </a:prstGeom>
            <a:noFill/>
            <a:ln w="19050" cap="flat" cmpd="sng">
              <a:solidFill>
                <a:srgbClr val="FF8E1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2" name="Google Shape;119;p14"/>
            <p:cNvCxnSpPr/>
            <p:nvPr/>
          </p:nvCxnSpPr>
          <p:spPr>
            <a:xfrm flipH="1">
              <a:off x="8533168" y="3309727"/>
              <a:ext cx="1099205" cy="0"/>
            </a:xfrm>
            <a:prstGeom prst="straightConnector1">
              <a:avLst/>
            </a:prstGeom>
            <a:noFill/>
            <a:ln w="19050" cap="flat" cmpd="sng">
              <a:solidFill>
                <a:srgbClr val="FF8E11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grpSp>
        <p:nvGrpSpPr>
          <p:cNvPr id="23" name="组合 22"/>
          <p:cNvGrpSpPr/>
          <p:nvPr/>
        </p:nvGrpSpPr>
        <p:grpSpPr>
          <a:xfrm>
            <a:off x="-890671" y="6471633"/>
            <a:ext cx="457200" cy="548640"/>
            <a:chOff x="8824317" y="1696204"/>
            <a:chExt cx="1140564" cy="1575691"/>
          </a:xfrm>
        </p:grpSpPr>
        <p:grpSp>
          <p:nvGrpSpPr>
            <p:cNvPr id="25" name="组合 14"/>
            <p:cNvGrpSpPr/>
            <p:nvPr/>
          </p:nvGrpSpPr>
          <p:grpSpPr>
            <a:xfrm>
              <a:off x="8824318" y="1696204"/>
              <a:ext cx="1140563" cy="1057388"/>
              <a:chOff x="8533167" y="1924272"/>
              <a:chExt cx="1099206" cy="1385455"/>
            </a:xfrm>
          </p:grpSpPr>
          <p:cxnSp>
            <p:nvCxnSpPr>
              <p:cNvPr id="26" name="Google Shape;119;p14"/>
              <p:cNvCxnSpPr/>
              <p:nvPr/>
            </p:nvCxnSpPr>
            <p:spPr>
              <a:xfrm flipH="1">
                <a:off x="8533168" y="1924272"/>
                <a:ext cx="1099205" cy="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FF8E1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30" name="Google Shape;119;p14"/>
              <p:cNvCxnSpPr/>
              <p:nvPr/>
            </p:nvCxnSpPr>
            <p:spPr>
              <a:xfrm flipH="1">
                <a:off x="8533167" y="2618454"/>
                <a:ext cx="1099205" cy="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FF8E1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35" name="Google Shape;119;p14"/>
              <p:cNvCxnSpPr/>
              <p:nvPr/>
            </p:nvCxnSpPr>
            <p:spPr>
              <a:xfrm flipH="1">
                <a:off x="8533168" y="3309727"/>
                <a:ext cx="1099205" cy="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FF8E1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</p:grpSp>
        <p:cxnSp>
          <p:nvCxnSpPr>
            <p:cNvPr id="37" name="Google Shape;119;p14"/>
            <p:cNvCxnSpPr/>
            <p:nvPr/>
          </p:nvCxnSpPr>
          <p:spPr>
            <a:xfrm flipH="1">
              <a:off x="8824317" y="3271895"/>
              <a:ext cx="1140562" cy="0"/>
            </a:xfrm>
            <a:prstGeom prst="straightConnector1">
              <a:avLst/>
            </a:prstGeom>
            <a:noFill/>
            <a:ln w="19050" cap="flat" cmpd="sng">
              <a:solidFill>
                <a:srgbClr val="FF8E11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cxnSp>
        <p:nvCxnSpPr>
          <p:cNvPr id="47" name="Google Shape;116;p14"/>
          <p:cNvCxnSpPr/>
          <p:nvPr/>
        </p:nvCxnSpPr>
        <p:spPr>
          <a:xfrm rot="10800000">
            <a:off x="-890671" y="5036533"/>
            <a:ext cx="457200" cy="0"/>
          </a:xfrm>
          <a:prstGeom prst="straightConnector1">
            <a:avLst/>
          </a:prstGeom>
          <a:noFill/>
          <a:ln w="19050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53" name="Group 52"/>
          <p:cNvGrpSpPr/>
          <p:nvPr/>
        </p:nvGrpSpPr>
        <p:grpSpPr>
          <a:xfrm>
            <a:off x="-1751965" y="4525010"/>
            <a:ext cx="1318260" cy="306705"/>
            <a:chOff x="9798" y="4510"/>
            <a:chExt cx="1542" cy="483"/>
          </a:xfrm>
        </p:grpSpPr>
        <p:cxnSp>
          <p:nvCxnSpPr>
            <p:cNvPr id="51" name="Google Shape;115;p14"/>
            <p:cNvCxnSpPr/>
            <p:nvPr/>
          </p:nvCxnSpPr>
          <p:spPr>
            <a:xfrm rot="10800000">
              <a:off x="9798" y="4755"/>
              <a:ext cx="720" cy="0"/>
            </a:xfrm>
            <a:prstGeom prst="straightConnector1">
              <a:avLst/>
            </a:prstGeom>
            <a:ln w="19050">
              <a:headEnd type="none" w="sm" len="sm"/>
              <a:tailEnd type="none" w="sm" len="sm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52" name="文本框 67"/>
            <p:cNvSpPr txBox="1"/>
            <p:nvPr/>
          </p:nvSpPr>
          <p:spPr>
            <a:xfrm>
              <a:off x="10538" y="4510"/>
              <a:ext cx="802" cy="4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1400" dirty="0"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Stop</a:t>
              </a:r>
              <a:endParaRPr lang="en-US" altLang="zh-CN" sz="14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</p:grpSp>
      <p:sp>
        <p:nvSpPr>
          <p:cNvPr id="31" name="文本框 68"/>
          <p:cNvSpPr txBox="1"/>
          <p:nvPr/>
        </p:nvSpPr>
        <p:spPr>
          <a:xfrm>
            <a:off x="-890671" y="2276188"/>
            <a:ext cx="5384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1400" dirty="0">
                <a:solidFill>
                  <a:srgbClr val="00B050"/>
                </a:solidFill>
              </a:rPr>
              <a:t>绿色</a:t>
            </a:r>
            <a:endParaRPr lang="zh-CN" altLang="en-US" sz="1400" dirty="0">
              <a:solidFill>
                <a:srgbClr val="00B050"/>
              </a:solidFill>
            </a:endParaRPr>
          </a:p>
        </p:txBody>
      </p:sp>
      <p:sp>
        <p:nvSpPr>
          <p:cNvPr id="11" name="文本框 39"/>
          <p:cNvSpPr txBox="1"/>
          <p:nvPr/>
        </p:nvSpPr>
        <p:spPr>
          <a:xfrm>
            <a:off x="6034004" y="1211928"/>
            <a:ext cx="251079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1400" b="1" dirty="0">
                <a:solidFill>
                  <a:srgbClr val="CE1DD3"/>
                </a:solidFill>
              </a:rPr>
              <a:t>如果没有产生新的主要低点</a:t>
            </a:r>
            <a:endParaRPr lang="zh-CN" altLang="en-US" sz="1400" b="1" dirty="0">
              <a:solidFill>
                <a:srgbClr val="CE1DD3"/>
              </a:solidFill>
            </a:endParaRPr>
          </a:p>
          <a:p>
            <a:r>
              <a:rPr lang="zh-CN" altLang="en-US" sz="1400" b="1" dirty="0">
                <a:solidFill>
                  <a:srgbClr val="CE1DD3"/>
                </a:solidFill>
              </a:rPr>
              <a:t>那么将认为上涨趋势依然存在</a:t>
            </a:r>
            <a:endParaRPr lang="zh-CN" altLang="en-US" sz="1400" b="1" dirty="0">
              <a:solidFill>
                <a:srgbClr val="CE1DD3"/>
              </a:solidFill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60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pic>
        <p:nvPicPr>
          <p:cNvPr id="61" name="Picture 3" descr="Slide 22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2" name="文本框 36"/>
          <p:cNvSpPr txBox="1"/>
          <p:nvPr/>
        </p:nvSpPr>
        <p:spPr>
          <a:xfrm>
            <a:off x="-1834515" y="492671"/>
            <a:ext cx="45720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316B93"/>
                </a:solidFill>
              </a:rPr>
              <a:t>深蓝</a:t>
            </a:r>
            <a:endParaRPr lang="zh-CN" altLang="en-US" sz="1400" dirty="0">
              <a:solidFill>
                <a:srgbClr val="316B93"/>
              </a:solidFill>
            </a:endParaRPr>
          </a:p>
        </p:txBody>
      </p:sp>
      <p:sp>
        <p:nvSpPr>
          <p:cNvPr id="3" name="文本框 37"/>
          <p:cNvSpPr txBox="1"/>
          <p:nvPr/>
        </p:nvSpPr>
        <p:spPr>
          <a:xfrm>
            <a:off x="-890671" y="492671"/>
            <a:ext cx="45720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AF8647"/>
                </a:solidFill>
              </a:rPr>
              <a:t>褐色</a:t>
            </a:r>
            <a:endParaRPr lang="zh-CN" altLang="en-US" sz="1400" dirty="0">
              <a:solidFill>
                <a:srgbClr val="AF8647"/>
              </a:solidFill>
            </a:endParaRPr>
          </a:p>
        </p:txBody>
      </p:sp>
      <p:sp>
        <p:nvSpPr>
          <p:cNvPr id="4" name="文本框 38"/>
          <p:cNvSpPr txBox="1"/>
          <p:nvPr/>
        </p:nvSpPr>
        <p:spPr>
          <a:xfrm>
            <a:off x="-1834515" y="1086833"/>
            <a:ext cx="457200" cy="3073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256824"/>
                </a:solidFill>
              </a:rPr>
              <a:t>深绿</a:t>
            </a:r>
            <a:endParaRPr lang="zh-CN" altLang="en-US" sz="1400" dirty="0">
              <a:solidFill>
                <a:srgbClr val="256824"/>
              </a:solidFill>
            </a:endParaRPr>
          </a:p>
        </p:txBody>
      </p:sp>
      <p:sp>
        <p:nvSpPr>
          <p:cNvPr id="5" name="文本框 39"/>
          <p:cNvSpPr txBox="1"/>
          <p:nvPr/>
        </p:nvSpPr>
        <p:spPr>
          <a:xfrm>
            <a:off x="-890671" y="1087468"/>
            <a:ext cx="457200" cy="3073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CE1DD3"/>
                </a:solidFill>
              </a:rPr>
              <a:t>紫色</a:t>
            </a:r>
            <a:endParaRPr lang="zh-CN" altLang="en-US" sz="1400" dirty="0">
              <a:solidFill>
                <a:srgbClr val="CE1DD3"/>
              </a:solidFill>
            </a:endParaRPr>
          </a:p>
        </p:txBody>
      </p:sp>
      <p:sp>
        <p:nvSpPr>
          <p:cNvPr id="6" name="文本框 40"/>
          <p:cNvSpPr txBox="1"/>
          <p:nvPr/>
        </p:nvSpPr>
        <p:spPr>
          <a:xfrm>
            <a:off x="-1834515" y="1680558"/>
            <a:ext cx="457200" cy="3073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BA1C20"/>
                </a:solidFill>
              </a:rPr>
              <a:t>深红</a:t>
            </a:r>
            <a:endParaRPr lang="zh-CN" altLang="en-US" sz="1400" dirty="0">
              <a:solidFill>
                <a:srgbClr val="BA1C20"/>
              </a:solidFill>
            </a:endParaRPr>
          </a:p>
        </p:txBody>
      </p:sp>
      <p:sp>
        <p:nvSpPr>
          <p:cNvPr id="8" name="Google Shape;60;p14"/>
          <p:cNvSpPr/>
          <p:nvPr/>
        </p:nvSpPr>
        <p:spPr>
          <a:xfrm>
            <a:off x="-890671" y="3339813"/>
            <a:ext cx="365760" cy="182880"/>
          </a:xfrm>
          <a:prstGeom prst="rect">
            <a:avLst/>
          </a:prstGeom>
          <a:solidFill>
            <a:srgbClr val="33CC33">
              <a:alpha val="20000"/>
            </a:srgbClr>
          </a:solidFill>
          <a:ln>
            <a:noFill/>
          </a:ln>
        </p:spPr>
        <p:txBody>
          <a:bodyPr spcFirstLastPara="1" wrap="square" lIns="146280" tIns="73120" rIns="146280" bIns="73120" anchor="ctr" anchorCtr="0">
            <a:noAutofit/>
          </a:bodyPr>
          <a:lstStyle/>
          <a:p>
            <a:pPr algn="ctr"/>
            <a:endParaRPr sz="288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sp>
        <p:nvSpPr>
          <p:cNvPr id="9" name="Google Shape;113;p14"/>
          <p:cNvSpPr/>
          <p:nvPr/>
        </p:nvSpPr>
        <p:spPr>
          <a:xfrm>
            <a:off x="-890671" y="2869913"/>
            <a:ext cx="365760" cy="182880"/>
          </a:xfrm>
          <a:prstGeom prst="rect">
            <a:avLst/>
          </a:prstGeom>
          <a:solidFill>
            <a:srgbClr val="FF0000">
              <a:alpha val="49800"/>
            </a:srgbClr>
          </a:solidFill>
          <a:ln>
            <a:noFill/>
          </a:ln>
        </p:spPr>
        <p:txBody>
          <a:bodyPr spcFirstLastPara="1" wrap="square" lIns="146280" tIns="73120" rIns="146280" bIns="73120" anchor="ctr" anchorCtr="0">
            <a:noAutofit/>
          </a:bodyPr>
          <a:lstStyle/>
          <a:p>
            <a:pPr algn="ctr"/>
            <a:endParaRPr sz="1280" dirty="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sp>
        <p:nvSpPr>
          <p:cNvPr id="10" name="Google Shape;114;p14"/>
          <p:cNvSpPr/>
          <p:nvPr/>
        </p:nvSpPr>
        <p:spPr>
          <a:xfrm>
            <a:off x="-1743075" y="2868008"/>
            <a:ext cx="365760" cy="182880"/>
          </a:xfrm>
          <a:prstGeom prst="rect">
            <a:avLst/>
          </a:prstGeom>
          <a:solidFill>
            <a:srgbClr val="33CC33">
              <a:alpha val="49800"/>
            </a:srgbClr>
          </a:solidFill>
          <a:ln>
            <a:noFill/>
          </a:ln>
        </p:spPr>
        <p:txBody>
          <a:bodyPr spcFirstLastPara="1" wrap="square" lIns="146280" tIns="73120" rIns="146280" bIns="73120" anchor="ctr" anchorCtr="0">
            <a:noAutofit/>
          </a:bodyPr>
          <a:lstStyle/>
          <a:p>
            <a:pPr algn="ctr"/>
            <a:endParaRPr sz="1280" dirty="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cxnSp>
        <p:nvCxnSpPr>
          <p:cNvPr id="12" name="Google Shape;116;p14"/>
          <p:cNvCxnSpPr/>
          <p:nvPr/>
        </p:nvCxnSpPr>
        <p:spPr>
          <a:xfrm rot="10800000">
            <a:off x="-1834515" y="5031453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3" name="Google Shape;120;p14"/>
          <p:cNvCxnSpPr/>
          <p:nvPr/>
        </p:nvCxnSpPr>
        <p:spPr>
          <a:xfrm flipH="1">
            <a:off x="-890671" y="5323553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4" name="Google Shape;121;p14"/>
          <p:cNvCxnSpPr/>
          <p:nvPr/>
        </p:nvCxnSpPr>
        <p:spPr>
          <a:xfrm flipH="1">
            <a:off x="-890671" y="5610573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5" name="Google Shape;118;p14"/>
          <p:cNvCxnSpPr/>
          <p:nvPr/>
        </p:nvCxnSpPr>
        <p:spPr>
          <a:xfrm rot="10800000">
            <a:off x="-1834515" y="5317838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00FF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6" name="Google Shape;119;p14"/>
          <p:cNvCxnSpPr/>
          <p:nvPr/>
        </p:nvCxnSpPr>
        <p:spPr>
          <a:xfrm rot="10800000">
            <a:off x="-1834515" y="5604223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8E1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7" name="Google Shape;123;p14"/>
          <p:cNvCxnSpPr/>
          <p:nvPr/>
        </p:nvCxnSpPr>
        <p:spPr>
          <a:xfrm flipH="1">
            <a:off x="-890671" y="6184613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8E11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8" name="Google Shape;124;p14"/>
          <p:cNvCxnSpPr/>
          <p:nvPr/>
        </p:nvCxnSpPr>
        <p:spPr>
          <a:xfrm flipH="1">
            <a:off x="-890671" y="5897593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00FF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9" name="Google Shape;65;p14"/>
          <p:cNvCxnSpPr/>
          <p:nvPr/>
        </p:nvCxnSpPr>
        <p:spPr>
          <a:xfrm flipH="1">
            <a:off x="-1834515" y="6176993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4" name="Google Shape;75;p14"/>
          <p:cNvCxnSpPr/>
          <p:nvPr/>
        </p:nvCxnSpPr>
        <p:spPr>
          <a:xfrm flipH="1">
            <a:off x="-1834515" y="5890608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stealth" w="med" len="med"/>
          </a:ln>
        </p:spPr>
      </p:cxnSp>
      <p:sp>
        <p:nvSpPr>
          <p:cNvPr id="27" name="Rectangle 218"/>
          <p:cNvSpPr/>
          <p:nvPr/>
        </p:nvSpPr>
        <p:spPr>
          <a:xfrm>
            <a:off x="-1743075" y="3337273"/>
            <a:ext cx="365760" cy="182880"/>
          </a:xfrm>
          <a:prstGeom prst="rect">
            <a:avLst/>
          </a:prstGeom>
          <a:solidFill>
            <a:srgbClr val="D2691E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80"/>
          </a:p>
        </p:txBody>
      </p:sp>
      <p:sp>
        <p:nvSpPr>
          <p:cNvPr id="28" name="Rectangle 328"/>
          <p:cNvSpPr/>
          <p:nvPr/>
        </p:nvSpPr>
        <p:spPr>
          <a:xfrm>
            <a:off x="-890671" y="3809713"/>
            <a:ext cx="457200" cy="36576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80"/>
          </a:p>
        </p:txBody>
      </p:sp>
      <p:sp>
        <p:nvSpPr>
          <p:cNvPr id="29" name="Rectangle 331"/>
          <p:cNvSpPr/>
          <p:nvPr/>
        </p:nvSpPr>
        <p:spPr>
          <a:xfrm>
            <a:off x="-1834515" y="3806538"/>
            <a:ext cx="457200" cy="365760"/>
          </a:xfrm>
          <a:prstGeom prst="rect">
            <a:avLst/>
          </a:prstGeom>
          <a:ln w="19050">
            <a:solidFill>
              <a:srgbClr val="00A4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2880"/>
          </a:p>
        </p:txBody>
      </p:sp>
      <p:sp>
        <p:nvSpPr>
          <p:cNvPr id="33" name="文本框 67"/>
          <p:cNvSpPr txBox="1"/>
          <p:nvPr/>
        </p:nvSpPr>
        <p:spPr>
          <a:xfrm>
            <a:off x="-890671" y="1681828"/>
            <a:ext cx="457200" cy="3073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黑色</a:t>
            </a:r>
            <a:endParaRPr lang="zh-CN" altLang="en-US" sz="1400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34" name="文本框 68"/>
          <p:cNvSpPr txBox="1"/>
          <p:nvPr/>
        </p:nvSpPr>
        <p:spPr>
          <a:xfrm>
            <a:off x="-1834515" y="2274283"/>
            <a:ext cx="457200" cy="3073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FF0000"/>
                </a:solidFill>
              </a:rPr>
              <a:t>红色</a:t>
            </a:r>
            <a:endParaRPr lang="zh-CN" altLang="en-US" sz="1400" dirty="0">
              <a:solidFill>
                <a:srgbClr val="FF0000"/>
              </a:solidFill>
            </a:endParaRPr>
          </a:p>
        </p:txBody>
      </p:sp>
      <p:grpSp>
        <p:nvGrpSpPr>
          <p:cNvPr id="7" name="组合 8"/>
          <p:cNvGrpSpPr/>
          <p:nvPr/>
        </p:nvGrpSpPr>
        <p:grpSpPr>
          <a:xfrm>
            <a:off x="-1834515" y="6463378"/>
            <a:ext cx="457200" cy="548640"/>
            <a:chOff x="8533167" y="1924272"/>
            <a:chExt cx="1099206" cy="1385455"/>
          </a:xfrm>
        </p:grpSpPr>
        <p:cxnSp>
          <p:nvCxnSpPr>
            <p:cNvPr id="20" name="Google Shape;119;p14"/>
            <p:cNvCxnSpPr/>
            <p:nvPr/>
          </p:nvCxnSpPr>
          <p:spPr>
            <a:xfrm flipH="1">
              <a:off x="8533168" y="1924272"/>
              <a:ext cx="1099205" cy="0"/>
            </a:xfrm>
            <a:prstGeom prst="straightConnector1">
              <a:avLst/>
            </a:prstGeom>
            <a:noFill/>
            <a:ln w="19050" cap="flat" cmpd="sng">
              <a:solidFill>
                <a:srgbClr val="FF8E1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1" name="Google Shape;119;p14"/>
            <p:cNvCxnSpPr/>
            <p:nvPr/>
          </p:nvCxnSpPr>
          <p:spPr>
            <a:xfrm flipH="1">
              <a:off x="8533167" y="2618454"/>
              <a:ext cx="1099205" cy="0"/>
            </a:xfrm>
            <a:prstGeom prst="straightConnector1">
              <a:avLst/>
            </a:prstGeom>
            <a:noFill/>
            <a:ln w="19050" cap="flat" cmpd="sng">
              <a:solidFill>
                <a:srgbClr val="FF8E1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2" name="Google Shape;119;p14"/>
            <p:cNvCxnSpPr/>
            <p:nvPr/>
          </p:nvCxnSpPr>
          <p:spPr>
            <a:xfrm flipH="1">
              <a:off x="8533168" y="3309727"/>
              <a:ext cx="1099205" cy="0"/>
            </a:xfrm>
            <a:prstGeom prst="straightConnector1">
              <a:avLst/>
            </a:prstGeom>
            <a:noFill/>
            <a:ln w="19050" cap="flat" cmpd="sng">
              <a:solidFill>
                <a:srgbClr val="FF8E11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grpSp>
        <p:nvGrpSpPr>
          <p:cNvPr id="23" name="组合 22"/>
          <p:cNvGrpSpPr/>
          <p:nvPr/>
        </p:nvGrpSpPr>
        <p:grpSpPr>
          <a:xfrm>
            <a:off x="-890671" y="6471633"/>
            <a:ext cx="457200" cy="548640"/>
            <a:chOff x="8824317" y="1696204"/>
            <a:chExt cx="1140564" cy="1575691"/>
          </a:xfrm>
        </p:grpSpPr>
        <p:grpSp>
          <p:nvGrpSpPr>
            <p:cNvPr id="25" name="组合 14"/>
            <p:cNvGrpSpPr/>
            <p:nvPr/>
          </p:nvGrpSpPr>
          <p:grpSpPr>
            <a:xfrm>
              <a:off x="8824318" y="1696204"/>
              <a:ext cx="1140563" cy="1057388"/>
              <a:chOff x="8533167" y="1924272"/>
              <a:chExt cx="1099206" cy="1385455"/>
            </a:xfrm>
          </p:grpSpPr>
          <p:cxnSp>
            <p:nvCxnSpPr>
              <p:cNvPr id="26" name="Google Shape;119;p14"/>
              <p:cNvCxnSpPr/>
              <p:nvPr/>
            </p:nvCxnSpPr>
            <p:spPr>
              <a:xfrm flipH="1">
                <a:off x="8533168" y="1924272"/>
                <a:ext cx="1099205" cy="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FF8E1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30" name="Google Shape;119;p14"/>
              <p:cNvCxnSpPr/>
              <p:nvPr/>
            </p:nvCxnSpPr>
            <p:spPr>
              <a:xfrm flipH="1">
                <a:off x="8533167" y="2618454"/>
                <a:ext cx="1099205" cy="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FF8E1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35" name="Google Shape;119;p14"/>
              <p:cNvCxnSpPr/>
              <p:nvPr/>
            </p:nvCxnSpPr>
            <p:spPr>
              <a:xfrm flipH="1">
                <a:off x="8533168" y="3309727"/>
                <a:ext cx="1099205" cy="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FF8E1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</p:grpSp>
        <p:cxnSp>
          <p:nvCxnSpPr>
            <p:cNvPr id="37" name="Google Shape;119;p14"/>
            <p:cNvCxnSpPr/>
            <p:nvPr/>
          </p:nvCxnSpPr>
          <p:spPr>
            <a:xfrm flipH="1">
              <a:off x="8824317" y="3271895"/>
              <a:ext cx="1140562" cy="0"/>
            </a:xfrm>
            <a:prstGeom prst="straightConnector1">
              <a:avLst/>
            </a:prstGeom>
            <a:noFill/>
            <a:ln w="19050" cap="flat" cmpd="sng">
              <a:solidFill>
                <a:srgbClr val="FF8E11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cxnSp>
        <p:nvCxnSpPr>
          <p:cNvPr id="47" name="Google Shape;116;p14"/>
          <p:cNvCxnSpPr/>
          <p:nvPr/>
        </p:nvCxnSpPr>
        <p:spPr>
          <a:xfrm rot="10800000">
            <a:off x="-890671" y="5036533"/>
            <a:ext cx="457200" cy="0"/>
          </a:xfrm>
          <a:prstGeom prst="straightConnector1">
            <a:avLst/>
          </a:prstGeom>
          <a:noFill/>
          <a:ln w="19050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53" name="Group 52"/>
          <p:cNvGrpSpPr/>
          <p:nvPr/>
        </p:nvGrpSpPr>
        <p:grpSpPr>
          <a:xfrm>
            <a:off x="-1751965" y="4525010"/>
            <a:ext cx="1318260" cy="306705"/>
            <a:chOff x="9798" y="4510"/>
            <a:chExt cx="1542" cy="483"/>
          </a:xfrm>
        </p:grpSpPr>
        <p:cxnSp>
          <p:nvCxnSpPr>
            <p:cNvPr id="51" name="Google Shape;115;p14"/>
            <p:cNvCxnSpPr/>
            <p:nvPr/>
          </p:nvCxnSpPr>
          <p:spPr>
            <a:xfrm rot="10800000">
              <a:off x="9798" y="4755"/>
              <a:ext cx="720" cy="0"/>
            </a:xfrm>
            <a:prstGeom prst="straightConnector1">
              <a:avLst/>
            </a:prstGeom>
            <a:ln w="19050">
              <a:headEnd type="none" w="sm" len="sm"/>
              <a:tailEnd type="none" w="sm" len="sm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52" name="文本框 67"/>
            <p:cNvSpPr txBox="1"/>
            <p:nvPr/>
          </p:nvSpPr>
          <p:spPr>
            <a:xfrm>
              <a:off x="10538" y="4510"/>
              <a:ext cx="802" cy="4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1400" dirty="0"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Stop</a:t>
              </a:r>
              <a:endParaRPr lang="en-US" altLang="zh-CN" sz="14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</p:grpSp>
      <p:sp>
        <p:nvSpPr>
          <p:cNvPr id="54" name="文本框 68"/>
          <p:cNvSpPr txBox="1"/>
          <p:nvPr/>
        </p:nvSpPr>
        <p:spPr>
          <a:xfrm>
            <a:off x="-890671" y="2276188"/>
            <a:ext cx="5384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1400" dirty="0">
                <a:solidFill>
                  <a:srgbClr val="00B050"/>
                </a:solidFill>
              </a:rPr>
              <a:t>绿色</a:t>
            </a:r>
            <a:endParaRPr lang="zh-CN" altLang="en-US" sz="1400" dirty="0">
              <a:solidFill>
                <a:srgbClr val="00B050"/>
              </a:solidFill>
            </a:endParaRPr>
          </a:p>
        </p:txBody>
      </p:sp>
      <p:grpSp>
        <p:nvGrpSpPr>
          <p:cNvPr id="39" name="组合 8"/>
          <p:cNvGrpSpPr/>
          <p:nvPr/>
        </p:nvGrpSpPr>
        <p:grpSpPr>
          <a:xfrm>
            <a:off x="9845040" y="2186305"/>
            <a:ext cx="2477770" cy="3495675"/>
            <a:chOff x="8533167" y="1924272"/>
            <a:chExt cx="1099206" cy="1385455"/>
          </a:xfrm>
        </p:grpSpPr>
        <p:cxnSp>
          <p:nvCxnSpPr>
            <p:cNvPr id="11" name="Google Shape;119;p14"/>
            <p:cNvCxnSpPr/>
            <p:nvPr/>
          </p:nvCxnSpPr>
          <p:spPr>
            <a:xfrm flipH="1">
              <a:off x="8533168" y="1924272"/>
              <a:ext cx="1099205" cy="0"/>
            </a:xfrm>
            <a:prstGeom prst="straightConnector1">
              <a:avLst/>
            </a:prstGeom>
            <a:noFill/>
            <a:ln w="19050" cap="flat" cmpd="sng">
              <a:solidFill>
                <a:srgbClr val="FF8E1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1" name="Google Shape;119;p14"/>
            <p:cNvCxnSpPr/>
            <p:nvPr/>
          </p:nvCxnSpPr>
          <p:spPr>
            <a:xfrm flipH="1">
              <a:off x="8533167" y="2618454"/>
              <a:ext cx="1099205" cy="0"/>
            </a:xfrm>
            <a:prstGeom prst="straightConnector1">
              <a:avLst/>
            </a:prstGeom>
            <a:noFill/>
            <a:ln w="19050" cap="flat" cmpd="sng">
              <a:solidFill>
                <a:srgbClr val="FF8E1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2" name="Google Shape;119;p14"/>
            <p:cNvCxnSpPr/>
            <p:nvPr/>
          </p:nvCxnSpPr>
          <p:spPr>
            <a:xfrm flipH="1">
              <a:off x="8533168" y="3309727"/>
              <a:ext cx="1099205" cy="0"/>
            </a:xfrm>
            <a:prstGeom prst="straightConnector1">
              <a:avLst/>
            </a:prstGeom>
            <a:noFill/>
            <a:ln w="19050" cap="flat" cmpd="sng">
              <a:solidFill>
                <a:srgbClr val="FF8E11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sp>
        <p:nvSpPr>
          <p:cNvPr id="36" name="Rectangle 218"/>
          <p:cNvSpPr/>
          <p:nvPr/>
        </p:nvSpPr>
        <p:spPr>
          <a:xfrm>
            <a:off x="11536045" y="5557233"/>
            <a:ext cx="365760" cy="182880"/>
          </a:xfrm>
          <a:prstGeom prst="rect">
            <a:avLst/>
          </a:prstGeom>
          <a:solidFill>
            <a:srgbClr val="D2691E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sz="2880"/>
          </a:p>
        </p:txBody>
      </p:sp>
      <p:sp>
        <p:nvSpPr>
          <p:cNvPr id="38" name="文本框 37"/>
          <p:cNvSpPr txBox="1"/>
          <p:nvPr/>
        </p:nvSpPr>
        <p:spPr>
          <a:xfrm>
            <a:off x="10377404" y="5836831"/>
            <a:ext cx="107823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1400" b="1" dirty="0">
                <a:solidFill>
                  <a:srgbClr val="AF8647"/>
                </a:solidFill>
              </a:rPr>
              <a:t>这里差一点</a:t>
            </a:r>
            <a:endParaRPr lang="zh-CN" altLang="en-US" sz="1400" b="1" dirty="0">
              <a:solidFill>
                <a:srgbClr val="AF8647"/>
              </a:solidFill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6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64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pic>
        <p:nvPicPr>
          <p:cNvPr id="65" name="Picture 3" descr="Slide 23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2" name="文本框 36"/>
          <p:cNvSpPr txBox="1"/>
          <p:nvPr/>
        </p:nvSpPr>
        <p:spPr>
          <a:xfrm>
            <a:off x="-1834515" y="492671"/>
            <a:ext cx="45720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316B93"/>
                </a:solidFill>
              </a:rPr>
              <a:t>深蓝</a:t>
            </a:r>
            <a:endParaRPr lang="zh-CN" altLang="en-US" sz="1400" dirty="0">
              <a:solidFill>
                <a:srgbClr val="316B93"/>
              </a:solidFill>
            </a:endParaRPr>
          </a:p>
        </p:txBody>
      </p:sp>
      <p:sp>
        <p:nvSpPr>
          <p:cNvPr id="3" name="文本框 37"/>
          <p:cNvSpPr txBox="1"/>
          <p:nvPr/>
        </p:nvSpPr>
        <p:spPr>
          <a:xfrm>
            <a:off x="-890671" y="492671"/>
            <a:ext cx="45720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AF8647"/>
                </a:solidFill>
              </a:rPr>
              <a:t>褐色</a:t>
            </a:r>
            <a:endParaRPr lang="zh-CN" altLang="en-US" sz="1400" dirty="0">
              <a:solidFill>
                <a:srgbClr val="AF8647"/>
              </a:solidFill>
            </a:endParaRPr>
          </a:p>
        </p:txBody>
      </p:sp>
      <p:sp>
        <p:nvSpPr>
          <p:cNvPr id="4" name="文本框 38"/>
          <p:cNvSpPr txBox="1"/>
          <p:nvPr/>
        </p:nvSpPr>
        <p:spPr>
          <a:xfrm>
            <a:off x="-1834515" y="1086833"/>
            <a:ext cx="457200" cy="3073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256824"/>
                </a:solidFill>
              </a:rPr>
              <a:t>深绿</a:t>
            </a:r>
            <a:endParaRPr lang="zh-CN" altLang="en-US" sz="1400" dirty="0">
              <a:solidFill>
                <a:srgbClr val="256824"/>
              </a:solidFill>
            </a:endParaRPr>
          </a:p>
        </p:txBody>
      </p:sp>
      <p:sp>
        <p:nvSpPr>
          <p:cNvPr id="5" name="文本框 39"/>
          <p:cNvSpPr txBox="1"/>
          <p:nvPr/>
        </p:nvSpPr>
        <p:spPr>
          <a:xfrm>
            <a:off x="-890671" y="1087468"/>
            <a:ext cx="457200" cy="3073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CE1DD3"/>
                </a:solidFill>
              </a:rPr>
              <a:t>紫色</a:t>
            </a:r>
            <a:endParaRPr lang="zh-CN" altLang="en-US" sz="1400" dirty="0">
              <a:solidFill>
                <a:srgbClr val="CE1DD3"/>
              </a:solidFill>
            </a:endParaRPr>
          </a:p>
        </p:txBody>
      </p:sp>
      <p:sp>
        <p:nvSpPr>
          <p:cNvPr id="6" name="文本框 40"/>
          <p:cNvSpPr txBox="1"/>
          <p:nvPr/>
        </p:nvSpPr>
        <p:spPr>
          <a:xfrm>
            <a:off x="-1834515" y="1680558"/>
            <a:ext cx="457200" cy="3073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BA1C20"/>
                </a:solidFill>
              </a:rPr>
              <a:t>深红</a:t>
            </a:r>
            <a:endParaRPr lang="zh-CN" altLang="en-US" sz="1400" dirty="0">
              <a:solidFill>
                <a:srgbClr val="BA1C20"/>
              </a:solidFill>
            </a:endParaRPr>
          </a:p>
        </p:txBody>
      </p:sp>
      <p:sp>
        <p:nvSpPr>
          <p:cNvPr id="8" name="Google Shape;60;p14"/>
          <p:cNvSpPr/>
          <p:nvPr/>
        </p:nvSpPr>
        <p:spPr>
          <a:xfrm>
            <a:off x="-890671" y="3339813"/>
            <a:ext cx="365760" cy="182880"/>
          </a:xfrm>
          <a:prstGeom prst="rect">
            <a:avLst/>
          </a:prstGeom>
          <a:solidFill>
            <a:srgbClr val="33CC33">
              <a:alpha val="20000"/>
            </a:srgbClr>
          </a:solidFill>
          <a:ln>
            <a:noFill/>
          </a:ln>
        </p:spPr>
        <p:txBody>
          <a:bodyPr spcFirstLastPara="1" wrap="square" lIns="146280" tIns="73120" rIns="146280" bIns="73120" anchor="ctr" anchorCtr="0">
            <a:noAutofit/>
          </a:bodyPr>
          <a:lstStyle/>
          <a:p>
            <a:pPr algn="ctr"/>
            <a:endParaRPr sz="288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sp>
        <p:nvSpPr>
          <p:cNvPr id="9" name="Google Shape;113;p14"/>
          <p:cNvSpPr/>
          <p:nvPr/>
        </p:nvSpPr>
        <p:spPr>
          <a:xfrm>
            <a:off x="-890671" y="2869913"/>
            <a:ext cx="365760" cy="182880"/>
          </a:xfrm>
          <a:prstGeom prst="rect">
            <a:avLst/>
          </a:prstGeom>
          <a:solidFill>
            <a:srgbClr val="FF0000">
              <a:alpha val="49800"/>
            </a:srgbClr>
          </a:solidFill>
          <a:ln>
            <a:noFill/>
          </a:ln>
        </p:spPr>
        <p:txBody>
          <a:bodyPr spcFirstLastPara="1" wrap="square" lIns="146280" tIns="73120" rIns="146280" bIns="73120" anchor="ctr" anchorCtr="0">
            <a:noAutofit/>
          </a:bodyPr>
          <a:lstStyle/>
          <a:p>
            <a:pPr algn="ctr"/>
            <a:endParaRPr sz="1280" dirty="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sp>
        <p:nvSpPr>
          <p:cNvPr id="10" name="Google Shape;114;p14"/>
          <p:cNvSpPr/>
          <p:nvPr/>
        </p:nvSpPr>
        <p:spPr>
          <a:xfrm>
            <a:off x="-1743075" y="2868008"/>
            <a:ext cx="365760" cy="182880"/>
          </a:xfrm>
          <a:prstGeom prst="rect">
            <a:avLst/>
          </a:prstGeom>
          <a:solidFill>
            <a:srgbClr val="33CC33">
              <a:alpha val="49800"/>
            </a:srgbClr>
          </a:solidFill>
          <a:ln>
            <a:noFill/>
          </a:ln>
        </p:spPr>
        <p:txBody>
          <a:bodyPr spcFirstLastPara="1" wrap="square" lIns="146280" tIns="73120" rIns="146280" bIns="73120" anchor="ctr" anchorCtr="0">
            <a:noAutofit/>
          </a:bodyPr>
          <a:lstStyle/>
          <a:p>
            <a:pPr algn="ctr"/>
            <a:endParaRPr sz="1280" dirty="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cxnSp>
        <p:nvCxnSpPr>
          <p:cNvPr id="12" name="Google Shape;116;p14"/>
          <p:cNvCxnSpPr/>
          <p:nvPr/>
        </p:nvCxnSpPr>
        <p:spPr>
          <a:xfrm rot="10800000">
            <a:off x="-1834515" y="5031453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3" name="Google Shape;120;p14"/>
          <p:cNvCxnSpPr/>
          <p:nvPr/>
        </p:nvCxnSpPr>
        <p:spPr>
          <a:xfrm flipH="1">
            <a:off x="-890671" y="5323553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4" name="Google Shape;121;p14"/>
          <p:cNvCxnSpPr/>
          <p:nvPr/>
        </p:nvCxnSpPr>
        <p:spPr>
          <a:xfrm flipH="1">
            <a:off x="-890671" y="5610573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5" name="Google Shape;118;p14"/>
          <p:cNvCxnSpPr/>
          <p:nvPr/>
        </p:nvCxnSpPr>
        <p:spPr>
          <a:xfrm rot="10800000">
            <a:off x="-1834515" y="5317838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00FF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6" name="Google Shape;119;p14"/>
          <p:cNvCxnSpPr/>
          <p:nvPr/>
        </p:nvCxnSpPr>
        <p:spPr>
          <a:xfrm rot="10800000">
            <a:off x="-1834515" y="5604223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8E1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7" name="Google Shape;123;p14"/>
          <p:cNvCxnSpPr/>
          <p:nvPr/>
        </p:nvCxnSpPr>
        <p:spPr>
          <a:xfrm flipH="1">
            <a:off x="-890671" y="6184613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8E11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8" name="Google Shape;124;p14"/>
          <p:cNvCxnSpPr/>
          <p:nvPr/>
        </p:nvCxnSpPr>
        <p:spPr>
          <a:xfrm flipH="1">
            <a:off x="-890671" y="5897593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00FF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9" name="Google Shape;65;p14"/>
          <p:cNvCxnSpPr/>
          <p:nvPr/>
        </p:nvCxnSpPr>
        <p:spPr>
          <a:xfrm flipH="1">
            <a:off x="-1834515" y="6176993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4" name="Google Shape;75;p14"/>
          <p:cNvCxnSpPr/>
          <p:nvPr/>
        </p:nvCxnSpPr>
        <p:spPr>
          <a:xfrm flipH="1">
            <a:off x="-1834515" y="5890608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stealth" w="med" len="med"/>
          </a:ln>
        </p:spPr>
      </p:cxnSp>
      <p:sp>
        <p:nvSpPr>
          <p:cNvPr id="27" name="Rectangle 218"/>
          <p:cNvSpPr/>
          <p:nvPr/>
        </p:nvSpPr>
        <p:spPr>
          <a:xfrm>
            <a:off x="-1743075" y="3337273"/>
            <a:ext cx="365760" cy="182880"/>
          </a:xfrm>
          <a:prstGeom prst="rect">
            <a:avLst/>
          </a:prstGeom>
          <a:solidFill>
            <a:srgbClr val="D2691E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80"/>
          </a:p>
        </p:txBody>
      </p:sp>
      <p:sp>
        <p:nvSpPr>
          <p:cNvPr id="28" name="Rectangle 328"/>
          <p:cNvSpPr/>
          <p:nvPr/>
        </p:nvSpPr>
        <p:spPr>
          <a:xfrm>
            <a:off x="-890671" y="3809713"/>
            <a:ext cx="457200" cy="36576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80"/>
          </a:p>
        </p:txBody>
      </p:sp>
      <p:sp>
        <p:nvSpPr>
          <p:cNvPr id="29" name="Rectangle 331"/>
          <p:cNvSpPr/>
          <p:nvPr/>
        </p:nvSpPr>
        <p:spPr>
          <a:xfrm>
            <a:off x="-1834515" y="3806538"/>
            <a:ext cx="457200" cy="365760"/>
          </a:xfrm>
          <a:prstGeom prst="rect">
            <a:avLst/>
          </a:prstGeom>
          <a:ln w="19050">
            <a:solidFill>
              <a:srgbClr val="00A4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2880"/>
          </a:p>
        </p:txBody>
      </p:sp>
      <p:sp>
        <p:nvSpPr>
          <p:cNvPr id="33" name="文本框 67"/>
          <p:cNvSpPr txBox="1"/>
          <p:nvPr/>
        </p:nvSpPr>
        <p:spPr>
          <a:xfrm>
            <a:off x="-890671" y="1681828"/>
            <a:ext cx="457200" cy="3073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黑色</a:t>
            </a:r>
            <a:endParaRPr lang="zh-CN" altLang="en-US" sz="1400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34" name="文本框 68"/>
          <p:cNvSpPr txBox="1"/>
          <p:nvPr/>
        </p:nvSpPr>
        <p:spPr>
          <a:xfrm>
            <a:off x="-1834515" y="2274283"/>
            <a:ext cx="457200" cy="3073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FF0000"/>
                </a:solidFill>
              </a:rPr>
              <a:t>红色</a:t>
            </a:r>
            <a:endParaRPr lang="zh-CN" altLang="en-US" sz="1400" dirty="0">
              <a:solidFill>
                <a:srgbClr val="FF0000"/>
              </a:solidFill>
            </a:endParaRPr>
          </a:p>
        </p:txBody>
      </p:sp>
      <p:grpSp>
        <p:nvGrpSpPr>
          <p:cNvPr id="7" name="组合 8"/>
          <p:cNvGrpSpPr/>
          <p:nvPr/>
        </p:nvGrpSpPr>
        <p:grpSpPr>
          <a:xfrm>
            <a:off x="-1834515" y="6463378"/>
            <a:ext cx="457200" cy="548640"/>
            <a:chOff x="8533167" y="1924272"/>
            <a:chExt cx="1099206" cy="1385455"/>
          </a:xfrm>
        </p:grpSpPr>
        <p:cxnSp>
          <p:nvCxnSpPr>
            <p:cNvPr id="20" name="Google Shape;119;p14"/>
            <p:cNvCxnSpPr/>
            <p:nvPr/>
          </p:nvCxnSpPr>
          <p:spPr>
            <a:xfrm flipH="1">
              <a:off x="8533168" y="1924272"/>
              <a:ext cx="1099205" cy="0"/>
            </a:xfrm>
            <a:prstGeom prst="straightConnector1">
              <a:avLst/>
            </a:prstGeom>
            <a:noFill/>
            <a:ln w="19050" cap="flat" cmpd="sng">
              <a:solidFill>
                <a:srgbClr val="FF8E1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1" name="Google Shape;119;p14"/>
            <p:cNvCxnSpPr/>
            <p:nvPr/>
          </p:nvCxnSpPr>
          <p:spPr>
            <a:xfrm flipH="1">
              <a:off x="8533167" y="2618454"/>
              <a:ext cx="1099205" cy="0"/>
            </a:xfrm>
            <a:prstGeom prst="straightConnector1">
              <a:avLst/>
            </a:prstGeom>
            <a:noFill/>
            <a:ln w="19050" cap="flat" cmpd="sng">
              <a:solidFill>
                <a:srgbClr val="FF8E1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2" name="Google Shape;119;p14"/>
            <p:cNvCxnSpPr/>
            <p:nvPr/>
          </p:nvCxnSpPr>
          <p:spPr>
            <a:xfrm flipH="1">
              <a:off x="8533168" y="3309727"/>
              <a:ext cx="1099205" cy="0"/>
            </a:xfrm>
            <a:prstGeom prst="straightConnector1">
              <a:avLst/>
            </a:prstGeom>
            <a:noFill/>
            <a:ln w="19050" cap="flat" cmpd="sng">
              <a:solidFill>
                <a:srgbClr val="FF8E11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grpSp>
        <p:nvGrpSpPr>
          <p:cNvPr id="23" name="组合 22"/>
          <p:cNvGrpSpPr/>
          <p:nvPr/>
        </p:nvGrpSpPr>
        <p:grpSpPr>
          <a:xfrm>
            <a:off x="-890671" y="6471633"/>
            <a:ext cx="457200" cy="548640"/>
            <a:chOff x="8824317" y="1696204"/>
            <a:chExt cx="1140564" cy="1575691"/>
          </a:xfrm>
        </p:grpSpPr>
        <p:grpSp>
          <p:nvGrpSpPr>
            <p:cNvPr id="25" name="组合 14"/>
            <p:cNvGrpSpPr/>
            <p:nvPr/>
          </p:nvGrpSpPr>
          <p:grpSpPr>
            <a:xfrm>
              <a:off x="8824318" y="1696204"/>
              <a:ext cx="1140563" cy="1057388"/>
              <a:chOff x="8533167" y="1924272"/>
              <a:chExt cx="1099206" cy="1385455"/>
            </a:xfrm>
          </p:grpSpPr>
          <p:cxnSp>
            <p:nvCxnSpPr>
              <p:cNvPr id="26" name="Google Shape;119;p14"/>
              <p:cNvCxnSpPr/>
              <p:nvPr/>
            </p:nvCxnSpPr>
            <p:spPr>
              <a:xfrm flipH="1">
                <a:off x="8533168" y="1924272"/>
                <a:ext cx="1099205" cy="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FF8E1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30" name="Google Shape;119;p14"/>
              <p:cNvCxnSpPr/>
              <p:nvPr/>
            </p:nvCxnSpPr>
            <p:spPr>
              <a:xfrm flipH="1">
                <a:off x="8533167" y="2618454"/>
                <a:ext cx="1099205" cy="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FF8E1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35" name="Google Shape;119;p14"/>
              <p:cNvCxnSpPr/>
              <p:nvPr/>
            </p:nvCxnSpPr>
            <p:spPr>
              <a:xfrm flipH="1">
                <a:off x="8533168" y="3309727"/>
                <a:ext cx="1099205" cy="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FF8E1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</p:grpSp>
        <p:cxnSp>
          <p:nvCxnSpPr>
            <p:cNvPr id="37" name="Google Shape;119;p14"/>
            <p:cNvCxnSpPr/>
            <p:nvPr/>
          </p:nvCxnSpPr>
          <p:spPr>
            <a:xfrm flipH="1">
              <a:off x="8824317" y="3271895"/>
              <a:ext cx="1140562" cy="0"/>
            </a:xfrm>
            <a:prstGeom prst="straightConnector1">
              <a:avLst/>
            </a:prstGeom>
            <a:noFill/>
            <a:ln w="19050" cap="flat" cmpd="sng">
              <a:solidFill>
                <a:srgbClr val="FF8E11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cxnSp>
        <p:nvCxnSpPr>
          <p:cNvPr id="47" name="Google Shape;116;p14"/>
          <p:cNvCxnSpPr/>
          <p:nvPr/>
        </p:nvCxnSpPr>
        <p:spPr>
          <a:xfrm rot="10800000">
            <a:off x="-890671" y="5036533"/>
            <a:ext cx="457200" cy="0"/>
          </a:xfrm>
          <a:prstGeom prst="straightConnector1">
            <a:avLst/>
          </a:prstGeom>
          <a:noFill/>
          <a:ln w="19050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53" name="Group 52"/>
          <p:cNvGrpSpPr/>
          <p:nvPr/>
        </p:nvGrpSpPr>
        <p:grpSpPr>
          <a:xfrm>
            <a:off x="-1751965" y="4525010"/>
            <a:ext cx="1318260" cy="306705"/>
            <a:chOff x="9798" y="4510"/>
            <a:chExt cx="1542" cy="483"/>
          </a:xfrm>
        </p:grpSpPr>
        <p:cxnSp>
          <p:nvCxnSpPr>
            <p:cNvPr id="51" name="Google Shape;115;p14"/>
            <p:cNvCxnSpPr/>
            <p:nvPr/>
          </p:nvCxnSpPr>
          <p:spPr>
            <a:xfrm rot="10800000">
              <a:off x="9798" y="4755"/>
              <a:ext cx="720" cy="0"/>
            </a:xfrm>
            <a:prstGeom prst="straightConnector1">
              <a:avLst/>
            </a:prstGeom>
            <a:ln w="19050">
              <a:headEnd type="none" w="sm" len="sm"/>
              <a:tailEnd type="none" w="sm" len="sm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52" name="文本框 67"/>
            <p:cNvSpPr txBox="1"/>
            <p:nvPr/>
          </p:nvSpPr>
          <p:spPr>
            <a:xfrm>
              <a:off x="10538" y="4510"/>
              <a:ext cx="802" cy="4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1400" dirty="0"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Stop</a:t>
              </a:r>
              <a:endParaRPr lang="en-US" altLang="zh-CN" sz="14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</p:grpSp>
      <p:sp>
        <p:nvSpPr>
          <p:cNvPr id="54" name="文本框 68"/>
          <p:cNvSpPr txBox="1"/>
          <p:nvPr/>
        </p:nvSpPr>
        <p:spPr>
          <a:xfrm>
            <a:off x="-890671" y="2276188"/>
            <a:ext cx="5384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1400" dirty="0">
                <a:solidFill>
                  <a:srgbClr val="00B050"/>
                </a:solidFill>
              </a:rPr>
              <a:t>绿色</a:t>
            </a:r>
            <a:endParaRPr lang="zh-CN" altLang="en-US" sz="1400" dirty="0">
              <a:solidFill>
                <a:srgbClr val="00B050"/>
              </a:solidFill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6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68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pic>
        <p:nvPicPr>
          <p:cNvPr id="69" name="Picture 3" descr="Slide 24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2" name="文本框 36"/>
          <p:cNvSpPr txBox="1"/>
          <p:nvPr/>
        </p:nvSpPr>
        <p:spPr>
          <a:xfrm>
            <a:off x="-1834515" y="492671"/>
            <a:ext cx="45720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316B93"/>
                </a:solidFill>
              </a:rPr>
              <a:t>深蓝</a:t>
            </a:r>
            <a:endParaRPr lang="zh-CN" altLang="en-US" sz="1400" dirty="0">
              <a:solidFill>
                <a:srgbClr val="316B93"/>
              </a:solidFill>
            </a:endParaRPr>
          </a:p>
        </p:txBody>
      </p:sp>
      <p:sp>
        <p:nvSpPr>
          <p:cNvPr id="3" name="文本框 37"/>
          <p:cNvSpPr txBox="1"/>
          <p:nvPr/>
        </p:nvSpPr>
        <p:spPr>
          <a:xfrm>
            <a:off x="-890671" y="492671"/>
            <a:ext cx="45720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AF8647"/>
                </a:solidFill>
              </a:rPr>
              <a:t>褐色</a:t>
            </a:r>
            <a:endParaRPr lang="zh-CN" altLang="en-US" sz="1400" dirty="0">
              <a:solidFill>
                <a:srgbClr val="AF8647"/>
              </a:solidFill>
            </a:endParaRPr>
          </a:p>
        </p:txBody>
      </p:sp>
      <p:sp>
        <p:nvSpPr>
          <p:cNvPr id="4" name="文本框 38"/>
          <p:cNvSpPr txBox="1"/>
          <p:nvPr/>
        </p:nvSpPr>
        <p:spPr>
          <a:xfrm>
            <a:off x="-1834515" y="1086833"/>
            <a:ext cx="457200" cy="3073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256824"/>
                </a:solidFill>
              </a:rPr>
              <a:t>深绿</a:t>
            </a:r>
            <a:endParaRPr lang="zh-CN" altLang="en-US" sz="1400" dirty="0">
              <a:solidFill>
                <a:srgbClr val="256824"/>
              </a:solidFill>
            </a:endParaRPr>
          </a:p>
        </p:txBody>
      </p:sp>
      <p:sp>
        <p:nvSpPr>
          <p:cNvPr id="5" name="文本框 39"/>
          <p:cNvSpPr txBox="1"/>
          <p:nvPr/>
        </p:nvSpPr>
        <p:spPr>
          <a:xfrm>
            <a:off x="-890671" y="1087468"/>
            <a:ext cx="457200" cy="3073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CE1DD3"/>
                </a:solidFill>
              </a:rPr>
              <a:t>紫色</a:t>
            </a:r>
            <a:endParaRPr lang="zh-CN" altLang="en-US" sz="1400" dirty="0">
              <a:solidFill>
                <a:srgbClr val="CE1DD3"/>
              </a:solidFill>
            </a:endParaRPr>
          </a:p>
        </p:txBody>
      </p:sp>
      <p:sp>
        <p:nvSpPr>
          <p:cNvPr id="6" name="文本框 40"/>
          <p:cNvSpPr txBox="1"/>
          <p:nvPr/>
        </p:nvSpPr>
        <p:spPr>
          <a:xfrm>
            <a:off x="-1834515" y="1680558"/>
            <a:ext cx="457200" cy="3073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BA1C20"/>
                </a:solidFill>
              </a:rPr>
              <a:t>深红</a:t>
            </a:r>
            <a:endParaRPr lang="zh-CN" altLang="en-US" sz="1400" dirty="0">
              <a:solidFill>
                <a:srgbClr val="BA1C20"/>
              </a:solidFill>
            </a:endParaRPr>
          </a:p>
        </p:txBody>
      </p:sp>
      <p:sp>
        <p:nvSpPr>
          <p:cNvPr id="8" name="Google Shape;60;p14"/>
          <p:cNvSpPr/>
          <p:nvPr/>
        </p:nvSpPr>
        <p:spPr>
          <a:xfrm>
            <a:off x="-890671" y="3339813"/>
            <a:ext cx="365760" cy="182880"/>
          </a:xfrm>
          <a:prstGeom prst="rect">
            <a:avLst/>
          </a:prstGeom>
          <a:solidFill>
            <a:srgbClr val="33CC33">
              <a:alpha val="20000"/>
            </a:srgbClr>
          </a:solidFill>
          <a:ln>
            <a:noFill/>
          </a:ln>
        </p:spPr>
        <p:txBody>
          <a:bodyPr spcFirstLastPara="1" wrap="square" lIns="146280" tIns="73120" rIns="146280" bIns="73120" anchor="ctr" anchorCtr="0">
            <a:noAutofit/>
          </a:bodyPr>
          <a:lstStyle/>
          <a:p>
            <a:pPr algn="ctr"/>
            <a:endParaRPr sz="288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sp>
        <p:nvSpPr>
          <p:cNvPr id="9" name="Google Shape;113;p14"/>
          <p:cNvSpPr/>
          <p:nvPr/>
        </p:nvSpPr>
        <p:spPr>
          <a:xfrm>
            <a:off x="-890671" y="2869913"/>
            <a:ext cx="365760" cy="182880"/>
          </a:xfrm>
          <a:prstGeom prst="rect">
            <a:avLst/>
          </a:prstGeom>
          <a:solidFill>
            <a:srgbClr val="FF0000">
              <a:alpha val="49800"/>
            </a:srgbClr>
          </a:solidFill>
          <a:ln>
            <a:noFill/>
          </a:ln>
        </p:spPr>
        <p:txBody>
          <a:bodyPr spcFirstLastPara="1" wrap="square" lIns="146280" tIns="73120" rIns="146280" bIns="73120" anchor="ctr" anchorCtr="0">
            <a:noAutofit/>
          </a:bodyPr>
          <a:lstStyle/>
          <a:p>
            <a:pPr algn="ctr"/>
            <a:endParaRPr sz="1280" dirty="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sp>
        <p:nvSpPr>
          <p:cNvPr id="10" name="Google Shape;114;p14"/>
          <p:cNvSpPr/>
          <p:nvPr/>
        </p:nvSpPr>
        <p:spPr>
          <a:xfrm>
            <a:off x="-1743075" y="2868008"/>
            <a:ext cx="365760" cy="182880"/>
          </a:xfrm>
          <a:prstGeom prst="rect">
            <a:avLst/>
          </a:prstGeom>
          <a:solidFill>
            <a:srgbClr val="33CC33">
              <a:alpha val="49800"/>
            </a:srgbClr>
          </a:solidFill>
          <a:ln>
            <a:noFill/>
          </a:ln>
        </p:spPr>
        <p:txBody>
          <a:bodyPr spcFirstLastPara="1" wrap="square" lIns="146280" tIns="73120" rIns="146280" bIns="73120" anchor="ctr" anchorCtr="0">
            <a:noAutofit/>
          </a:bodyPr>
          <a:lstStyle/>
          <a:p>
            <a:pPr algn="ctr"/>
            <a:endParaRPr sz="1280" dirty="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cxnSp>
        <p:nvCxnSpPr>
          <p:cNvPr id="12" name="Google Shape;116;p14"/>
          <p:cNvCxnSpPr/>
          <p:nvPr/>
        </p:nvCxnSpPr>
        <p:spPr>
          <a:xfrm rot="10800000">
            <a:off x="-1834515" y="5031453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3" name="Google Shape;120;p14"/>
          <p:cNvCxnSpPr/>
          <p:nvPr/>
        </p:nvCxnSpPr>
        <p:spPr>
          <a:xfrm flipH="1">
            <a:off x="-890671" y="5323553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4" name="Google Shape;121;p14"/>
          <p:cNvCxnSpPr/>
          <p:nvPr/>
        </p:nvCxnSpPr>
        <p:spPr>
          <a:xfrm flipH="1">
            <a:off x="-890671" y="5610573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5" name="Google Shape;118;p14"/>
          <p:cNvCxnSpPr/>
          <p:nvPr/>
        </p:nvCxnSpPr>
        <p:spPr>
          <a:xfrm rot="10800000">
            <a:off x="-1834515" y="5317838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00FF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6" name="Google Shape;119;p14"/>
          <p:cNvCxnSpPr/>
          <p:nvPr/>
        </p:nvCxnSpPr>
        <p:spPr>
          <a:xfrm rot="10800000">
            <a:off x="-1834515" y="5604223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8E1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7" name="Google Shape;123;p14"/>
          <p:cNvCxnSpPr/>
          <p:nvPr/>
        </p:nvCxnSpPr>
        <p:spPr>
          <a:xfrm flipH="1">
            <a:off x="-890671" y="6184613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8E11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8" name="Google Shape;124;p14"/>
          <p:cNvCxnSpPr/>
          <p:nvPr/>
        </p:nvCxnSpPr>
        <p:spPr>
          <a:xfrm flipH="1">
            <a:off x="-890671" y="5897593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00FF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9" name="Google Shape;65;p14"/>
          <p:cNvCxnSpPr/>
          <p:nvPr/>
        </p:nvCxnSpPr>
        <p:spPr>
          <a:xfrm flipH="1">
            <a:off x="-1834515" y="6176993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4" name="Google Shape;75;p14"/>
          <p:cNvCxnSpPr/>
          <p:nvPr/>
        </p:nvCxnSpPr>
        <p:spPr>
          <a:xfrm flipH="1">
            <a:off x="-1834515" y="5890608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stealth" w="med" len="med"/>
          </a:ln>
        </p:spPr>
      </p:cxnSp>
      <p:sp>
        <p:nvSpPr>
          <p:cNvPr id="27" name="Rectangle 218"/>
          <p:cNvSpPr/>
          <p:nvPr/>
        </p:nvSpPr>
        <p:spPr>
          <a:xfrm>
            <a:off x="-1743075" y="3337273"/>
            <a:ext cx="365760" cy="182880"/>
          </a:xfrm>
          <a:prstGeom prst="rect">
            <a:avLst/>
          </a:prstGeom>
          <a:solidFill>
            <a:srgbClr val="D2691E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80"/>
          </a:p>
        </p:txBody>
      </p:sp>
      <p:sp>
        <p:nvSpPr>
          <p:cNvPr id="28" name="Rectangle 328"/>
          <p:cNvSpPr/>
          <p:nvPr/>
        </p:nvSpPr>
        <p:spPr>
          <a:xfrm>
            <a:off x="-890671" y="3809713"/>
            <a:ext cx="457200" cy="36576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80"/>
          </a:p>
        </p:txBody>
      </p:sp>
      <p:sp>
        <p:nvSpPr>
          <p:cNvPr id="29" name="Rectangle 331"/>
          <p:cNvSpPr/>
          <p:nvPr/>
        </p:nvSpPr>
        <p:spPr>
          <a:xfrm>
            <a:off x="-1834515" y="3806538"/>
            <a:ext cx="457200" cy="365760"/>
          </a:xfrm>
          <a:prstGeom prst="rect">
            <a:avLst/>
          </a:prstGeom>
          <a:ln w="19050">
            <a:solidFill>
              <a:srgbClr val="00A4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2880"/>
          </a:p>
        </p:txBody>
      </p:sp>
      <p:sp>
        <p:nvSpPr>
          <p:cNvPr id="33" name="文本框 67"/>
          <p:cNvSpPr txBox="1"/>
          <p:nvPr/>
        </p:nvSpPr>
        <p:spPr>
          <a:xfrm>
            <a:off x="-890671" y="1681828"/>
            <a:ext cx="457200" cy="3073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黑色</a:t>
            </a:r>
            <a:endParaRPr lang="zh-CN" altLang="en-US" sz="1400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34" name="文本框 68"/>
          <p:cNvSpPr txBox="1"/>
          <p:nvPr/>
        </p:nvSpPr>
        <p:spPr>
          <a:xfrm>
            <a:off x="-1834515" y="2274283"/>
            <a:ext cx="457200" cy="3073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FF0000"/>
                </a:solidFill>
              </a:rPr>
              <a:t>红色</a:t>
            </a:r>
            <a:endParaRPr lang="zh-CN" altLang="en-US" sz="1400" dirty="0">
              <a:solidFill>
                <a:srgbClr val="FF0000"/>
              </a:solidFill>
            </a:endParaRPr>
          </a:p>
        </p:txBody>
      </p:sp>
      <p:grpSp>
        <p:nvGrpSpPr>
          <p:cNvPr id="7" name="组合 8"/>
          <p:cNvGrpSpPr/>
          <p:nvPr/>
        </p:nvGrpSpPr>
        <p:grpSpPr>
          <a:xfrm>
            <a:off x="-1834515" y="6463378"/>
            <a:ext cx="457200" cy="548640"/>
            <a:chOff x="8533167" y="1924272"/>
            <a:chExt cx="1099206" cy="1385455"/>
          </a:xfrm>
        </p:grpSpPr>
        <p:cxnSp>
          <p:nvCxnSpPr>
            <p:cNvPr id="20" name="Google Shape;119;p14"/>
            <p:cNvCxnSpPr/>
            <p:nvPr/>
          </p:nvCxnSpPr>
          <p:spPr>
            <a:xfrm flipH="1">
              <a:off x="8533168" y="1924272"/>
              <a:ext cx="1099205" cy="0"/>
            </a:xfrm>
            <a:prstGeom prst="straightConnector1">
              <a:avLst/>
            </a:prstGeom>
            <a:noFill/>
            <a:ln w="19050" cap="flat" cmpd="sng">
              <a:solidFill>
                <a:srgbClr val="FF8E1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1" name="Google Shape;119;p14"/>
            <p:cNvCxnSpPr/>
            <p:nvPr/>
          </p:nvCxnSpPr>
          <p:spPr>
            <a:xfrm flipH="1">
              <a:off x="8533167" y="2618454"/>
              <a:ext cx="1099205" cy="0"/>
            </a:xfrm>
            <a:prstGeom prst="straightConnector1">
              <a:avLst/>
            </a:prstGeom>
            <a:noFill/>
            <a:ln w="19050" cap="flat" cmpd="sng">
              <a:solidFill>
                <a:srgbClr val="FF8E1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2" name="Google Shape;119;p14"/>
            <p:cNvCxnSpPr/>
            <p:nvPr/>
          </p:nvCxnSpPr>
          <p:spPr>
            <a:xfrm flipH="1">
              <a:off x="8533168" y="3309727"/>
              <a:ext cx="1099205" cy="0"/>
            </a:xfrm>
            <a:prstGeom prst="straightConnector1">
              <a:avLst/>
            </a:prstGeom>
            <a:noFill/>
            <a:ln w="19050" cap="flat" cmpd="sng">
              <a:solidFill>
                <a:srgbClr val="FF8E11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grpSp>
        <p:nvGrpSpPr>
          <p:cNvPr id="23" name="组合 22"/>
          <p:cNvGrpSpPr/>
          <p:nvPr/>
        </p:nvGrpSpPr>
        <p:grpSpPr>
          <a:xfrm>
            <a:off x="-890671" y="6471633"/>
            <a:ext cx="457200" cy="548640"/>
            <a:chOff x="8824317" y="1696204"/>
            <a:chExt cx="1140564" cy="1575691"/>
          </a:xfrm>
        </p:grpSpPr>
        <p:grpSp>
          <p:nvGrpSpPr>
            <p:cNvPr id="25" name="组合 14"/>
            <p:cNvGrpSpPr/>
            <p:nvPr/>
          </p:nvGrpSpPr>
          <p:grpSpPr>
            <a:xfrm>
              <a:off x="8824318" y="1696204"/>
              <a:ext cx="1140563" cy="1057388"/>
              <a:chOff x="8533167" y="1924272"/>
              <a:chExt cx="1099206" cy="1385455"/>
            </a:xfrm>
          </p:grpSpPr>
          <p:cxnSp>
            <p:nvCxnSpPr>
              <p:cNvPr id="26" name="Google Shape;119;p14"/>
              <p:cNvCxnSpPr/>
              <p:nvPr/>
            </p:nvCxnSpPr>
            <p:spPr>
              <a:xfrm flipH="1">
                <a:off x="8533168" y="1924272"/>
                <a:ext cx="1099205" cy="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FF8E1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30" name="Google Shape;119;p14"/>
              <p:cNvCxnSpPr/>
              <p:nvPr/>
            </p:nvCxnSpPr>
            <p:spPr>
              <a:xfrm flipH="1">
                <a:off x="8533167" y="2618454"/>
                <a:ext cx="1099205" cy="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FF8E1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35" name="Google Shape;119;p14"/>
              <p:cNvCxnSpPr/>
              <p:nvPr/>
            </p:nvCxnSpPr>
            <p:spPr>
              <a:xfrm flipH="1">
                <a:off x="8533168" y="3309727"/>
                <a:ext cx="1099205" cy="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FF8E1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</p:grpSp>
        <p:cxnSp>
          <p:nvCxnSpPr>
            <p:cNvPr id="37" name="Google Shape;119;p14"/>
            <p:cNvCxnSpPr/>
            <p:nvPr/>
          </p:nvCxnSpPr>
          <p:spPr>
            <a:xfrm flipH="1">
              <a:off x="8824317" y="3271895"/>
              <a:ext cx="1140562" cy="0"/>
            </a:xfrm>
            <a:prstGeom prst="straightConnector1">
              <a:avLst/>
            </a:prstGeom>
            <a:noFill/>
            <a:ln w="19050" cap="flat" cmpd="sng">
              <a:solidFill>
                <a:srgbClr val="FF8E11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cxnSp>
        <p:nvCxnSpPr>
          <p:cNvPr id="47" name="Google Shape;116;p14"/>
          <p:cNvCxnSpPr/>
          <p:nvPr/>
        </p:nvCxnSpPr>
        <p:spPr>
          <a:xfrm rot="10800000">
            <a:off x="-890671" y="5036533"/>
            <a:ext cx="457200" cy="0"/>
          </a:xfrm>
          <a:prstGeom prst="straightConnector1">
            <a:avLst/>
          </a:prstGeom>
          <a:noFill/>
          <a:ln w="19050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53" name="Group 52"/>
          <p:cNvGrpSpPr/>
          <p:nvPr/>
        </p:nvGrpSpPr>
        <p:grpSpPr>
          <a:xfrm>
            <a:off x="-1751965" y="4525010"/>
            <a:ext cx="1318260" cy="306705"/>
            <a:chOff x="9798" y="4510"/>
            <a:chExt cx="1542" cy="483"/>
          </a:xfrm>
        </p:grpSpPr>
        <p:cxnSp>
          <p:nvCxnSpPr>
            <p:cNvPr id="51" name="Google Shape;115;p14"/>
            <p:cNvCxnSpPr/>
            <p:nvPr/>
          </p:nvCxnSpPr>
          <p:spPr>
            <a:xfrm rot="10800000">
              <a:off x="9798" y="4755"/>
              <a:ext cx="720" cy="0"/>
            </a:xfrm>
            <a:prstGeom prst="straightConnector1">
              <a:avLst/>
            </a:prstGeom>
            <a:ln w="19050">
              <a:headEnd type="none" w="sm" len="sm"/>
              <a:tailEnd type="none" w="sm" len="sm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52" name="文本框 67"/>
            <p:cNvSpPr txBox="1"/>
            <p:nvPr/>
          </p:nvSpPr>
          <p:spPr>
            <a:xfrm>
              <a:off x="10538" y="4510"/>
              <a:ext cx="802" cy="4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1400" dirty="0"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Stop</a:t>
              </a:r>
              <a:endParaRPr lang="en-US" altLang="zh-CN" sz="14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</p:grpSp>
      <p:sp>
        <p:nvSpPr>
          <p:cNvPr id="54" name="文本框 68"/>
          <p:cNvSpPr txBox="1"/>
          <p:nvPr/>
        </p:nvSpPr>
        <p:spPr>
          <a:xfrm>
            <a:off x="-890671" y="2276188"/>
            <a:ext cx="5384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1400" dirty="0">
                <a:solidFill>
                  <a:srgbClr val="00B050"/>
                </a:solidFill>
              </a:rPr>
              <a:t>绿色</a:t>
            </a:r>
            <a:endParaRPr lang="zh-CN" altLang="en-US" sz="1400" dirty="0">
              <a:solidFill>
                <a:srgbClr val="00B050"/>
              </a:solidFill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7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72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pic>
        <p:nvPicPr>
          <p:cNvPr id="73" name="Picture 3" descr="Slide 25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2" name="文本框 36"/>
          <p:cNvSpPr txBox="1"/>
          <p:nvPr/>
        </p:nvSpPr>
        <p:spPr>
          <a:xfrm>
            <a:off x="-1834515" y="492671"/>
            <a:ext cx="45720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316B93"/>
                </a:solidFill>
              </a:rPr>
              <a:t>深蓝</a:t>
            </a:r>
            <a:endParaRPr lang="zh-CN" altLang="en-US" sz="1400" dirty="0">
              <a:solidFill>
                <a:srgbClr val="316B93"/>
              </a:solidFill>
            </a:endParaRPr>
          </a:p>
        </p:txBody>
      </p:sp>
      <p:sp>
        <p:nvSpPr>
          <p:cNvPr id="3" name="文本框 37"/>
          <p:cNvSpPr txBox="1"/>
          <p:nvPr/>
        </p:nvSpPr>
        <p:spPr>
          <a:xfrm>
            <a:off x="-890671" y="492671"/>
            <a:ext cx="45720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AF8647"/>
                </a:solidFill>
              </a:rPr>
              <a:t>褐色</a:t>
            </a:r>
            <a:endParaRPr lang="zh-CN" altLang="en-US" sz="1400" dirty="0">
              <a:solidFill>
                <a:srgbClr val="AF8647"/>
              </a:solidFill>
            </a:endParaRPr>
          </a:p>
        </p:txBody>
      </p:sp>
      <p:sp>
        <p:nvSpPr>
          <p:cNvPr id="4" name="文本框 38"/>
          <p:cNvSpPr txBox="1"/>
          <p:nvPr/>
        </p:nvSpPr>
        <p:spPr>
          <a:xfrm>
            <a:off x="-1834515" y="1086833"/>
            <a:ext cx="457200" cy="3073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256824"/>
                </a:solidFill>
              </a:rPr>
              <a:t>深绿</a:t>
            </a:r>
            <a:endParaRPr lang="zh-CN" altLang="en-US" sz="1400" dirty="0">
              <a:solidFill>
                <a:srgbClr val="256824"/>
              </a:solidFill>
            </a:endParaRPr>
          </a:p>
        </p:txBody>
      </p:sp>
      <p:sp>
        <p:nvSpPr>
          <p:cNvPr id="5" name="文本框 39"/>
          <p:cNvSpPr txBox="1"/>
          <p:nvPr/>
        </p:nvSpPr>
        <p:spPr>
          <a:xfrm>
            <a:off x="-890671" y="1087468"/>
            <a:ext cx="457200" cy="3073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CE1DD3"/>
                </a:solidFill>
              </a:rPr>
              <a:t>紫色</a:t>
            </a:r>
            <a:endParaRPr lang="zh-CN" altLang="en-US" sz="1400" dirty="0">
              <a:solidFill>
                <a:srgbClr val="CE1DD3"/>
              </a:solidFill>
            </a:endParaRPr>
          </a:p>
        </p:txBody>
      </p:sp>
      <p:sp>
        <p:nvSpPr>
          <p:cNvPr id="6" name="文本框 40"/>
          <p:cNvSpPr txBox="1"/>
          <p:nvPr/>
        </p:nvSpPr>
        <p:spPr>
          <a:xfrm>
            <a:off x="-1834515" y="1680558"/>
            <a:ext cx="457200" cy="3073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BA1C20"/>
                </a:solidFill>
              </a:rPr>
              <a:t>深红</a:t>
            </a:r>
            <a:endParaRPr lang="zh-CN" altLang="en-US" sz="1400" dirty="0">
              <a:solidFill>
                <a:srgbClr val="BA1C20"/>
              </a:solidFill>
            </a:endParaRPr>
          </a:p>
        </p:txBody>
      </p:sp>
      <p:sp>
        <p:nvSpPr>
          <p:cNvPr id="8" name="Google Shape;60;p14"/>
          <p:cNvSpPr/>
          <p:nvPr/>
        </p:nvSpPr>
        <p:spPr>
          <a:xfrm>
            <a:off x="-890671" y="3339813"/>
            <a:ext cx="365760" cy="182880"/>
          </a:xfrm>
          <a:prstGeom prst="rect">
            <a:avLst/>
          </a:prstGeom>
          <a:solidFill>
            <a:srgbClr val="33CC33">
              <a:alpha val="20000"/>
            </a:srgbClr>
          </a:solidFill>
          <a:ln>
            <a:noFill/>
          </a:ln>
        </p:spPr>
        <p:txBody>
          <a:bodyPr spcFirstLastPara="1" wrap="square" lIns="146280" tIns="73120" rIns="146280" bIns="73120" anchor="ctr" anchorCtr="0">
            <a:noAutofit/>
          </a:bodyPr>
          <a:lstStyle/>
          <a:p>
            <a:pPr algn="ctr"/>
            <a:endParaRPr sz="288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sp>
        <p:nvSpPr>
          <p:cNvPr id="9" name="Google Shape;113;p14"/>
          <p:cNvSpPr/>
          <p:nvPr/>
        </p:nvSpPr>
        <p:spPr>
          <a:xfrm>
            <a:off x="-890671" y="2869913"/>
            <a:ext cx="365760" cy="182880"/>
          </a:xfrm>
          <a:prstGeom prst="rect">
            <a:avLst/>
          </a:prstGeom>
          <a:solidFill>
            <a:srgbClr val="FF0000">
              <a:alpha val="49800"/>
            </a:srgbClr>
          </a:solidFill>
          <a:ln>
            <a:noFill/>
          </a:ln>
        </p:spPr>
        <p:txBody>
          <a:bodyPr spcFirstLastPara="1" wrap="square" lIns="146280" tIns="73120" rIns="146280" bIns="73120" anchor="ctr" anchorCtr="0">
            <a:noAutofit/>
          </a:bodyPr>
          <a:lstStyle/>
          <a:p>
            <a:pPr algn="ctr"/>
            <a:endParaRPr sz="1280" dirty="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sp>
        <p:nvSpPr>
          <p:cNvPr id="10" name="Google Shape;114;p14"/>
          <p:cNvSpPr/>
          <p:nvPr/>
        </p:nvSpPr>
        <p:spPr>
          <a:xfrm>
            <a:off x="-1743075" y="2868008"/>
            <a:ext cx="365760" cy="182880"/>
          </a:xfrm>
          <a:prstGeom prst="rect">
            <a:avLst/>
          </a:prstGeom>
          <a:solidFill>
            <a:srgbClr val="33CC33">
              <a:alpha val="49800"/>
            </a:srgbClr>
          </a:solidFill>
          <a:ln>
            <a:noFill/>
          </a:ln>
        </p:spPr>
        <p:txBody>
          <a:bodyPr spcFirstLastPara="1" wrap="square" lIns="146280" tIns="73120" rIns="146280" bIns="73120" anchor="ctr" anchorCtr="0">
            <a:noAutofit/>
          </a:bodyPr>
          <a:lstStyle/>
          <a:p>
            <a:pPr algn="ctr"/>
            <a:endParaRPr sz="1280" dirty="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cxnSp>
        <p:nvCxnSpPr>
          <p:cNvPr id="12" name="Google Shape;116;p14"/>
          <p:cNvCxnSpPr/>
          <p:nvPr/>
        </p:nvCxnSpPr>
        <p:spPr>
          <a:xfrm rot="10800000">
            <a:off x="-1834515" y="5031453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3" name="Google Shape;120;p14"/>
          <p:cNvCxnSpPr/>
          <p:nvPr/>
        </p:nvCxnSpPr>
        <p:spPr>
          <a:xfrm flipH="1">
            <a:off x="-890671" y="5323553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4" name="Google Shape;121;p14"/>
          <p:cNvCxnSpPr/>
          <p:nvPr/>
        </p:nvCxnSpPr>
        <p:spPr>
          <a:xfrm flipH="1">
            <a:off x="-890671" y="5610573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5" name="Google Shape;118;p14"/>
          <p:cNvCxnSpPr/>
          <p:nvPr/>
        </p:nvCxnSpPr>
        <p:spPr>
          <a:xfrm rot="10800000">
            <a:off x="-1834515" y="5317838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00FF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6" name="Google Shape;119;p14"/>
          <p:cNvCxnSpPr/>
          <p:nvPr/>
        </p:nvCxnSpPr>
        <p:spPr>
          <a:xfrm rot="10800000">
            <a:off x="-1834515" y="5604223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8E1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7" name="Google Shape;123;p14"/>
          <p:cNvCxnSpPr/>
          <p:nvPr/>
        </p:nvCxnSpPr>
        <p:spPr>
          <a:xfrm flipH="1">
            <a:off x="-890671" y="6184613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8E11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8" name="Google Shape;124;p14"/>
          <p:cNvCxnSpPr/>
          <p:nvPr/>
        </p:nvCxnSpPr>
        <p:spPr>
          <a:xfrm flipH="1">
            <a:off x="-890671" y="5897593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00FF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9" name="Google Shape;65;p14"/>
          <p:cNvCxnSpPr/>
          <p:nvPr/>
        </p:nvCxnSpPr>
        <p:spPr>
          <a:xfrm flipH="1">
            <a:off x="-1834515" y="6176993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4" name="Google Shape;75;p14"/>
          <p:cNvCxnSpPr/>
          <p:nvPr/>
        </p:nvCxnSpPr>
        <p:spPr>
          <a:xfrm flipH="1">
            <a:off x="-1834515" y="5890608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stealth" w="med" len="med"/>
          </a:ln>
        </p:spPr>
      </p:cxnSp>
      <p:sp>
        <p:nvSpPr>
          <p:cNvPr id="27" name="Rectangle 218"/>
          <p:cNvSpPr/>
          <p:nvPr/>
        </p:nvSpPr>
        <p:spPr>
          <a:xfrm>
            <a:off x="-1743075" y="3337273"/>
            <a:ext cx="365760" cy="182880"/>
          </a:xfrm>
          <a:prstGeom prst="rect">
            <a:avLst/>
          </a:prstGeom>
          <a:solidFill>
            <a:srgbClr val="D2691E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80"/>
          </a:p>
        </p:txBody>
      </p:sp>
      <p:sp>
        <p:nvSpPr>
          <p:cNvPr id="28" name="Rectangle 328"/>
          <p:cNvSpPr/>
          <p:nvPr/>
        </p:nvSpPr>
        <p:spPr>
          <a:xfrm>
            <a:off x="-890671" y="3809713"/>
            <a:ext cx="457200" cy="36576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80"/>
          </a:p>
        </p:txBody>
      </p:sp>
      <p:sp>
        <p:nvSpPr>
          <p:cNvPr id="29" name="Rectangle 331"/>
          <p:cNvSpPr/>
          <p:nvPr/>
        </p:nvSpPr>
        <p:spPr>
          <a:xfrm>
            <a:off x="-1834515" y="3806538"/>
            <a:ext cx="457200" cy="365760"/>
          </a:xfrm>
          <a:prstGeom prst="rect">
            <a:avLst/>
          </a:prstGeom>
          <a:ln w="19050">
            <a:solidFill>
              <a:srgbClr val="00A4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2880"/>
          </a:p>
        </p:txBody>
      </p:sp>
      <p:sp>
        <p:nvSpPr>
          <p:cNvPr id="33" name="文本框 67"/>
          <p:cNvSpPr txBox="1"/>
          <p:nvPr/>
        </p:nvSpPr>
        <p:spPr>
          <a:xfrm>
            <a:off x="-890671" y="1681828"/>
            <a:ext cx="457200" cy="3073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黑色</a:t>
            </a:r>
            <a:endParaRPr lang="zh-CN" altLang="en-US" sz="1400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34" name="文本框 68"/>
          <p:cNvSpPr txBox="1"/>
          <p:nvPr/>
        </p:nvSpPr>
        <p:spPr>
          <a:xfrm>
            <a:off x="-1834515" y="2274283"/>
            <a:ext cx="457200" cy="3073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FF0000"/>
                </a:solidFill>
              </a:rPr>
              <a:t>红色</a:t>
            </a:r>
            <a:endParaRPr lang="zh-CN" altLang="en-US" sz="1400" dirty="0">
              <a:solidFill>
                <a:srgbClr val="FF0000"/>
              </a:solidFill>
            </a:endParaRPr>
          </a:p>
        </p:txBody>
      </p:sp>
      <p:grpSp>
        <p:nvGrpSpPr>
          <p:cNvPr id="7" name="组合 8"/>
          <p:cNvGrpSpPr/>
          <p:nvPr/>
        </p:nvGrpSpPr>
        <p:grpSpPr>
          <a:xfrm>
            <a:off x="-1834515" y="6463378"/>
            <a:ext cx="457200" cy="548640"/>
            <a:chOff x="8533167" y="1924272"/>
            <a:chExt cx="1099206" cy="1385455"/>
          </a:xfrm>
        </p:grpSpPr>
        <p:cxnSp>
          <p:nvCxnSpPr>
            <p:cNvPr id="20" name="Google Shape;119;p14"/>
            <p:cNvCxnSpPr/>
            <p:nvPr/>
          </p:nvCxnSpPr>
          <p:spPr>
            <a:xfrm flipH="1">
              <a:off x="8533168" y="1924272"/>
              <a:ext cx="1099205" cy="0"/>
            </a:xfrm>
            <a:prstGeom prst="straightConnector1">
              <a:avLst/>
            </a:prstGeom>
            <a:noFill/>
            <a:ln w="19050" cap="flat" cmpd="sng">
              <a:solidFill>
                <a:srgbClr val="FF8E1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1" name="Google Shape;119;p14"/>
            <p:cNvCxnSpPr/>
            <p:nvPr/>
          </p:nvCxnSpPr>
          <p:spPr>
            <a:xfrm flipH="1">
              <a:off x="8533167" y="2618454"/>
              <a:ext cx="1099205" cy="0"/>
            </a:xfrm>
            <a:prstGeom prst="straightConnector1">
              <a:avLst/>
            </a:prstGeom>
            <a:noFill/>
            <a:ln w="19050" cap="flat" cmpd="sng">
              <a:solidFill>
                <a:srgbClr val="FF8E1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2" name="Google Shape;119;p14"/>
            <p:cNvCxnSpPr/>
            <p:nvPr/>
          </p:nvCxnSpPr>
          <p:spPr>
            <a:xfrm flipH="1">
              <a:off x="8533168" y="3309727"/>
              <a:ext cx="1099205" cy="0"/>
            </a:xfrm>
            <a:prstGeom prst="straightConnector1">
              <a:avLst/>
            </a:prstGeom>
            <a:noFill/>
            <a:ln w="19050" cap="flat" cmpd="sng">
              <a:solidFill>
                <a:srgbClr val="FF8E11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grpSp>
        <p:nvGrpSpPr>
          <p:cNvPr id="23" name="组合 22"/>
          <p:cNvGrpSpPr/>
          <p:nvPr/>
        </p:nvGrpSpPr>
        <p:grpSpPr>
          <a:xfrm>
            <a:off x="-890671" y="6471633"/>
            <a:ext cx="457200" cy="548640"/>
            <a:chOff x="8824317" y="1696204"/>
            <a:chExt cx="1140564" cy="1575691"/>
          </a:xfrm>
        </p:grpSpPr>
        <p:grpSp>
          <p:nvGrpSpPr>
            <p:cNvPr id="25" name="组合 14"/>
            <p:cNvGrpSpPr/>
            <p:nvPr/>
          </p:nvGrpSpPr>
          <p:grpSpPr>
            <a:xfrm>
              <a:off x="8824318" y="1696204"/>
              <a:ext cx="1140563" cy="1057388"/>
              <a:chOff x="8533167" y="1924272"/>
              <a:chExt cx="1099206" cy="1385455"/>
            </a:xfrm>
          </p:grpSpPr>
          <p:cxnSp>
            <p:nvCxnSpPr>
              <p:cNvPr id="26" name="Google Shape;119;p14"/>
              <p:cNvCxnSpPr/>
              <p:nvPr/>
            </p:nvCxnSpPr>
            <p:spPr>
              <a:xfrm flipH="1">
                <a:off x="8533168" y="1924272"/>
                <a:ext cx="1099205" cy="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FF8E1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30" name="Google Shape;119;p14"/>
              <p:cNvCxnSpPr/>
              <p:nvPr/>
            </p:nvCxnSpPr>
            <p:spPr>
              <a:xfrm flipH="1">
                <a:off x="8533167" y="2618454"/>
                <a:ext cx="1099205" cy="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FF8E1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35" name="Google Shape;119;p14"/>
              <p:cNvCxnSpPr/>
              <p:nvPr/>
            </p:nvCxnSpPr>
            <p:spPr>
              <a:xfrm flipH="1">
                <a:off x="8533168" y="3309727"/>
                <a:ext cx="1099205" cy="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FF8E1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</p:grpSp>
        <p:cxnSp>
          <p:nvCxnSpPr>
            <p:cNvPr id="37" name="Google Shape;119;p14"/>
            <p:cNvCxnSpPr/>
            <p:nvPr/>
          </p:nvCxnSpPr>
          <p:spPr>
            <a:xfrm flipH="1">
              <a:off x="8824317" y="3271895"/>
              <a:ext cx="1140562" cy="0"/>
            </a:xfrm>
            <a:prstGeom prst="straightConnector1">
              <a:avLst/>
            </a:prstGeom>
            <a:noFill/>
            <a:ln w="19050" cap="flat" cmpd="sng">
              <a:solidFill>
                <a:srgbClr val="FF8E11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cxnSp>
        <p:nvCxnSpPr>
          <p:cNvPr id="47" name="Google Shape;116;p14"/>
          <p:cNvCxnSpPr/>
          <p:nvPr/>
        </p:nvCxnSpPr>
        <p:spPr>
          <a:xfrm rot="10800000">
            <a:off x="-890671" y="5036533"/>
            <a:ext cx="457200" cy="0"/>
          </a:xfrm>
          <a:prstGeom prst="straightConnector1">
            <a:avLst/>
          </a:prstGeom>
          <a:noFill/>
          <a:ln w="19050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53" name="Group 52"/>
          <p:cNvGrpSpPr/>
          <p:nvPr/>
        </p:nvGrpSpPr>
        <p:grpSpPr>
          <a:xfrm>
            <a:off x="-1751965" y="4525010"/>
            <a:ext cx="1318260" cy="306705"/>
            <a:chOff x="9798" y="4510"/>
            <a:chExt cx="1542" cy="483"/>
          </a:xfrm>
        </p:grpSpPr>
        <p:cxnSp>
          <p:nvCxnSpPr>
            <p:cNvPr id="51" name="Google Shape;115;p14"/>
            <p:cNvCxnSpPr/>
            <p:nvPr/>
          </p:nvCxnSpPr>
          <p:spPr>
            <a:xfrm rot="10800000">
              <a:off x="9798" y="4755"/>
              <a:ext cx="720" cy="0"/>
            </a:xfrm>
            <a:prstGeom prst="straightConnector1">
              <a:avLst/>
            </a:prstGeom>
            <a:ln w="19050">
              <a:headEnd type="none" w="sm" len="sm"/>
              <a:tailEnd type="none" w="sm" len="sm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52" name="文本框 67"/>
            <p:cNvSpPr txBox="1"/>
            <p:nvPr/>
          </p:nvSpPr>
          <p:spPr>
            <a:xfrm>
              <a:off x="10538" y="4510"/>
              <a:ext cx="802" cy="4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1400" dirty="0"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Stop</a:t>
              </a:r>
              <a:endParaRPr lang="en-US" altLang="zh-CN" sz="14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</p:grpSp>
      <p:sp>
        <p:nvSpPr>
          <p:cNvPr id="54" name="文本框 68"/>
          <p:cNvSpPr txBox="1"/>
          <p:nvPr/>
        </p:nvSpPr>
        <p:spPr>
          <a:xfrm>
            <a:off x="-890671" y="2276188"/>
            <a:ext cx="5384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1400" dirty="0">
                <a:solidFill>
                  <a:srgbClr val="00B050"/>
                </a:solidFill>
              </a:rPr>
              <a:t>绿色</a:t>
            </a:r>
            <a:endParaRPr lang="zh-CN" altLang="en-US" sz="1400" dirty="0">
              <a:solidFill>
                <a:srgbClr val="00B050"/>
              </a:solidFill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7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80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pic>
        <p:nvPicPr>
          <p:cNvPr id="81" name="Picture 3" descr="Slide 27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2" name="文本框 36"/>
          <p:cNvSpPr txBox="1"/>
          <p:nvPr/>
        </p:nvSpPr>
        <p:spPr>
          <a:xfrm>
            <a:off x="-1834515" y="492671"/>
            <a:ext cx="45720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316B93"/>
                </a:solidFill>
              </a:rPr>
              <a:t>深蓝</a:t>
            </a:r>
            <a:endParaRPr lang="zh-CN" altLang="en-US" sz="1400" dirty="0">
              <a:solidFill>
                <a:srgbClr val="316B93"/>
              </a:solidFill>
            </a:endParaRPr>
          </a:p>
        </p:txBody>
      </p:sp>
      <p:sp>
        <p:nvSpPr>
          <p:cNvPr id="3" name="文本框 37"/>
          <p:cNvSpPr txBox="1"/>
          <p:nvPr/>
        </p:nvSpPr>
        <p:spPr>
          <a:xfrm>
            <a:off x="-890671" y="492671"/>
            <a:ext cx="45720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AF8647"/>
                </a:solidFill>
              </a:rPr>
              <a:t>褐色</a:t>
            </a:r>
            <a:endParaRPr lang="zh-CN" altLang="en-US" sz="1400" dirty="0">
              <a:solidFill>
                <a:srgbClr val="AF8647"/>
              </a:solidFill>
            </a:endParaRPr>
          </a:p>
        </p:txBody>
      </p:sp>
      <p:sp>
        <p:nvSpPr>
          <p:cNvPr id="4" name="文本框 38"/>
          <p:cNvSpPr txBox="1"/>
          <p:nvPr/>
        </p:nvSpPr>
        <p:spPr>
          <a:xfrm>
            <a:off x="-1834515" y="1086833"/>
            <a:ext cx="457200" cy="3073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256824"/>
                </a:solidFill>
              </a:rPr>
              <a:t>深绿</a:t>
            </a:r>
            <a:endParaRPr lang="zh-CN" altLang="en-US" sz="1400" dirty="0">
              <a:solidFill>
                <a:srgbClr val="256824"/>
              </a:solidFill>
            </a:endParaRPr>
          </a:p>
        </p:txBody>
      </p:sp>
      <p:sp>
        <p:nvSpPr>
          <p:cNvPr id="5" name="文本框 39"/>
          <p:cNvSpPr txBox="1"/>
          <p:nvPr/>
        </p:nvSpPr>
        <p:spPr>
          <a:xfrm>
            <a:off x="-890671" y="1087468"/>
            <a:ext cx="457200" cy="3073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CE1DD3"/>
                </a:solidFill>
              </a:rPr>
              <a:t>紫色</a:t>
            </a:r>
            <a:endParaRPr lang="zh-CN" altLang="en-US" sz="1400" dirty="0">
              <a:solidFill>
                <a:srgbClr val="CE1DD3"/>
              </a:solidFill>
            </a:endParaRPr>
          </a:p>
        </p:txBody>
      </p:sp>
      <p:sp>
        <p:nvSpPr>
          <p:cNvPr id="6" name="文本框 40"/>
          <p:cNvSpPr txBox="1"/>
          <p:nvPr/>
        </p:nvSpPr>
        <p:spPr>
          <a:xfrm>
            <a:off x="-1834515" y="1680558"/>
            <a:ext cx="457200" cy="3073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BA1C20"/>
                </a:solidFill>
              </a:rPr>
              <a:t>深红</a:t>
            </a:r>
            <a:endParaRPr lang="zh-CN" altLang="en-US" sz="1400" dirty="0">
              <a:solidFill>
                <a:srgbClr val="BA1C20"/>
              </a:solidFill>
            </a:endParaRPr>
          </a:p>
        </p:txBody>
      </p:sp>
      <p:sp>
        <p:nvSpPr>
          <p:cNvPr id="8" name="Google Shape;60;p14"/>
          <p:cNvSpPr/>
          <p:nvPr/>
        </p:nvSpPr>
        <p:spPr>
          <a:xfrm>
            <a:off x="-890671" y="3339813"/>
            <a:ext cx="365760" cy="182880"/>
          </a:xfrm>
          <a:prstGeom prst="rect">
            <a:avLst/>
          </a:prstGeom>
          <a:solidFill>
            <a:srgbClr val="33CC33">
              <a:alpha val="20000"/>
            </a:srgbClr>
          </a:solidFill>
          <a:ln>
            <a:noFill/>
          </a:ln>
        </p:spPr>
        <p:txBody>
          <a:bodyPr spcFirstLastPara="1" wrap="square" lIns="146280" tIns="73120" rIns="146280" bIns="73120" anchor="ctr" anchorCtr="0">
            <a:noAutofit/>
          </a:bodyPr>
          <a:lstStyle/>
          <a:p>
            <a:pPr algn="ctr"/>
            <a:endParaRPr sz="288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sp>
        <p:nvSpPr>
          <p:cNvPr id="9" name="Google Shape;113;p14"/>
          <p:cNvSpPr/>
          <p:nvPr/>
        </p:nvSpPr>
        <p:spPr>
          <a:xfrm>
            <a:off x="-890671" y="2869913"/>
            <a:ext cx="365760" cy="182880"/>
          </a:xfrm>
          <a:prstGeom prst="rect">
            <a:avLst/>
          </a:prstGeom>
          <a:solidFill>
            <a:srgbClr val="FF0000">
              <a:alpha val="49800"/>
            </a:srgbClr>
          </a:solidFill>
          <a:ln>
            <a:noFill/>
          </a:ln>
        </p:spPr>
        <p:txBody>
          <a:bodyPr spcFirstLastPara="1" wrap="square" lIns="146280" tIns="73120" rIns="146280" bIns="73120" anchor="ctr" anchorCtr="0">
            <a:noAutofit/>
          </a:bodyPr>
          <a:lstStyle/>
          <a:p>
            <a:pPr algn="ctr"/>
            <a:endParaRPr sz="1280" dirty="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sp>
        <p:nvSpPr>
          <p:cNvPr id="10" name="Google Shape;114;p14"/>
          <p:cNvSpPr/>
          <p:nvPr/>
        </p:nvSpPr>
        <p:spPr>
          <a:xfrm>
            <a:off x="-1743075" y="2868008"/>
            <a:ext cx="365760" cy="182880"/>
          </a:xfrm>
          <a:prstGeom prst="rect">
            <a:avLst/>
          </a:prstGeom>
          <a:solidFill>
            <a:srgbClr val="33CC33">
              <a:alpha val="49800"/>
            </a:srgbClr>
          </a:solidFill>
          <a:ln>
            <a:noFill/>
          </a:ln>
        </p:spPr>
        <p:txBody>
          <a:bodyPr spcFirstLastPara="1" wrap="square" lIns="146280" tIns="73120" rIns="146280" bIns="73120" anchor="ctr" anchorCtr="0">
            <a:noAutofit/>
          </a:bodyPr>
          <a:lstStyle/>
          <a:p>
            <a:pPr algn="ctr"/>
            <a:endParaRPr sz="1280" dirty="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cxnSp>
        <p:nvCxnSpPr>
          <p:cNvPr id="12" name="Google Shape;116;p14"/>
          <p:cNvCxnSpPr/>
          <p:nvPr/>
        </p:nvCxnSpPr>
        <p:spPr>
          <a:xfrm rot="10800000">
            <a:off x="-1834515" y="5031453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3" name="Google Shape;120;p14"/>
          <p:cNvCxnSpPr/>
          <p:nvPr/>
        </p:nvCxnSpPr>
        <p:spPr>
          <a:xfrm flipH="1">
            <a:off x="-890671" y="5323553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4" name="Google Shape;121;p14"/>
          <p:cNvCxnSpPr/>
          <p:nvPr/>
        </p:nvCxnSpPr>
        <p:spPr>
          <a:xfrm flipH="1">
            <a:off x="-890671" y="5610573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5" name="Google Shape;118;p14"/>
          <p:cNvCxnSpPr/>
          <p:nvPr/>
        </p:nvCxnSpPr>
        <p:spPr>
          <a:xfrm rot="10800000">
            <a:off x="-1834515" y="5317838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00FF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6" name="Google Shape;119;p14"/>
          <p:cNvCxnSpPr/>
          <p:nvPr/>
        </p:nvCxnSpPr>
        <p:spPr>
          <a:xfrm rot="10800000">
            <a:off x="-1834515" y="5604223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8E1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7" name="Google Shape;123;p14"/>
          <p:cNvCxnSpPr/>
          <p:nvPr/>
        </p:nvCxnSpPr>
        <p:spPr>
          <a:xfrm flipH="1">
            <a:off x="-890671" y="6184613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8E11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8" name="Google Shape;124;p14"/>
          <p:cNvCxnSpPr/>
          <p:nvPr/>
        </p:nvCxnSpPr>
        <p:spPr>
          <a:xfrm flipH="1">
            <a:off x="-890671" y="5897593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00FF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9" name="Google Shape;65;p14"/>
          <p:cNvCxnSpPr/>
          <p:nvPr/>
        </p:nvCxnSpPr>
        <p:spPr>
          <a:xfrm flipH="1">
            <a:off x="-1834515" y="6176993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4" name="Google Shape;75;p14"/>
          <p:cNvCxnSpPr/>
          <p:nvPr/>
        </p:nvCxnSpPr>
        <p:spPr>
          <a:xfrm flipH="1">
            <a:off x="-1834515" y="5890608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stealth" w="med" len="med"/>
          </a:ln>
        </p:spPr>
      </p:cxnSp>
      <p:sp>
        <p:nvSpPr>
          <p:cNvPr id="27" name="Rectangle 218"/>
          <p:cNvSpPr/>
          <p:nvPr/>
        </p:nvSpPr>
        <p:spPr>
          <a:xfrm>
            <a:off x="-1743075" y="3337273"/>
            <a:ext cx="365760" cy="182880"/>
          </a:xfrm>
          <a:prstGeom prst="rect">
            <a:avLst/>
          </a:prstGeom>
          <a:solidFill>
            <a:srgbClr val="D2691E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80"/>
          </a:p>
        </p:txBody>
      </p:sp>
      <p:sp>
        <p:nvSpPr>
          <p:cNvPr id="28" name="Rectangle 328"/>
          <p:cNvSpPr/>
          <p:nvPr/>
        </p:nvSpPr>
        <p:spPr>
          <a:xfrm>
            <a:off x="-890671" y="3809713"/>
            <a:ext cx="457200" cy="36576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80"/>
          </a:p>
        </p:txBody>
      </p:sp>
      <p:sp>
        <p:nvSpPr>
          <p:cNvPr id="29" name="Rectangle 331"/>
          <p:cNvSpPr/>
          <p:nvPr/>
        </p:nvSpPr>
        <p:spPr>
          <a:xfrm>
            <a:off x="-1834515" y="3806538"/>
            <a:ext cx="457200" cy="365760"/>
          </a:xfrm>
          <a:prstGeom prst="rect">
            <a:avLst/>
          </a:prstGeom>
          <a:ln w="19050">
            <a:solidFill>
              <a:srgbClr val="00A4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2880"/>
          </a:p>
        </p:txBody>
      </p:sp>
      <p:sp>
        <p:nvSpPr>
          <p:cNvPr id="33" name="文本框 67"/>
          <p:cNvSpPr txBox="1"/>
          <p:nvPr/>
        </p:nvSpPr>
        <p:spPr>
          <a:xfrm>
            <a:off x="-890671" y="1681828"/>
            <a:ext cx="457200" cy="3073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黑色</a:t>
            </a:r>
            <a:endParaRPr lang="zh-CN" altLang="en-US" sz="1400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34" name="文本框 68"/>
          <p:cNvSpPr txBox="1"/>
          <p:nvPr/>
        </p:nvSpPr>
        <p:spPr>
          <a:xfrm>
            <a:off x="-1834515" y="2274283"/>
            <a:ext cx="457200" cy="3073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FF0000"/>
                </a:solidFill>
              </a:rPr>
              <a:t>红色</a:t>
            </a:r>
            <a:endParaRPr lang="zh-CN" altLang="en-US" sz="1400" dirty="0">
              <a:solidFill>
                <a:srgbClr val="FF0000"/>
              </a:solidFill>
            </a:endParaRPr>
          </a:p>
        </p:txBody>
      </p:sp>
      <p:grpSp>
        <p:nvGrpSpPr>
          <p:cNvPr id="7" name="组合 8"/>
          <p:cNvGrpSpPr/>
          <p:nvPr/>
        </p:nvGrpSpPr>
        <p:grpSpPr>
          <a:xfrm>
            <a:off x="-1834515" y="6463378"/>
            <a:ext cx="457200" cy="548640"/>
            <a:chOff x="8533167" y="1924272"/>
            <a:chExt cx="1099206" cy="1385455"/>
          </a:xfrm>
        </p:grpSpPr>
        <p:cxnSp>
          <p:nvCxnSpPr>
            <p:cNvPr id="20" name="Google Shape;119;p14"/>
            <p:cNvCxnSpPr/>
            <p:nvPr/>
          </p:nvCxnSpPr>
          <p:spPr>
            <a:xfrm flipH="1">
              <a:off x="8533168" y="1924272"/>
              <a:ext cx="1099205" cy="0"/>
            </a:xfrm>
            <a:prstGeom prst="straightConnector1">
              <a:avLst/>
            </a:prstGeom>
            <a:noFill/>
            <a:ln w="19050" cap="flat" cmpd="sng">
              <a:solidFill>
                <a:srgbClr val="FF8E1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1" name="Google Shape;119;p14"/>
            <p:cNvCxnSpPr/>
            <p:nvPr/>
          </p:nvCxnSpPr>
          <p:spPr>
            <a:xfrm flipH="1">
              <a:off x="8533167" y="2618454"/>
              <a:ext cx="1099205" cy="0"/>
            </a:xfrm>
            <a:prstGeom prst="straightConnector1">
              <a:avLst/>
            </a:prstGeom>
            <a:noFill/>
            <a:ln w="19050" cap="flat" cmpd="sng">
              <a:solidFill>
                <a:srgbClr val="FF8E1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2" name="Google Shape;119;p14"/>
            <p:cNvCxnSpPr/>
            <p:nvPr/>
          </p:nvCxnSpPr>
          <p:spPr>
            <a:xfrm flipH="1">
              <a:off x="8533168" y="3309727"/>
              <a:ext cx="1099205" cy="0"/>
            </a:xfrm>
            <a:prstGeom prst="straightConnector1">
              <a:avLst/>
            </a:prstGeom>
            <a:noFill/>
            <a:ln w="19050" cap="flat" cmpd="sng">
              <a:solidFill>
                <a:srgbClr val="FF8E11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grpSp>
        <p:nvGrpSpPr>
          <p:cNvPr id="23" name="组合 22"/>
          <p:cNvGrpSpPr/>
          <p:nvPr/>
        </p:nvGrpSpPr>
        <p:grpSpPr>
          <a:xfrm>
            <a:off x="-890671" y="6471633"/>
            <a:ext cx="457200" cy="548640"/>
            <a:chOff x="8824317" y="1696204"/>
            <a:chExt cx="1140564" cy="1575691"/>
          </a:xfrm>
        </p:grpSpPr>
        <p:grpSp>
          <p:nvGrpSpPr>
            <p:cNvPr id="25" name="组合 14"/>
            <p:cNvGrpSpPr/>
            <p:nvPr/>
          </p:nvGrpSpPr>
          <p:grpSpPr>
            <a:xfrm>
              <a:off x="8824318" y="1696204"/>
              <a:ext cx="1140563" cy="1057388"/>
              <a:chOff x="8533167" y="1924272"/>
              <a:chExt cx="1099206" cy="1385455"/>
            </a:xfrm>
          </p:grpSpPr>
          <p:cxnSp>
            <p:nvCxnSpPr>
              <p:cNvPr id="26" name="Google Shape;119;p14"/>
              <p:cNvCxnSpPr/>
              <p:nvPr/>
            </p:nvCxnSpPr>
            <p:spPr>
              <a:xfrm flipH="1">
                <a:off x="8533168" y="1924272"/>
                <a:ext cx="1099205" cy="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FF8E1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30" name="Google Shape;119;p14"/>
              <p:cNvCxnSpPr/>
              <p:nvPr/>
            </p:nvCxnSpPr>
            <p:spPr>
              <a:xfrm flipH="1">
                <a:off x="8533167" y="2618454"/>
                <a:ext cx="1099205" cy="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FF8E1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35" name="Google Shape;119;p14"/>
              <p:cNvCxnSpPr/>
              <p:nvPr/>
            </p:nvCxnSpPr>
            <p:spPr>
              <a:xfrm flipH="1">
                <a:off x="8533168" y="3309727"/>
                <a:ext cx="1099205" cy="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FF8E1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</p:grpSp>
        <p:cxnSp>
          <p:nvCxnSpPr>
            <p:cNvPr id="37" name="Google Shape;119;p14"/>
            <p:cNvCxnSpPr/>
            <p:nvPr/>
          </p:nvCxnSpPr>
          <p:spPr>
            <a:xfrm flipH="1">
              <a:off x="8824317" y="3271895"/>
              <a:ext cx="1140562" cy="0"/>
            </a:xfrm>
            <a:prstGeom prst="straightConnector1">
              <a:avLst/>
            </a:prstGeom>
            <a:noFill/>
            <a:ln w="19050" cap="flat" cmpd="sng">
              <a:solidFill>
                <a:srgbClr val="FF8E11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cxnSp>
        <p:nvCxnSpPr>
          <p:cNvPr id="47" name="Google Shape;116;p14"/>
          <p:cNvCxnSpPr/>
          <p:nvPr/>
        </p:nvCxnSpPr>
        <p:spPr>
          <a:xfrm rot="10800000">
            <a:off x="-890671" y="5036533"/>
            <a:ext cx="457200" cy="0"/>
          </a:xfrm>
          <a:prstGeom prst="straightConnector1">
            <a:avLst/>
          </a:prstGeom>
          <a:noFill/>
          <a:ln w="19050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53" name="Group 52"/>
          <p:cNvGrpSpPr/>
          <p:nvPr/>
        </p:nvGrpSpPr>
        <p:grpSpPr>
          <a:xfrm>
            <a:off x="-1751965" y="4525010"/>
            <a:ext cx="1318260" cy="306705"/>
            <a:chOff x="9798" y="4510"/>
            <a:chExt cx="1542" cy="483"/>
          </a:xfrm>
        </p:grpSpPr>
        <p:cxnSp>
          <p:nvCxnSpPr>
            <p:cNvPr id="51" name="Google Shape;115;p14"/>
            <p:cNvCxnSpPr/>
            <p:nvPr/>
          </p:nvCxnSpPr>
          <p:spPr>
            <a:xfrm rot="10800000">
              <a:off x="9798" y="4755"/>
              <a:ext cx="720" cy="0"/>
            </a:xfrm>
            <a:prstGeom prst="straightConnector1">
              <a:avLst/>
            </a:prstGeom>
            <a:ln w="19050">
              <a:headEnd type="none" w="sm" len="sm"/>
              <a:tailEnd type="none" w="sm" len="sm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52" name="文本框 67"/>
            <p:cNvSpPr txBox="1"/>
            <p:nvPr/>
          </p:nvSpPr>
          <p:spPr>
            <a:xfrm>
              <a:off x="10538" y="4510"/>
              <a:ext cx="802" cy="4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1400" dirty="0"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Stop</a:t>
              </a:r>
              <a:endParaRPr lang="en-US" altLang="zh-CN" sz="14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</p:grpSp>
      <p:sp>
        <p:nvSpPr>
          <p:cNvPr id="54" name="文本框 68"/>
          <p:cNvSpPr txBox="1"/>
          <p:nvPr/>
        </p:nvSpPr>
        <p:spPr>
          <a:xfrm>
            <a:off x="-890671" y="2276188"/>
            <a:ext cx="5384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1400" dirty="0">
                <a:solidFill>
                  <a:srgbClr val="00B050"/>
                </a:solidFill>
              </a:rPr>
              <a:t>绿色</a:t>
            </a:r>
            <a:endParaRPr lang="zh-CN" altLang="en-US" sz="1400" dirty="0">
              <a:solidFill>
                <a:srgbClr val="00B050"/>
              </a:solidFill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8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84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pic>
        <p:nvPicPr>
          <p:cNvPr id="85" name="Picture 3" descr="Slide 28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2" name="文本框 36"/>
          <p:cNvSpPr txBox="1"/>
          <p:nvPr/>
        </p:nvSpPr>
        <p:spPr>
          <a:xfrm>
            <a:off x="-1834515" y="492671"/>
            <a:ext cx="45720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316B93"/>
                </a:solidFill>
              </a:rPr>
              <a:t>深蓝</a:t>
            </a:r>
            <a:endParaRPr lang="zh-CN" altLang="en-US" sz="1400" dirty="0">
              <a:solidFill>
                <a:srgbClr val="316B93"/>
              </a:solidFill>
            </a:endParaRPr>
          </a:p>
        </p:txBody>
      </p:sp>
      <p:sp>
        <p:nvSpPr>
          <p:cNvPr id="3" name="文本框 37"/>
          <p:cNvSpPr txBox="1"/>
          <p:nvPr/>
        </p:nvSpPr>
        <p:spPr>
          <a:xfrm>
            <a:off x="-890671" y="492671"/>
            <a:ext cx="45720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AF8647"/>
                </a:solidFill>
              </a:rPr>
              <a:t>褐色</a:t>
            </a:r>
            <a:endParaRPr lang="zh-CN" altLang="en-US" sz="1400" dirty="0">
              <a:solidFill>
                <a:srgbClr val="AF8647"/>
              </a:solidFill>
            </a:endParaRPr>
          </a:p>
        </p:txBody>
      </p:sp>
      <p:sp>
        <p:nvSpPr>
          <p:cNvPr id="4" name="文本框 38"/>
          <p:cNvSpPr txBox="1"/>
          <p:nvPr/>
        </p:nvSpPr>
        <p:spPr>
          <a:xfrm>
            <a:off x="-1834515" y="1086833"/>
            <a:ext cx="457200" cy="3073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256824"/>
                </a:solidFill>
              </a:rPr>
              <a:t>深绿</a:t>
            </a:r>
            <a:endParaRPr lang="zh-CN" altLang="en-US" sz="1400" dirty="0">
              <a:solidFill>
                <a:srgbClr val="256824"/>
              </a:solidFill>
            </a:endParaRPr>
          </a:p>
        </p:txBody>
      </p:sp>
      <p:sp>
        <p:nvSpPr>
          <p:cNvPr id="5" name="文本框 39"/>
          <p:cNvSpPr txBox="1"/>
          <p:nvPr/>
        </p:nvSpPr>
        <p:spPr>
          <a:xfrm>
            <a:off x="-890671" y="1087468"/>
            <a:ext cx="457200" cy="3073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CE1DD3"/>
                </a:solidFill>
              </a:rPr>
              <a:t>紫色</a:t>
            </a:r>
            <a:endParaRPr lang="zh-CN" altLang="en-US" sz="1400" dirty="0">
              <a:solidFill>
                <a:srgbClr val="CE1DD3"/>
              </a:solidFill>
            </a:endParaRPr>
          </a:p>
        </p:txBody>
      </p:sp>
      <p:sp>
        <p:nvSpPr>
          <p:cNvPr id="6" name="文本框 40"/>
          <p:cNvSpPr txBox="1"/>
          <p:nvPr/>
        </p:nvSpPr>
        <p:spPr>
          <a:xfrm>
            <a:off x="-1834515" y="1680558"/>
            <a:ext cx="457200" cy="3073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BA1C20"/>
                </a:solidFill>
              </a:rPr>
              <a:t>深红</a:t>
            </a:r>
            <a:endParaRPr lang="zh-CN" altLang="en-US" sz="1400" dirty="0">
              <a:solidFill>
                <a:srgbClr val="BA1C20"/>
              </a:solidFill>
            </a:endParaRPr>
          </a:p>
        </p:txBody>
      </p:sp>
      <p:sp>
        <p:nvSpPr>
          <p:cNvPr id="8" name="Google Shape;60;p14"/>
          <p:cNvSpPr/>
          <p:nvPr/>
        </p:nvSpPr>
        <p:spPr>
          <a:xfrm>
            <a:off x="-890671" y="3339813"/>
            <a:ext cx="365760" cy="182880"/>
          </a:xfrm>
          <a:prstGeom prst="rect">
            <a:avLst/>
          </a:prstGeom>
          <a:solidFill>
            <a:srgbClr val="33CC33">
              <a:alpha val="20000"/>
            </a:srgbClr>
          </a:solidFill>
          <a:ln>
            <a:noFill/>
          </a:ln>
        </p:spPr>
        <p:txBody>
          <a:bodyPr spcFirstLastPara="1" wrap="square" lIns="146280" tIns="73120" rIns="146280" bIns="73120" anchor="ctr" anchorCtr="0">
            <a:noAutofit/>
          </a:bodyPr>
          <a:lstStyle/>
          <a:p>
            <a:pPr algn="ctr"/>
            <a:endParaRPr sz="288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sp>
        <p:nvSpPr>
          <p:cNvPr id="9" name="Google Shape;113;p14"/>
          <p:cNvSpPr/>
          <p:nvPr/>
        </p:nvSpPr>
        <p:spPr>
          <a:xfrm>
            <a:off x="-890671" y="2869913"/>
            <a:ext cx="365760" cy="182880"/>
          </a:xfrm>
          <a:prstGeom prst="rect">
            <a:avLst/>
          </a:prstGeom>
          <a:solidFill>
            <a:srgbClr val="FF0000">
              <a:alpha val="49800"/>
            </a:srgbClr>
          </a:solidFill>
          <a:ln>
            <a:noFill/>
          </a:ln>
        </p:spPr>
        <p:txBody>
          <a:bodyPr spcFirstLastPara="1" wrap="square" lIns="146280" tIns="73120" rIns="146280" bIns="73120" anchor="ctr" anchorCtr="0">
            <a:noAutofit/>
          </a:bodyPr>
          <a:lstStyle/>
          <a:p>
            <a:pPr algn="ctr"/>
            <a:endParaRPr sz="1280" dirty="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sp>
        <p:nvSpPr>
          <p:cNvPr id="10" name="Google Shape;114;p14"/>
          <p:cNvSpPr/>
          <p:nvPr/>
        </p:nvSpPr>
        <p:spPr>
          <a:xfrm>
            <a:off x="-1743075" y="2868008"/>
            <a:ext cx="365760" cy="182880"/>
          </a:xfrm>
          <a:prstGeom prst="rect">
            <a:avLst/>
          </a:prstGeom>
          <a:solidFill>
            <a:srgbClr val="33CC33">
              <a:alpha val="49800"/>
            </a:srgbClr>
          </a:solidFill>
          <a:ln>
            <a:noFill/>
          </a:ln>
        </p:spPr>
        <p:txBody>
          <a:bodyPr spcFirstLastPara="1" wrap="square" lIns="146280" tIns="73120" rIns="146280" bIns="73120" anchor="ctr" anchorCtr="0">
            <a:noAutofit/>
          </a:bodyPr>
          <a:lstStyle/>
          <a:p>
            <a:pPr algn="ctr"/>
            <a:endParaRPr sz="1280" dirty="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cxnSp>
        <p:nvCxnSpPr>
          <p:cNvPr id="12" name="Google Shape;116;p14"/>
          <p:cNvCxnSpPr/>
          <p:nvPr/>
        </p:nvCxnSpPr>
        <p:spPr>
          <a:xfrm rot="10800000">
            <a:off x="-1834515" y="5031453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3" name="Google Shape;120;p14"/>
          <p:cNvCxnSpPr/>
          <p:nvPr/>
        </p:nvCxnSpPr>
        <p:spPr>
          <a:xfrm flipH="1">
            <a:off x="-890671" y="5323553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4" name="Google Shape;121;p14"/>
          <p:cNvCxnSpPr/>
          <p:nvPr/>
        </p:nvCxnSpPr>
        <p:spPr>
          <a:xfrm flipH="1">
            <a:off x="-890671" y="5610573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5" name="Google Shape;118;p14"/>
          <p:cNvCxnSpPr/>
          <p:nvPr/>
        </p:nvCxnSpPr>
        <p:spPr>
          <a:xfrm rot="10800000">
            <a:off x="-1834515" y="5317838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00FF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6" name="Google Shape;119;p14"/>
          <p:cNvCxnSpPr/>
          <p:nvPr/>
        </p:nvCxnSpPr>
        <p:spPr>
          <a:xfrm rot="10800000">
            <a:off x="-1834515" y="5604223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8E1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7" name="Google Shape;123;p14"/>
          <p:cNvCxnSpPr/>
          <p:nvPr/>
        </p:nvCxnSpPr>
        <p:spPr>
          <a:xfrm flipH="1">
            <a:off x="-890671" y="6184613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8E11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8" name="Google Shape;124;p14"/>
          <p:cNvCxnSpPr/>
          <p:nvPr/>
        </p:nvCxnSpPr>
        <p:spPr>
          <a:xfrm flipH="1">
            <a:off x="-890671" y="5897593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00FF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9" name="Google Shape;65;p14"/>
          <p:cNvCxnSpPr/>
          <p:nvPr/>
        </p:nvCxnSpPr>
        <p:spPr>
          <a:xfrm flipH="1">
            <a:off x="-1834515" y="6176993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4" name="Google Shape;75;p14"/>
          <p:cNvCxnSpPr/>
          <p:nvPr/>
        </p:nvCxnSpPr>
        <p:spPr>
          <a:xfrm flipH="1">
            <a:off x="-1834515" y="5890608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stealth" w="med" len="med"/>
          </a:ln>
        </p:spPr>
      </p:cxnSp>
      <p:sp>
        <p:nvSpPr>
          <p:cNvPr id="27" name="Rectangle 218"/>
          <p:cNvSpPr/>
          <p:nvPr/>
        </p:nvSpPr>
        <p:spPr>
          <a:xfrm>
            <a:off x="-1743075" y="3337273"/>
            <a:ext cx="365760" cy="182880"/>
          </a:xfrm>
          <a:prstGeom prst="rect">
            <a:avLst/>
          </a:prstGeom>
          <a:solidFill>
            <a:srgbClr val="D2691E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80"/>
          </a:p>
        </p:txBody>
      </p:sp>
      <p:sp>
        <p:nvSpPr>
          <p:cNvPr id="28" name="Rectangle 328"/>
          <p:cNvSpPr/>
          <p:nvPr/>
        </p:nvSpPr>
        <p:spPr>
          <a:xfrm>
            <a:off x="-890671" y="3809713"/>
            <a:ext cx="457200" cy="36576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80"/>
          </a:p>
        </p:txBody>
      </p:sp>
      <p:sp>
        <p:nvSpPr>
          <p:cNvPr id="29" name="Rectangle 331"/>
          <p:cNvSpPr/>
          <p:nvPr/>
        </p:nvSpPr>
        <p:spPr>
          <a:xfrm>
            <a:off x="-1834515" y="3806538"/>
            <a:ext cx="457200" cy="365760"/>
          </a:xfrm>
          <a:prstGeom prst="rect">
            <a:avLst/>
          </a:prstGeom>
          <a:ln w="19050">
            <a:solidFill>
              <a:srgbClr val="00A4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2880"/>
          </a:p>
        </p:txBody>
      </p:sp>
      <p:sp>
        <p:nvSpPr>
          <p:cNvPr id="33" name="文本框 67"/>
          <p:cNvSpPr txBox="1"/>
          <p:nvPr/>
        </p:nvSpPr>
        <p:spPr>
          <a:xfrm>
            <a:off x="-890671" y="1681828"/>
            <a:ext cx="457200" cy="3073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黑色</a:t>
            </a:r>
            <a:endParaRPr lang="zh-CN" altLang="en-US" sz="1400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34" name="文本框 68"/>
          <p:cNvSpPr txBox="1"/>
          <p:nvPr/>
        </p:nvSpPr>
        <p:spPr>
          <a:xfrm>
            <a:off x="-1834515" y="2274283"/>
            <a:ext cx="457200" cy="3073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FF0000"/>
                </a:solidFill>
              </a:rPr>
              <a:t>红色</a:t>
            </a:r>
            <a:endParaRPr lang="zh-CN" altLang="en-US" sz="1400" dirty="0">
              <a:solidFill>
                <a:srgbClr val="FF0000"/>
              </a:solidFill>
            </a:endParaRPr>
          </a:p>
        </p:txBody>
      </p:sp>
      <p:grpSp>
        <p:nvGrpSpPr>
          <p:cNvPr id="7" name="组合 8"/>
          <p:cNvGrpSpPr/>
          <p:nvPr/>
        </p:nvGrpSpPr>
        <p:grpSpPr>
          <a:xfrm>
            <a:off x="-1834515" y="6463378"/>
            <a:ext cx="457200" cy="548640"/>
            <a:chOff x="8533167" y="1924272"/>
            <a:chExt cx="1099206" cy="1385455"/>
          </a:xfrm>
        </p:grpSpPr>
        <p:cxnSp>
          <p:nvCxnSpPr>
            <p:cNvPr id="20" name="Google Shape;119;p14"/>
            <p:cNvCxnSpPr/>
            <p:nvPr/>
          </p:nvCxnSpPr>
          <p:spPr>
            <a:xfrm flipH="1">
              <a:off x="8533168" y="1924272"/>
              <a:ext cx="1099205" cy="0"/>
            </a:xfrm>
            <a:prstGeom prst="straightConnector1">
              <a:avLst/>
            </a:prstGeom>
            <a:noFill/>
            <a:ln w="19050" cap="flat" cmpd="sng">
              <a:solidFill>
                <a:srgbClr val="FF8E1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1" name="Google Shape;119;p14"/>
            <p:cNvCxnSpPr/>
            <p:nvPr/>
          </p:nvCxnSpPr>
          <p:spPr>
            <a:xfrm flipH="1">
              <a:off x="8533167" y="2618454"/>
              <a:ext cx="1099205" cy="0"/>
            </a:xfrm>
            <a:prstGeom prst="straightConnector1">
              <a:avLst/>
            </a:prstGeom>
            <a:noFill/>
            <a:ln w="19050" cap="flat" cmpd="sng">
              <a:solidFill>
                <a:srgbClr val="FF8E1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2" name="Google Shape;119;p14"/>
            <p:cNvCxnSpPr/>
            <p:nvPr/>
          </p:nvCxnSpPr>
          <p:spPr>
            <a:xfrm flipH="1">
              <a:off x="8533168" y="3309727"/>
              <a:ext cx="1099205" cy="0"/>
            </a:xfrm>
            <a:prstGeom prst="straightConnector1">
              <a:avLst/>
            </a:prstGeom>
            <a:noFill/>
            <a:ln w="19050" cap="flat" cmpd="sng">
              <a:solidFill>
                <a:srgbClr val="FF8E11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grpSp>
        <p:nvGrpSpPr>
          <p:cNvPr id="23" name="组合 22"/>
          <p:cNvGrpSpPr/>
          <p:nvPr/>
        </p:nvGrpSpPr>
        <p:grpSpPr>
          <a:xfrm>
            <a:off x="-890671" y="6471633"/>
            <a:ext cx="457200" cy="548640"/>
            <a:chOff x="8824317" y="1696204"/>
            <a:chExt cx="1140564" cy="1575691"/>
          </a:xfrm>
        </p:grpSpPr>
        <p:grpSp>
          <p:nvGrpSpPr>
            <p:cNvPr id="25" name="组合 14"/>
            <p:cNvGrpSpPr/>
            <p:nvPr/>
          </p:nvGrpSpPr>
          <p:grpSpPr>
            <a:xfrm>
              <a:off x="8824318" y="1696204"/>
              <a:ext cx="1140563" cy="1057388"/>
              <a:chOff x="8533167" y="1924272"/>
              <a:chExt cx="1099206" cy="1385455"/>
            </a:xfrm>
          </p:grpSpPr>
          <p:cxnSp>
            <p:nvCxnSpPr>
              <p:cNvPr id="26" name="Google Shape;119;p14"/>
              <p:cNvCxnSpPr/>
              <p:nvPr/>
            </p:nvCxnSpPr>
            <p:spPr>
              <a:xfrm flipH="1">
                <a:off x="8533168" y="1924272"/>
                <a:ext cx="1099205" cy="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FF8E1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30" name="Google Shape;119;p14"/>
              <p:cNvCxnSpPr/>
              <p:nvPr/>
            </p:nvCxnSpPr>
            <p:spPr>
              <a:xfrm flipH="1">
                <a:off x="8533167" y="2618454"/>
                <a:ext cx="1099205" cy="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FF8E1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35" name="Google Shape;119;p14"/>
              <p:cNvCxnSpPr/>
              <p:nvPr/>
            </p:nvCxnSpPr>
            <p:spPr>
              <a:xfrm flipH="1">
                <a:off x="8533168" y="3309727"/>
                <a:ext cx="1099205" cy="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FF8E1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</p:grpSp>
        <p:cxnSp>
          <p:nvCxnSpPr>
            <p:cNvPr id="37" name="Google Shape;119;p14"/>
            <p:cNvCxnSpPr/>
            <p:nvPr/>
          </p:nvCxnSpPr>
          <p:spPr>
            <a:xfrm flipH="1">
              <a:off x="8824317" y="3271895"/>
              <a:ext cx="1140562" cy="0"/>
            </a:xfrm>
            <a:prstGeom prst="straightConnector1">
              <a:avLst/>
            </a:prstGeom>
            <a:noFill/>
            <a:ln w="19050" cap="flat" cmpd="sng">
              <a:solidFill>
                <a:srgbClr val="FF8E11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cxnSp>
        <p:nvCxnSpPr>
          <p:cNvPr id="47" name="Google Shape;116;p14"/>
          <p:cNvCxnSpPr/>
          <p:nvPr/>
        </p:nvCxnSpPr>
        <p:spPr>
          <a:xfrm rot="10800000">
            <a:off x="-890671" y="5036533"/>
            <a:ext cx="457200" cy="0"/>
          </a:xfrm>
          <a:prstGeom prst="straightConnector1">
            <a:avLst/>
          </a:prstGeom>
          <a:noFill/>
          <a:ln w="19050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53" name="Group 52"/>
          <p:cNvGrpSpPr/>
          <p:nvPr/>
        </p:nvGrpSpPr>
        <p:grpSpPr>
          <a:xfrm>
            <a:off x="-1751965" y="4525010"/>
            <a:ext cx="1318260" cy="306705"/>
            <a:chOff x="9798" y="4510"/>
            <a:chExt cx="1542" cy="483"/>
          </a:xfrm>
        </p:grpSpPr>
        <p:cxnSp>
          <p:nvCxnSpPr>
            <p:cNvPr id="51" name="Google Shape;115;p14"/>
            <p:cNvCxnSpPr/>
            <p:nvPr/>
          </p:nvCxnSpPr>
          <p:spPr>
            <a:xfrm rot="10800000">
              <a:off x="9798" y="4755"/>
              <a:ext cx="720" cy="0"/>
            </a:xfrm>
            <a:prstGeom prst="straightConnector1">
              <a:avLst/>
            </a:prstGeom>
            <a:ln w="19050">
              <a:headEnd type="none" w="sm" len="sm"/>
              <a:tailEnd type="none" w="sm" len="sm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52" name="文本框 67"/>
            <p:cNvSpPr txBox="1"/>
            <p:nvPr/>
          </p:nvSpPr>
          <p:spPr>
            <a:xfrm>
              <a:off x="10538" y="4510"/>
              <a:ext cx="802" cy="4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1400" dirty="0"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Stop</a:t>
              </a:r>
              <a:endParaRPr lang="en-US" altLang="zh-CN" sz="14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</p:grpSp>
      <p:sp>
        <p:nvSpPr>
          <p:cNvPr id="54" name="文本框 68"/>
          <p:cNvSpPr txBox="1"/>
          <p:nvPr/>
        </p:nvSpPr>
        <p:spPr>
          <a:xfrm>
            <a:off x="-890671" y="2276188"/>
            <a:ext cx="5384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1400" dirty="0">
                <a:solidFill>
                  <a:srgbClr val="00B050"/>
                </a:solidFill>
              </a:rPr>
              <a:t>绿色</a:t>
            </a:r>
            <a:endParaRPr lang="zh-CN" altLang="en-US" sz="1400" dirty="0">
              <a:solidFill>
                <a:srgbClr val="00B050"/>
              </a:solidFill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8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88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pic>
        <p:nvPicPr>
          <p:cNvPr id="89" name="Picture 3" descr="Slide 29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2" name="文本框 36"/>
          <p:cNvSpPr txBox="1"/>
          <p:nvPr/>
        </p:nvSpPr>
        <p:spPr>
          <a:xfrm>
            <a:off x="-1834515" y="492671"/>
            <a:ext cx="45720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316B93"/>
                </a:solidFill>
              </a:rPr>
              <a:t>深蓝</a:t>
            </a:r>
            <a:endParaRPr lang="zh-CN" altLang="en-US" sz="1400" dirty="0">
              <a:solidFill>
                <a:srgbClr val="316B93"/>
              </a:solidFill>
            </a:endParaRPr>
          </a:p>
        </p:txBody>
      </p:sp>
      <p:sp>
        <p:nvSpPr>
          <p:cNvPr id="3" name="文本框 37"/>
          <p:cNvSpPr txBox="1"/>
          <p:nvPr/>
        </p:nvSpPr>
        <p:spPr>
          <a:xfrm>
            <a:off x="-890671" y="492671"/>
            <a:ext cx="45720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AF8647"/>
                </a:solidFill>
              </a:rPr>
              <a:t>褐色</a:t>
            </a:r>
            <a:endParaRPr lang="zh-CN" altLang="en-US" sz="1400" dirty="0">
              <a:solidFill>
                <a:srgbClr val="AF8647"/>
              </a:solidFill>
            </a:endParaRPr>
          </a:p>
        </p:txBody>
      </p:sp>
      <p:sp>
        <p:nvSpPr>
          <p:cNvPr id="4" name="文本框 38"/>
          <p:cNvSpPr txBox="1"/>
          <p:nvPr/>
        </p:nvSpPr>
        <p:spPr>
          <a:xfrm>
            <a:off x="-1834515" y="1086833"/>
            <a:ext cx="457200" cy="3073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256824"/>
                </a:solidFill>
              </a:rPr>
              <a:t>深绿</a:t>
            </a:r>
            <a:endParaRPr lang="zh-CN" altLang="en-US" sz="1400" dirty="0">
              <a:solidFill>
                <a:srgbClr val="256824"/>
              </a:solidFill>
            </a:endParaRPr>
          </a:p>
        </p:txBody>
      </p:sp>
      <p:sp>
        <p:nvSpPr>
          <p:cNvPr id="5" name="文本框 39"/>
          <p:cNvSpPr txBox="1"/>
          <p:nvPr/>
        </p:nvSpPr>
        <p:spPr>
          <a:xfrm>
            <a:off x="-890671" y="1087468"/>
            <a:ext cx="457200" cy="3073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CE1DD3"/>
                </a:solidFill>
              </a:rPr>
              <a:t>紫色</a:t>
            </a:r>
            <a:endParaRPr lang="zh-CN" altLang="en-US" sz="1400" dirty="0">
              <a:solidFill>
                <a:srgbClr val="CE1DD3"/>
              </a:solidFill>
            </a:endParaRPr>
          </a:p>
        </p:txBody>
      </p:sp>
      <p:sp>
        <p:nvSpPr>
          <p:cNvPr id="6" name="文本框 40"/>
          <p:cNvSpPr txBox="1"/>
          <p:nvPr/>
        </p:nvSpPr>
        <p:spPr>
          <a:xfrm>
            <a:off x="-1834515" y="1680558"/>
            <a:ext cx="457200" cy="3073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BA1C20"/>
                </a:solidFill>
              </a:rPr>
              <a:t>深红</a:t>
            </a:r>
            <a:endParaRPr lang="zh-CN" altLang="en-US" sz="1400" dirty="0">
              <a:solidFill>
                <a:srgbClr val="BA1C20"/>
              </a:solidFill>
            </a:endParaRPr>
          </a:p>
        </p:txBody>
      </p:sp>
      <p:sp>
        <p:nvSpPr>
          <p:cNvPr id="8" name="Google Shape;60;p14"/>
          <p:cNvSpPr/>
          <p:nvPr/>
        </p:nvSpPr>
        <p:spPr>
          <a:xfrm>
            <a:off x="-890671" y="3339813"/>
            <a:ext cx="365760" cy="182880"/>
          </a:xfrm>
          <a:prstGeom prst="rect">
            <a:avLst/>
          </a:prstGeom>
          <a:solidFill>
            <a:srgbClr val="33CC33">
              <a:alpha val="20000"/>
            </a:srgbClr>
          </a:solidFill>
          <a:ln>
            <a:noFill/>
          </a:ln>
        </p:spPr>
        <p:txBody>
          <a:bodyPr spcFirstLastPara="1" wrap="square" lIns="146280" tIns="73120" rIns="146280" bIns="73120" anchor="ctr" anchorCtr="0">
            <a:noAutofit/>
          </a:bodyPr>
          <a:lstStyle/>
          <a:p>
            <a:pPr algn="ctr"/>
            <a:endParaRPr sz="288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sp>
        <p:nvSpPr>
          <p:cNvPr id="9" name="Google Shape;113;p14"/>
          <p:cNvSpPr/>
          <p:nvPr/>
        </p:nvSpPr>
        <p:spPr>
          <a:xfrm>
            <a:off x="-890671" y="2869913"/>
            <a:ext cx="365760" cy="182880"/>
          </a:xfrm>
          <a:prstGeom prst="rect">
            <a:avLst/>
          </a:prstGeom>
          <a:solidFill>
            <a:srgbClr val="FF0000">
              <a:alpha val="49800"/>
            </a:srgbClr>
          </a:solidFill>
          <a:ln>
            <a:noFill/>
          </a:ln>
        </p:spPr>
        <p:txBody>
          <a:bodyPr spcFirstLastPara="1" wrap="square" lIns="146280" tIns="73120" rIns="146280" bIns="73120" anchor="ctr" anchorCtr="0">
            <a:noAutofit/>
          </a:bodyPr>
          <a:lstStyle/>
          <a:p>
            <a:pPr algn="ctr"/>
            <a:endParaRPr sz="1280" dirty="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sp>
        <p:nvSpPr>
          <p:cNvPr id="10" name="Google Shape;114;p14"/>
          <p:cNvSpPr/>
          <p:nvPr/>
        </p:nvSpPr>
        <p:spPr>
          <a:xfrm>
            <a:off x="-1743075" y="2868008"/>
            <a:ext cx="365760" cy="182880"/>
          </a:xfrm>
          <a:prstGeom prst="rect">
            <a:avLst/>
          </a:prstGeom>
          <a:solidFill>
            <a:srgbClr val="33CC33">
              <a:alpha val="49800"/>
            </a:srgbClr>
          </a:solidFill>
          <a:ln>
            <a:noFill/>
          </a:ln>
        </p:spPr>
        <p:txBody>
          <a:bodyPr spcFirstLastPara="1" wrap="square" lIns="146280" tIns="73120" rIns="146280" bIns="73120" anchor="ctr" anchorCtr="0">
            <a:noAutofit/>
          </a:bodyPr>
          <a:lstStyle/>
          <a:p>
            <a:pPr algn="ctr"/>
            <a:endParaRPr sz="1280" dirty="0">
              <a:solidFill>
                <a:srgbClr val="FFFFFF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cxnSp>
        <p:nvCxnSpPr>
          <p:cNvPr id="12" name="Google Shape;116;p14"/>
          <p:cNvCxnSpPr/>
          <p:nvPr/>
        </p:nvCxnSpPr>
        <p:spPr>
          <a:xfrm rot="10800000">
            <a:off x="-1834515" y="5031453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3" name="Google Shape;120;p14"/>
          <p:cNvCxnSpPr/>
          <p:nvPr/>
        </p:nvCxnSpPr>
        <p:spPr>
          <a:xfrm flipH="1">
            <a:off x="-890671" y="5323553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4" name="Google Shape;121;p14"/>
          <p:cNvCxnSpPr/>
          <p:nvPr/>
        </p:nvCxnSpPr>
        <p:spPr>
          <a:xfrm flipH="1">
            <a:off x="-890671" y="5610573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5" name="Google Shape;118;p14"/>
          <p:cNvCxnSpPr/>
          <p:nvPr/>
        </p:nvCxnSpPr>
        <p:spPr>
          <a:xfrm rot="10800000">
            <a:off x="-1834515" y="5317838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00FF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6" name="Google Shape;119;p14"/>
          <p:cNvCxnSpPr/>
          <p:nvPr/>
        </p:nvCxnSpPr>
        <p:spPr>
          <a:xfrm rot="10800000">
            <a:off x="-1834515" y="5604223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8E1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7" name="Google Shape;123;p14"/>
          <p:cNvCxnSpPr/>
          <p:nvPr/>
        </p:nvCxnSpPr>
        <p:spPr>
          <a:xfrm flipH="1">
            <a:off x="-890671" y="6184613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8E11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8" name="Google Shape;124;p14"/>
          <p:cNvCxnSpPr/>
          <p:nvPr/>
        </p:nvCxnSpPr>
        <p:spPr>
          <a:xfrm flipH="1">
            <a:off x="-890671" y="5897593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00FF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9" name="Google Shape;65;p14"/>
          <p:cNvCxnSpPr/>
          <p:nvPr/>
        </p:nvCxnSpPr>
        <p:spPr>
          <a:xfrm flipH="1">
            <a:off x="-1834515" y="6176993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0096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4" name="Google Shape;75;p14"/>
          <p:cNvCxnSpPr/>
          <p:nvPr/>
        </p:nvCxnSpPr>
        <p:spPr>
          <a:xfrm flipH="1">
            <a:off x="-1834515" y="5890608"/>
            <a:ext cx="457200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stealth" w="med" len="med"/>
          </a:ln>
        </p:spPr>
      </p:cxnSp>
      <p:sp>
        <p:nvSpPr>
          <p:cNvPr id="27" name="Rectangle 218"/>
          <p:cNvSpPr/>
          <p:nvPr/>
        </p:nvSpPr>
        <p:spPr>
          <a:xfrm>
            <a:off x="-1743075" y="3337273"/>
            <a:ext cx="365760" cy="182880"/>
          </a:xfrm>
          <a:prstGeom prst="rect">
            <a:avLst/>
          </a:prstGeom>
          <a:solidFill>
            <a:srgbClr val="D2691E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80"/>
          </a:p>
        </p:txBody>
      </p:sp>
      <p:sp>
        <p:nvSpPr>
          <p:cNvPr id="28" name="Rectangle 328"/>
          <p:cNvSpPr/>
          <p:nvPr/>
        </p:nvSpPr>
        <p:spPr>
          <a:xfrm>
            <a:off x="-890671" y="3809713"/>
            <a:ext cx="457200" cy="36576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80"/>
          </a:p>
        </p:txBody>
      </p:sp>
      <p:sp>
        <p:nvSpPr>
          <p:cNvPr id="29" name="Rectangle 331"/>
          <p:cNvSpPr/>
          <p:nvPr/>
        </p:nvSpPr>
        <p:spPr>
          <a:xfrm>
            <a:off x="-1834515" y="3806538"/>
            <a:ext cx="457200" cy="365760"/>
          </a:xfrm>
          <a:prstGeom prst="rect">
            <a:avLst/>
          </a:prstGeom>
          <a:ln w="19050">
            <a:solidFill>
              <a:srgbClr val="00A4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2880"/>
          </a:p>
        </p:txBody>
      </p:sp>
      <p:sp>
        <p:nvSpPr>
          <p:cNvPr id="33" name="文本框 67"/>
          <p:cNvSpPr txBox="1"/>
          <p:nvPr/>
        </p:nvSpPr>
        <p:spPr>
          <a:xfrm>
            <a:off x="-890671" y="1681828"/>
            <a:ext cx="457200" cy="3073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黑色</a:t>
            </a:r>
            <a:endParaRPr lang="zh-CN" altLang="en-US" sz="1400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34" name="文本框 68"/>
          <p:cNvSpPr txBox="1"/>
          <p:nvPr/>
        </p:nvSpPr>
        <p:spPr>
          <a:xfrm>
            <a:off x="-1834515" y="2274283"/>
            <a:ext cx="457200" cy="3073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FF0000"/>
                </a:solidFill>
              </a:rPr>
              <a:t>红色</a:t>
            </a:r>
            <a:endParaRPr lang="zh-CN" altLang="en-US" sz="1400" dirty="0">
              <a:solidFill>
                <a:srgbClr val="FF0000"/>
              </a:solidFill>
            </a:endParaRPr>
          </a:p>
        </p:txBody>
      </p:sp>
      <p:grpSp>
        <p:nvGrpSpPr>
          <p:cNvPr id="7" name="组合 8"/>
          <p:cNvGrpSpPr/>
          <p:nvPr/>
        </p:nvGrpSpPr>
        <p:grpSpPr>
          <a:xfrm>
            <a:off x="-1834515" y="6463378"/>
            <a:ext cx="457200" cy="548640"/>
            <a:chOff x="8533167" y="1924272"/>
            <a:chExt cx="1099206" cy="1385455"/>
          </a:xfrm>
        </p:grpSpPr>
        <p:cxnSp>
          <p:nvCxnSpPr>
            <p:cNvPr id="20" name="Google Shape;119;p14"/>
            <p:cNvCxnSpPr/>
            <p:nvPr/>
          </p:nvCxnSpPr>
          <p:spPr>
            <a:xfrm flipH="1">
              <a:off x="8533168" y="1924272"/>
              <a:ext cx="1099205" cy="0"/>
            </a:xfrm>
            <a:prstGeom prst="straightConnector1">
              <a:avLst/>
            </a:prstGeom>
            <a:noFill/>
            <a:ln w="19050" cap="flat" cmpd="sng">
              <a:solidFill>
                <a:srgbClr val="FF8E1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1" name="Google Shape;119;p14"/>
            <p:cNvCxnSpPr/>
            <p:nvPr/>
          </p:nvCxnSpPr>
          <p:spPr>
            <a:xfrm flipH="1">
              <a:off x="8533167" y="2618454"/>
              <a:ext cx="1099205" cy="0"/>
            </a:xfrm>
            <a:prstGeom prst="straightConnector1">
              <a:avLst/>
            </a:prstGeom>
            <a:noFill/>
            <a:ln w="19050" cap="flat" cmpd="sng">
              <a:solidFill>
                <a:srgbClr val="FF8E1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2" name="Google Shape;119;p14"/>
            <p:cNvCxnSpPr/>
            <p:nvPr/>
          </p:nvCxnSpPr>
          <p:spPr>
            <a:xfrm flipH="1">
              <a:off x="8533168" y="3309727"/>
              <a:ext cx="1099205" cy="0"/>
            </a:xfrm>
            <a:prstGeom prst="straightConnector1">
              <a:avLst/>
            </a:prstGeom>
            <a:noFill/>
            <a:ln w="19050" cap="flat" cmpd="sng">
              <a:solidFill>
                <a:srgbClr val="FF8E11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grpSp>
        <p:nvGrpSpPr>
          <p:cNvPr id="23" name="组合 22"/>
          <p:cNvGrpSpPr/>
          <p:nvPr/>
        </p:nvGrpSpPr>
        <p:grpSpPr>
          <a:xfrm>
            <a:off x="-890671" y="6471633"/>
            <a:ext cx="457200" cy="548640"/>
            <a:chOff x="8824317" y="1696204"/>
            <a:chExt cx="1140564" cy="1575691"/>
          </a:xfrm>
        </p:grpSpPr>
        <p:grpSp>
          <p:nvGrpSpPr>
            <p:cNvPr id="25" name="组合 14"/>
            <p:cNvGrpSpPr/>
            <p:nvPr/>
          </p:nvGrpSpPr>
          <p:grpSpPr>
            <a:xfrm>
              <a:off x="8824318" y="1696204"/>
              <a:ext cx="1140563" cy="1057388"/>
              <a:chOff x="8533167" y="1924272"/>
              <a:chExt cx="1099206" cy="1385455"/>
            </a:xfrm>
          </p:grpSpPr>
          <p:cxnSp>
            <p:nvCxnSpPr>
              <p:cNvPr id="26" name="Google Shape;119;p14"/>
              <p:cNvCxnSpPr/>
              <p:nvPr/>
            </p:nvCxnSpPr>
            <p:spPr>
              <a:xfrm flipH="1">
                <a:off x="8533168" y="1924272"/>
                <a:ext cx="1099205" cy="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FF8E1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30" name="Google Shape;119;p14"/>
              <p:cNvCxnSpPr/>
              <p:nvPr/>
            </p:nvCxnSpPr>
            <p:spPr>
              <a:xfrm flipH="1">
                <a:off x="8533167" y="2618454"/>
                <a:ext cx="1099205" cy="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FF8E1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35" name="Google Shape;119;p14"/>
              <p:cNvCxnSpPr/>
              <p:nvPr/>
            </p:nvCxnSpPr>
            <p:spPr>
              <a:xfrm flipH="1">
                <a:off x="8533168" y="3309727"/>
                <a:ext cx="1099205" cy="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FF8E1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</p:grpSp>
        <p:cxnSp>
          <p:nvCxnSpPr>
            <p:cNvPr id="37" name="Google Shape;119;p14"/>
            <p:cNvCxnSpPr/>
            <p:nvPr/>
          </p:nvCxnSpPr>
          <p:spPr>
            <a:xfrm flipH="1">
              <a:off x="8824317" y="3271895"/>
              <a:ext cx="1140562" cy="0"/>
            </a:xfrm>
            <a:prstGeom prst="straightConnector1">
              <a:avLst/>
            </a:prstGeom>
            <a:noFill/>
            <a:ln w="19050" cap="flat" cmpd="sng">
              <a:solidFill>
                <a:srgbClr val="FF8E11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cxnSp>
        <p:nvCxnSpPr>
          <p:cNvPr id="47" name="Google Shape;116;p14"/>
          <p:cNvCxnSpPr/>
          <p:nvPr/>
        </p:nvCxnSpPr>
        <p:spPr>
          <a:xfrm rot="10800000">
            <a:off x="-890671" y="5036533"/>
            <a:ext cx="457200" cy="0"/>
          </a:xfrm>
          <a:prstGeom prst="straightConnector1">
            <a:avLst/>
          </a:prstGeom>
          <a:noFill/>
          <a:ln w="19050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53" name="Group 52"/>
          <p:cNvGrpSpPr/>
          <p:nvPr/>
        </p:nvGrpSpPr>
        <p:grpSpPr>
          <a:xfrm>
            <a:off x="-1751965" y="4525010"/>
            <a:ext cx="1318260" cy="306705"/>
            <a:chOff x="9798" y="4510"/>
            <a:chExt cx="1542" cy="483"/>
          </a:xfrm>
        </p:grpSpPr>
        <p:cxnSp>
          <p:nvCxnSpPr>
            <p:cNvPr id="51" name="Google Shape;115;p14"/>
            <p:cNvCxnSpPr/>
            <p:nvPr/>
          </p:nvCxnSpPr>
          <p:spPr>
            <a:xfrm rot="10800000">
              <a:off x="9798" y="4755"/>
              <a:ext cx="720" cy="0"/>
            </a:xfrm>
            <a:prstGeom prst="straightConnector1">
              <a:avLst/>
            </a:prstGeom>
            <a:ln w="19050">
              <a:headEnd type="none" w="sm" len="sm"/>
              <a:tailEnd type="none" w="sm" len="sm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52" name="文本框 67"/>
            <p:cNvSpPr txBox="1"/>
            <p:nvPr/>
          </p:nvSpPr>
          <p:spPr>
            <a:xfrm>
              <a:off x="10538" y="4510"/>
              <a:ext cx="802" cy="4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1400" dirty="0"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Stop</a:t>
              </a:r>
              <a:endParaRPr lang="en-US" altLang="zh-CN" sz="14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</p:grpSp>
      <p:sp>
        <p:nvSpPr>
          <p:cNvPr id="54" name="文本框 68"/>
          <p:cNvSpPr txBox="1"/>
          <p:nvPr/>
        </p:nvSpPr>
        <p:spPr>
          <a:xfrm>
            <a:off x="-890671" y="2276188"/>
            <a:ext cx="5384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1400" dirty="0">
                <a:solidFill>
                  <a:srgbClr val="00B050"/>
                </a:solidFill>
              </a:rPr>
              <a:t>绿色</a:t>
            </a:r>
            <a:endParaRPr lang="zh-CN" altLang="en-US" sz="1400" dirty="0">
              <a:solidFill>
                <a:srgbClr val="00B050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745</Words>
  <Application>WPS Presentation</Application>
  <PresentationFormat/>
  <Paragraphs>530</Paragraphs>
  <Slides>28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28</vt:i4>
      </vt:variant>
    </vt:vector>
  </HeadingPairs>
  <TitlesOfParts>
    <vt:vector size="37" baseType="lpstr">
      <vt:lpstr>Arial</vt:lpstr>
      <vt:lpstr>宋体</vt:lpstr>
      <vt:lpstr>Wingdings</vt:lpstr>
      <vt:lpstr>Arial</vt:lpstr>
      <vt:lpstr>Constantia</vt:lpstr>
      <vt:lpstr>Calibri</vt:lpstr>
      <vt:lpstr>微软雅黑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WPS_1709194251</cp:lastModifiedBy>
  <cp:revision>24</cp:revision>
  <dcterms:created xsi:type="dcterms:W3CDTF">2024-12-04T03:32:00Z</dcterms:created>
  <dcterms:modified xsi:type="dcterms:W3CDTF">2024-12-05T04:08:24Z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F75AA8F57EA44C79AC665847569E073A_12</vt:lpwstr>
  </property>
  <property fmtid="{D5CDD505-2E9C-101B-9397-08002B2CF9AE}" pid="3" name="KSOProductBuildVer">
    <vt:lpwstr>1033-12.2.0.19307</vt:lpwstr>
  </property>
</Properties>
</file>