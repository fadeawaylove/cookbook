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89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1 Video 183 (#2 of 6) 00m05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6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7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8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9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10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1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2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3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8" name="Picture 3" descr="02 Main Points 00m52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1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9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92" name="Picture 3" descr="03 TR  Good Reason to Buy and to Sell 02m28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1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12" name="Picture 3" descr="04 TR  Always Contains Buy and Sell Setups 03m39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1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16" name="Picture 3" descr="05 TR Top and Bottom  Never Clear 04m25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1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20" name="Picture 3" descr="06 TR  BLSHS (Buy Low, Sell High, Scalp) 05m53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1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20" name="Picture 3" descr="06 TR  BLSHS (Buy Low, Sell High, Scalp) 05m53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2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24" name="Picture 3" descr="07 Confident  Will Not Go Too Far up or Down 06m57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3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32" name="Picture 3" descr="09 Doubt Will Go Far  Bet on Reversal, Scale In 08m41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" name="Picture 3" descr="10 Scale In  Use Limit Orders 11m11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36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9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10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1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2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3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2" name="Picture 3" descr="11 Main Points  BOM (BreakOut Mode) 11m24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36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7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3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6" name="Picture 3" descr="12 80% of TR Breakouts Fail  Except in BOM (BreakOut Mode) 12m44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7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1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20" name="Picture 3" descr="13 BOM  50% Chance of Profitable Trade or of Reversal 13m40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7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1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24" name="Picture 3" descr="14 Main Points  2nd Leg Trap 13m51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6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28" name="Picture 3" descr="15 2nd Leg Trap  Strong 2nd Leg, but Fails 18m19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6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7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1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32" name="Picture 3" descr="16 2nd Leg Trap  Strong Bear BO Traps Bears into Selling Low 18m25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6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36" name="Picture 3" descr="17 2 d Leg Trap  Strong Bear BO Traps Bears into Selling Low 18m42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2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1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0" name="Picture 3" descr="18 2nd Leg Trap  Strong Bear BO Traps Bears into Selling Low 18m58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1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4" name="Picture 3" descr="19 2 d Leg Trap  Strong Bear BO Traps Bears into Selling Low 19m04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5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52" name="Picture 3" descr="20 2nd Leg Trap  Strong Bear BO Traps Bears into Selling Low 19m34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5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56" name="Picture 3" descr="21 2 d Leg Trap  Strong Bear BO Traps Bears into Selling Low 19m44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1" name="Group 30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1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5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0" name="Picture 3" descr="22 2nd Leg Trap  Strong Bear BO Traps Bears into Selling Low 20m00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6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4" name="Picture 3" descr="23 2nd Leg Trap  TR Likely 20m34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6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8" name="Picture 3" descr="24 2 “l Leg Trap  TR Likely 20m40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72" name="Picture 3" descr="25 2nd Leg Trap  TR Likely 21m32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76" name="Picture 3" descr="26 2nd Leg Trap  Strong Bull BO Traps Bulls into Buying High 21m38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0" name="Picture 3" descr="27 2 d Leg Trap  Strong Bull BO Traps Bulls into Buying High 21m44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8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4" name="Picture 3" descr="28 2nd Leg Trap  Strong Bull BO Traps Bulls into Buying High 21m50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8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8" name="Picture 3" descr="29 2nd Leg Trap  Strong Bull BO Traps Bulls into Buying High 22m20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9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96" name="Picture 3" descr="30 2nd Leg Trap  Strong Bull BO Traps Bulls into Buying High 22m56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9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00" name="Picture 3" descr="31 2 d Leg Trap  Strong Bull BO Traps Bulls into Buying High 23m02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0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04" name="Picture 3" descr="32 Reversal After 2nd Leg Trap  Bears Want Broad Channel 24m51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0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08" name="Picture 3" descr="33 Review 26m02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</Words>
  <Application>WPS Presentation</Application>
  <PresentationFormat/>
  <Paragraphs>594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Arial</vt:lpstr>
      <vt:lpstr>宋体</vt:lpstr>
      <vt:lpstr>Wingdings</vt:lpstr>
      <vt:lpstr>Arial</vt:lpstr>
      <vt:lpstr>Constantia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WPS_1709194251</cp:lastModifiedBy>
  <cp:revision>1</cp:revision>
  <dcterms:created xsi:type="dcterms:W3CDTF">2024-12-05T04:08:26Z</dcterms:created>
  <dcterms:modified xsi:type="dcterms:W3CDTF">2024-12-05T04:08:26Z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2F76A034381B4340B1ABAE1D9F9894C6_12</vt:lpwstr>
  </property>
  <property fmtid="{D5CDD505-2E9C-101B-9397-08002B2CF9AE}" pid="3" name="KSOProductBuildVer">
    <vt:lpwstr>1033-12.2.0.19307</vt:lpwstr>
  </property>
</Properties>
</file>