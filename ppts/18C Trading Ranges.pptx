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32.xml" ContentType="application/vnd.openxmlformats-officedocument.presentationml.slide+xml"/>
  <Override PartName="/ppt/slides/slide14.xml" ContentType="application/vnd.openxmlformats-officedocument.presentationml.slide+xml"/>
  <Override PartName="/ppt/slides/slide31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3.xml" ContentType="application/vnd.openxmlformats-officedocument.presentationml.slide+xml"/>
  <Override PartName="/ppt/slides/slide30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Trend resumption or reversal" id="{28424134-EE0C-4B7A-94E2-6D7CC245D0E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Trend or leg in TR" id="{1D7C567C-E8C1-4A02-A42E-BD87E49B59EC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22" Type="http://schemas.openxmlformats.org/officeDocument/2006/relationships/slide" Target="slides/slide22.xml" /><Relationship Id="rId16" Type="http://schemas.openxmlformats.org/officeDocument/2006/relationships/slide" Target="slides/slide16.xml" /><Relationship Id="rId31" Type="http://schemas.openxmlformats.org/officeDocument/2006/relationships/slide" Target="slides/slide3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32" Type="http://schemas.openxmlformats.org/officeDocument/2006/relationships/slide" Target="slides/slide32.xml" /><Relationship Id="rId17" Type="http://schemas.openxmlformats.org/officeDocument/2006/relationships/slide" Target="slides/slide17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25" Type="http://schemas.openxmlformats.org/officeDocument/2006/relationships/slide" Target="slides/slide25.xml" /><Relationship Id="rId18" Type="http://schemas.openxmlformats.org/officeDocument/2006/relationships/slide" Target="slides/slide18.xml" /><Relationship Id="rId10" Type="http://schemas.openxmlformats.org/officeDocument/2006/relationships/slide" Target="slides/slide10.xml" /><Relationship Id="rId21" Type="http://schemas.openxmlformats.org/officeDocument/2006/relationships/slide" Target="slides/slide21.xml" /><Relationship Id="rId2" Type="http://schemas.openxmlformats.org/officeDocument/2006/relationships/slide" Target="slides/slide2.xml" /><Relationship Id="rId19" Type="http://schemas.openxmlformats.org/officeDocument/2006/relationships/slide" Target="slides/slide19.xml" /><Relationship Id="rId28" Type="http://schemas.openxmlformats.org/officeDocument/2006/relationships/slide" Target="slides/slide28.xml" /><Relationship Id="rId33" Type="http://schemas.openxmlformats.org/officeDocument/2006/relationships/slide" Target="slides/slide33.xml" /><Relationship Id="rId23" Type="http://schemas.openxmlformats.org/officeDocument/2006/relationships/slide" Target="slides/slide23.xml" /><Relationship Id="rId15" Type="http://schemas.openxmlformats.org/officeDocument/2006/relationships/slide" Target="slides/slide15.xml" /><Relationship Id="rId26" Type="http://schemas.openxmlformats.org/officeDocument/2006/relationships/slide" Target="slides/slide26.xml" /><Relationship Id="rId11" Type="http://schemas.openxmlformats.org/officeDocument/2006/relationships/slide" Target="slides/slide11.xml" /><Relationship Id="rId27" Type="http://schemas.openxmlformats.org/officeDocument/2006/relationships/slide" Target="slides/slide27.xml" /><Relationship Id="rId20" Type="http://schemas.openxmlformats.org/officeDocument/2006/relationships/slide" Target="slides/slide20.xml" /><Relationship Id="rId24" Type="http://schemas.openxmlformats.org/officeDocument/2006/relationships/slide" Target="slides/slide24.xml" /><Relationship Id="rId34" Type="http://schemas.openxmlformats.org/officeDocument/2006/relationships/slide" Target="slides/slide34.xml" /><Relationship Id="rId29" Type="http://schemas.openxmlformats.org/officeDocument/2006/relationships/slide" Target="slides/slide29.xml" /><Relationship Id="rId30" Type="http://schemas.openxmlformats.org/officeDocument/2006/relationships/slide" Target="slides/slide30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38" Type="http://schemas.openxmlformats.org/officeDocument/2006/relationships/presProps" Target="presProps.xml" /><Relationship Id="rId39" Type="http://schemas.openxmlformats.org/officeDocument/2006/relationships/tableStyles" Target="tableStyles.xml" /><Relationship Id="rId8" Type="http://schemas.openxmlformats.org/officeDocument/2006/relationships/slide" Target="slides/slide8.xml" /><Relationship Id="rId4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2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3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5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36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37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27.jpg" /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8.jp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image" Target="media/image29.jpg" /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image" Target="media/image30.jpg" /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3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2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2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2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2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2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Slide 2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Slide 3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Slide 3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Slide 3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8" name="Picture 3" descr="Slide 3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2" name="Picture 3" descr="Slide 3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6" name="Picture 3" descr="Slide 3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0" name="Picture 3" descr="Slide 3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4" name="Picture 3" descr="Slide 3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2024-11-15T15:44:54Z</dcterms:created>
  <dcterms:modified xsi:type="dcterms:W3CDTF">2024-11-15T15:44:54Z</dcterms:modified>
</cp:coreProperties>
</file>