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3" Type="http://schemas.openxmlformats.org/officeDocument/2006/relationships/tableStyles" Target="tableStyles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9" Type="http://schemas.openxmlformats.org/officeDocument/2006/relationships/slide" Target="slides/slide9.xml" /><Relationship Id="rId17" Type="http://schemas.openxmlformats.org/officeDocument/2006/relationships/slide" Target="slides/slide17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21" Type="http://schemas.openxmlformats.org/officeDocument/2006/relationships/slide" Target="slides/slide21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5" Type="http://schemas.openxmlformats.org/officeDocument/2006/relationships/slide" Target="slides/slide5.xml" /><Relationship Id="rId18" Type="http://schemas.openxmlformats.org/officeDocument/2006/relationships/slide" Target="slides/slide18.xml" /><Relationship Id="rId20" Type="http://schemas.openxmlformats.org/officeDocument/2006/relationships/slide" Target="slides/slide20.xml" /><Relationship Id="rId19" Type="http://schemas.openxmlformats.org/officeDocument/2006/relationships/slide" Target="slides/slide19.xml" /><Relationship Id="rId24" Type="http://schemas.openxmlformats.org/officeDocument/2006/relationships/viewProps" Target="viewProps.xml" /><Relationship Id="rId2" Type="http://schemas.openxmlformats.org/officeDocument/2006/relationships/slide" Target="slides/slide2.xml" /><Relationship Id="rId22" Type="http://schemas.openxmlformats.org/officeDocument/2006/relationships/presProps" Target="pres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4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2024-11-15T15:45:02Z</dcterms:created>
  <dcterms:modified xsi:type="dcterms:W3CDTF">2024-11-15T15:45:02Z</dcterms:modified>
</cp:coreProperties>
</file>