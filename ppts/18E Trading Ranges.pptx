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Slide 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6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7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6" name="文本框 36"/>
          <p:cNvSpPr txBox="1"/>
          <p:nvPr/>
        </p:nvSpPr>
        <p:spPr>
          <a:xfrm>
            <a:off x="3494405" y="1264831"/>
            <a:ext cx="8991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真空效应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  <p:sp>
        <p:nvSpPr>
          <p:cNvPr id="38" name="文本框 36"/>
          <p:cNvSpPr txBox="1"/>
          <p:nvPr/>
        </p:nvSpPr>
        <p:spPr>
          <a:xfrm>
            <a:off x="3575685" y="3428911"/>
            <a:ext cx="17945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316B93"/>
                </a:solidFill>
              </a:rPr>
              <a:t>反常的逻辑：假突破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8" name="Picture 3" descr="Slide 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4" name="Picture 3" descr="Slide 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" name="Text Box 0"/>
          <p:cNvSpPr txBox="1"/>
          <p:nvPr/>
        </p:nvSpPr>
        <p:spPr>
          <a:xfrm>
            <a:off x="5171440" y="7150100"/>
            <a:ext cx="3764280" cy="58356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p>
            <a:pPr marL="0" indent="0"/>
            <a:r>
              <a:rPr sz="1600" b="0" i="0">
                <a:solidFill>
                  <a:srgbClr val="FF0000"/>
                </a:solidFill>
                <a:latin typeface="Inter"/>
                <a:ea typeface="Inter"/>
              </a:rPr>
              <a:t>需要过度地上下波动</a:t>
            </a:r>
            <a:r>
              <a:rPr lang="zh-CN" sz="1600" b="0" i="0">
                <a:solidFill>
                  <a:srgbClr val="FF0000"/>
                </a:solidFill>
                <a:latin typeface="Inter"/>
                <a:ea typeface="宋体" panose="02010600030101010101" pitchFamily="2" charset="-122"/>
              </a:rPr>
              <a:t>，</a:t>
            </a:r>
            <a:endParaRPr sz="1600" b="0" i="0">
              <a:solidFill>
                <a:srgbClr val="FF0000"/>
              </a:solidFill>
              <a:latin typeface="Inter"/>
              <a:ea typeface="Inter"/>
            </a:endParaRPr>
          </a:p>
          <a:p>
            <a:pPr marL="0" indent="0"/>
            <a:r>
              <a:rPr sz="1600" b="0" i="0">
                <a:solidFill>
                  <a:srgbClr val="FF0000"/>
                </a:solidFill>
                <a:latin typeface="Inter"/>
                <a:ea typeface="Inter"/>
              </a:rPr>
              <a:t>才能找到（价格、数值等）区间的边界</a:t>
            </a:r>
            <a:endParaRPr sz="1600" b="0" i="0">
              <a:solidFill>
                <a:srgbClr val="FF000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8" name="Picture 3" descr="Slide 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6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7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" name="文本框 36"/>
          <p:cNvSpPr txBox="1"/>
          <p:nvPr/>
        </p:nvSpPr>
        <p:spPr>
          <a:xfrm>
            <a:off x="6003925" y="960031"/>
            <a:ext cx="3205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持续探测最好的价格，在所有时间</a:t>
            </a:r>
            <a:r>
              <a:rPr lang="zh-CN" altLang="en-US" sz="1400" dirty="0">
                <a:solidFill>
                  <a:srgbClr val="316B93"/>
                </a:solidFill>
              </a:rPr>
              <a:t>周期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2" name="Picture 3" descr="Slide 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6" name="Picture 3" descr="Slide 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" name="Text Box 0"/>
          <p:cNvSpPr txBox="1"/>
          <p:nvPr/>
        </p:nvSpPr>
        <p:spPr>
          <a:xfrm>
            <a:off x="330200" y="9286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600" b="0" i="0">
                <a:highlight>
                  <a:srgbClr val="FFFF00"/>
                </a:highlight>
                <a:latin typeface="Inter"/>
                <a:ea typeface="Inter"/>
              </a:rPr>
              <a:t>真空效应：市场被吸引至支撑位和阻力位</a:t>
            </a:r>
            <a:endParaRPr sz="1600" b="0" i="0">
              <a:highlight>
                <a:srgbClr val="FFFF00"/>
              </a:highlight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0" name="Picture 3" descr="Slide 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4" name="Picture 3" descr="Slide 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8" name="Picture 3" descr="Slide 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3" descr="Slide 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" name="Picture 3" descr="Slide 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6" name="Picture 3" descr="Slide 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0" name="Picture 3" descr="Slide 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4" name="Picture 3" descr="Slide 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8" name="Picture 3" descr="Slide 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2" name="Picture 3" descr="Slide 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6" name="Picture 3" descr="Slide 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0" name="Picture 3" descr="Slide 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4" name="Picture 3" descr="Slide 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2" name="Picture 3" descr="Slide 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6" name="Picture 3" descr="Slide 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0" name="Picture 3" descr="Slide 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4" name="Picture 3" descr="Slide 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8" name="Picture 3" descr="Slide 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2" name="Picture 3" descr="Slide 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6" name="Picture 3" descr="Slide 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0" name="Picture 3" descr="Slide 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Presentation</Application>
  <PresentationFormat/>
  <Paragraphs>47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Constantia</vt:lpstr>
      <vt:lpstr>Inter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WPS_1709194251</cp:lastModifiedBy>
  <cp:revision>6</cp:revision>
  <dcterms:created xsi:type="dcterms:W3CDTF">2024-12-05T02:24:36Z</dcterms:created>
  <dcterms:modified xsi:type="dcterms:W3CDTF">2024-12-05T02:33:18Z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3BB7E6C294294D149425DFF3CF478448_12</vt:lpwstr>
  </property>
  <property fmtid="{D5CDD505-2E9C-101B-9397-08002B2CF9AE}" pid="3" name="KSOProductBuildVer">
    <vt:lpwstr>1033-12.2.0.19307</vt:lpwstr>
  </property>
</Properties>
</file>