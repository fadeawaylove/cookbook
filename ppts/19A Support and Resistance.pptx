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What is support and resistance(S/R)?" id="{44A07901-5D5F-4991-895C-AB180219D9D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S/R, not news, controls price" id="{005C749F-6D9B-4175-9975-1BE4B3427526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29" Type="http://schemas.openxmlformats.org/officeDocument/2006/relationships/presProps" Target="presProps.xml" /><Relationship Id="rId6" Type="http://schemas.openxmlformats.org/officeDocument/2006/relationships/slide" Target="slides/slide6.xml" /><Relationship Id="rId27" Type="http://schemas.openxmlformats.org/officeDocument/2006/relationships/slide" Target="slides/slide27.xml" /><Relationship Id="rId24" Type="http://schemas.openxmlformats.org/officeDocument/2006/relationships/slide" Target="slides/slide24.xml" /><Relationship Id="rId31" Type="http://schemas.openxmlformats.org/officeDocument/2006/relationships/viewProps" Target="viewProps.xml" /><Relationship Id="rId26" Type="http://schemas.openxmlformats.org/officeDocument/2006/relationships/slide" Target="slides/slide26.xml" /><Relationship Id="rId23" Type="http://schemas.openxmlformats.org/officeDocument/2006/relationships/slide" Target="slides/slide23.xml" /><Relationship Id="rId12" Type="http://schemas.openxmlformats.org/officeDocument/2006/relationships/slide" Target="slides/slide12.xml" /><Relationship Id="rId20" Type="http://schemas.openxmlformats.org/officeDocument/2006/relationships/slide" Target="slides/slide20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8" Type="http://schemas.openxmlformats.org/officeDocument/2006/relationships/slide" Target="slides/slide28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2" Type="http://schemas.openxmlformats.org/officeDocument/2006/relationships/slide" Target="slides/slide22.xml" /><Relationship Id="rId18" Type="http://schemas.openxmlformats.org/officeDocument/2006/relationships/slide" Target="slides/slide18.xml" /><Relationship Id="rId5" Type="http://schemas.openxmlformats.org/officeDocument/2006/relationships/slide" Target="slides/slide5.xml" /><Relationship Id="rId30" Type="http://schemas.openxmlformats.org/officeDocument/2006/relationships/tableStyles" Target="tableStyles.xml" /><Relationship Id="rId19" Type="http://schemas.openxmlformats.org/officeDocument/2006/relationships/slide" Target="slides/slide19.xml" /><Relationship Id="rId25" Type="http://schemas.openxmlformats.org/officeDocument/2006/relationships/slide" Target="slides/slide25.xml" /><Relationship Id="rId2" Type="http://schemas.openxmlformats.org/officeDocument/2006/relationships/slide" Target="slides/slide2.xml" /><Relationship Id="rId21" Type="http://schemas.openxmlformats.org/officeDocument/2006/relationships/slide" Target="slides/slide2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7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8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8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2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2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2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2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2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2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2024-11-15T15:45:26Z</dcterms:created>
  <dcterms:modified xsi:type="dcterms:W3CDTF">2024-11-15T15:45:26Z</dcterms:modified>
</cp:coreProperties>
</file>