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What S/R is best" id="{08335481-E157-409D-AD2D-47ED7296F804}">
          <p14:sldIdLst>
            <p14:sldId id="256"/>
            <p14:sldId id="257"/>
          </p14:sldIdLst>
        </p14:section>
        <p14:section name="Forex S/R not precise" id="{4404A04E-7EE7-4D25-A7AA-286CECB9E474}">
          <p14:sldIdLst>
            <p14:sldId id="258"/>
            <p14:sldId id="259"/>
            <p14:sldId id="260"/>
            <p14:sldId id="261"/>
            <p14:sldId id="262"/>
          </p14:sldIdLst>
        </p14:section>
        <p14:section name="Examples" id="{FCC39ECE-C815-48EC-B257-C0A85E231097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17" Type="http://schemas.openxmlformats.org/officeDocument/2006/relationships/slide" Target="slides/slide17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8" Type="http://schemas.openxmlformats.org/officeDocument/2006/relationships/slide" Target="slides/slide18.xml" /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5" name=""/>
          <p:cNvSpPr txBox="true"/>
          <p:nvPr/>
        </p:nvSpPr>
        <p:spPr>
          <a:xfrm rot="0" flipH="false" flipV="false">
            <a:off x="6320481" y="893394"/>
            <a:ext cx="3835400" cy="641350"/>
          </a:xfrm>
          <a:prstGeom prst="rect">
            <a:avLst/>
          </a:prstGeom>
          <a:gradFill rotWithShape="true">
            <a:gsLst>
              <a:gs pos="0">
                <a:srgbClr val="FFF2CC">
                  <a:alpha val="100000"/>
                </a:srgbClr>
              </a:gs>
              <a:gs pos="100000">
                <a:srgbClr val="FFB700">
                  <a:alpha val="100000"/>
                </a:srgbClr>
              </a:gs>
            </a:gsLst>
            <a:lin ang="8100000" scaled="true"/>
          </a:gra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哪种</a:t>
            </a:r>
            <a:r>
              <a:rPr lang="en-US"/>
              <a:t>S/R</a:t>
            </a:r>
            <a:r>
              <a:rPr lang="zh-CN"/>
              <a:t>最有效要看当前的</a:t>
            </a:r>
            <a:r>
              <a:rPr lang="en-US"/>
              <a:t>Context</a:t>
            </a:r>
            <a:r>
              <a:rPr lang="zh-CN"/>
              <a:t>，理论上能看到</a:t>
            </a:r>
            <a:r>
              <a:rPr lang="en-US"/>
              <a:t>S/R</a:t>
            </a:r>
            <a:r>
              <a:rPr lang="zh-CN"/>
              <a:t>都是有用的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7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3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2024-11-15T15:45:35Z</dcterms:created>
  <dcterms:modified xsi:type="dcterms:W3CDTF">2024-11-15T15:45:35Z</dcterms:modified>
</cp:coreProperties>
</file>