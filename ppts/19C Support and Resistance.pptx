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>
        <p14:section name="Other types of S/R" id="{8D82AE90-7EAE-45D3-82AC-70A35786809B}">
          <p14:sldIdLst>
            <p14:sldId id="256"/>
            <p14:sldId id="257"/>
            <p14:sldId id="258"/>
            <p14:sldId id="259"/>
            <p14:sldId id="260"/>
          </p14:sldIdLst>
        </p14:section>
        <p14:section name="Round numbers" id="{F4073E44-ABF8-45C8-9566-58A146F75383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List of S/R" id="{756F8571-F4A1-4244-94F2-92FDD0A0B002}">
          <p14:sldIdLst>
            <p14:sldId id="269"/>
            <p14:sldId id="270"/>
            <p14:sldId id="271"/>
          </p14:sldIdLst>
        </p14:section>
      </p14:sectionLst>
    </p:ext>
  </p:extLst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7" Type="http://schemas.openxmlformats.org/officeDocument/2006/relationships/slide" Target="slides/slide7.xml" /><Relationship Id="rId11" Type="http://schemas.openxmlformats.org/officeDocument/2006/relationships/slide" Target="slides/slide11.xml" /><Relationship Id="rId4" Type="http://schemas.openxmlformats.org/officeDocument/2006/relationships/slide" Target="slides/slide4.xml" /><Relationship Id="rId15" Type="http://schemas.openxmlformats.org/officeDocument/2006/relationships/slide" Target="slides/slide15.xml" /><Relationship Id="rId0" Type="http://schemas.openxmlformats.org/officeDocument/2006/relationships/slideMaster" Target="slideMasters/slideMaster1.xml" /><Relationship Id="rId16" Type="http://schemas.openxmlformats.org/officeDocument/2006/relationships/slide" Target="slides/slide16.xml" /><Relationship Id="rId14" Type="http://schemas.openxmlformats.org/officeDocument/2006/relationships/slide" Target="slides/slide14.xml" /><Relationship Id="rId3" Type="http://schemas.openxmlformats.org/officeDocument/2006/relationships/slide" Target="slides/slide3.xml" /><Relationship Id="rId17" Type="http://schemas.openxmlformats.org/officeDocument/2006/relationships/presProps" Target="presProps.xml" /><Relationship Id="rId1" Type="http://schemas.openxmlformats.org/officeDocument/2006/relationships/slide" Target="slides/slide1.xml" /><Relationship Id="rId5" Type="http://schemas.openxmlformats.org/officeDocument/2006/relationships/slide" Target="slides/slide5.xml" /><Relationship Id="rId18" Type="http://schemas.openxmlformats.org/officeDocument/2006/relationships/tableStyles" Target="tableStyles.xml" /><Relationship Id="rId13" Type="http://schemas.openxmlformats.org/officeDocument/2006/relationships/slide" Target="slides/slide13.xml" /><Relationship Id="rId19" Type="http://schemas.openxmlformats.org/officeDocument/2006/relationships/viewProps" Target="viewProps.xml" /><Relationship Id="rId2" Type="http://schemas.openxmlformats.org/officeDocument/2006/relationships/slide" Target="slides/slide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7" Type="http://schemas.openxmlformats.org/officeDocument/2006/relationships/slideLayout" Target="../slideLayouts/slideLayout8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4" Type="http://schemas.openxmlformats.org/officeDocument/2006/relationships/slideLayout" Target="../slideLayouts/slideLayout5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2024-11-15T15:45:42Z</dcterms:created>
  <dcterms:modified xsi:type="dcterms:W3CDTF">2024-11-15T15:45:42Z</dcterms:modified>
</cp:coreProperties>
</file>