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Buy The Close, Sell The Close" id="{36165558-228C-46C0-8D22-1E145095BD2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reakout（BO） Test" id="{48A32C30-ECC9-4E4D-8449-2373D821F2F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20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16" Type="http://schemas.openxmlformats.org/officeDocument/2006/relationships/slide" Target="slides/slide16.xml" /><Relationship Id="rId5" Type="http://schemas.openxmlformats.org/officeDocument/2006/relationships/slide" Target="slides/slide5.xml" /><Relationship Id="rId17" Type="http://schemas.openxmlformats.org/officeDocument/2006/relationships/slide" Target="slides/slide17.xml" /><Relationship Id="rId8" Type="http://schemas.openxmlformats.org/officeDocument/2006/relationships/slide" Target="slides/slide8.xml" /><Relationship Id="rId19" Type="http://schemas.openxmlformats.org/officeDocument/2006/relationships/slide" Target="slides/slide19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8" Type="http://schemas.openxmlformats.org/officeDocument/2006/relationships/slideLayout" Target="../slideLayouts/slideLayout9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2024-11-15T15:45:49Z</dcterms:created>
  <dcterms:modified xsi:type="dcterms:W3CDTF">2024-11-15T15:45:49Z</dcterms:modified>
</cp:coreProperties>
</file>