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Highest and lowest close" id="{94E0A675-D214-44CC-A3C2-5D6811B3D409}">
          <p14:sldIdLst>
            <p14:sldId id="256"/>
            <p14:sldId id="257"/>
            <p14:sldId id="258"/>
            <p14:sldId id="259"/>
            <p14:sldId id="260"/>
          </p14:sldIdLst>
        </p14:section>
        <p14:section name="Bulls need HL, bears need LH" id="{D3B712DB-2567-416C-9AB3-29F50E0539F5}">
          <p14:sldIdLst>
            <p14:sldId id="261"/>
            <p14:sldId id="262"/>
            <p14:sldId id="263"/>
            <p14:sldId id="264"/>
          </p14:sldIdLst>
        </p14:section>
        <p14:section name="50% Pullback" id="{568D74DB-A844-4109-B14F-B431B98C7BB2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18" Type="http://schemas.openxmlformats.org/officeDocument/2006/relationships/slide" Target="slides/slide18.xml" /><Relationship Id="rId4" Type="http://schemas.openxmlformats.org/officeDocument/2006/relationships/slide" Target="slides/slide4.xml" /><Relationship Id="rId19" Type="http://schemas.openxmlformats.org/officeDocument/2006/relationships/presProps" Target="presProps.xml" /><Relationship Id="rId15" Type="http://schemas.openxmlformats.org/officeDocument/2006/relationships/slide" Target="slides/slide15.xml" /><Relationship Id="rId21" Type="http://schemas.openxmlformats.org/officeDocument/2006/relationships/viewProps" Target="viewProps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2024-11-15T15:45:57Z</dcterms:created>
  <dcterms:modified xsi:type="dcterms:W3CDTF">2024-11-15T15:45:57Z</dcterms:modified>
</cp:coreProperties>
</file>