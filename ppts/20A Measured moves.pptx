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3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>
        <p14:section name="Leg 1 = Leg 2" id="{4D26B65D-1DC8-46B3-B573-DC1307848A4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</p:extLst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3" Type="http://schemas.openxmlformats.org/officeDocument/2006/relationships/slide" Target="slides/slide3.xml" /><Relationship Id="rId23" Type="http://schemas.openxmlformats.org/officeDocument/2006/relationships/viewProps" Target="viewProps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0" Type="http://schemas.openxmlformats.org/officeDocument/2006/relationships/slideMaster" Target="slideMasters/slideMaster1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6" Type="http://schemas.openxmlformats.org/officeDocument/2006/relationships/slide" Target="slides/slide16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6" Type="http://schemas.openxmlformats.org/officeDocument/2006/relationships/slide" Target="slides/slide6.xml" /><Relationship Id="rId2" Type="http://schemas.openxmlformats.org/officeDocument/2006/relationships/slide" Target="slides/slide2.xml" /><Relationship Id="rId21" Type="http://schemas.openxmlformats.org/officeDocument/2006/relationships/presProps" Target="presProps.xml" /><Relationship Id="rId20" Type="http://schemas.openxmlformats.org/officeDocument/2006/relationships/slide" Target="slides/slide20.xml" /><Relationship Id="rId22" Type="http://schemas.openxmlformats.org/officeDocument/2006/relationships/tableStyles" Target="tableStyle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5" Type="http://schemas.openxmlformats.org/officeDocument/2006/relationships/slideLayout" Target="../slideLayouts/slideLayout6.xml" /><Relationship Id="rId6" Type="http://schemas.openxmlformats.org/officeDocument/2006/relationships/slideLayout" Target="../slideLayouts/slideLayout7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8" Type="http://schemas.openxmlformats.org/officeDocument/2006/relationships/slideLayout" Target="../slideLayouts/slideLayout9.xml" /><Relationship Id="rId3" Type="http://schemas.openxmlformats.org/officeDocument/2006/relationships/slideLayout" Target="../slideLayouts/slideLayout4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6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2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2024-11-15T15:46:05Z</dcterms:created>
  <dcterms:modified xsi:type="dcterms:W3CDTF">2024-11-15T15:46:05Z</dcterms:modified>
</cp:coreProperties>
</file>