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9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Height of Trading Range（TR）" id="{8583C37B-59A1-424E-BD2E-BE2363144CF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Height of breakout" id="{1A08E4A3-565C-4C65-B642-51B4D842B58C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26" Type="http://schemas.openxmlformats.org/officeDocument/2006/relationships/viewProps" Target="viewProps.xml" /><Relationship Id="rId24" Type="http://schemas.openxmlformats.org/officeDocument/2006/relationships/presProps" Target="presProps.xml" /><Relationship Id="rId13" Type="http://schemas.openxmlformats.org/officeDocument/2006/relationships/slide" Target="slides/slide13.xml" /><Relationship Id="rId23" Type="http://schemas.openxmlformats.org/officeDocument/2006/relationships/slide" Target="slides/slide23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18" Type="http://schemas.openxmlformats.org/officeDocument/2006/relationships/slide" Target="slides/slide18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25" Type="http://schemas.openxmlformats.org/officeDocument/2006/relationships/tableStyles" Target="tableStyles.xml" /><Relationship Id="rId17" Type="http://schemas.openxmlformats.org/officeDocument/2006/relationships/slide" Target="slides/slide17.xml" /><Relationship Id="rId8" Type="http://schemas.openxmlformats.org/officeDocument/2006/relationships/slide" Target="slides/slide8.xml" /><Relationship Id="rId16" Type="http://schemas.openxmlformats.org/officeDocument/2006/relationships/slide" Target="slides/slide16.xml" /><Relationship Id="rId19" Type="http://schemas.openxmlformats.org/officeDocument/2006/relationships/slide" Target="slides/slide19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22" Type="http://schemas.openxmlformats.org/officeDocument/2006/relationships/slide" Target="slides/slide22.xml" /><Relationship Id="rId2" Type="http://schemas.openxmlformats.org/officeDocument/2006/relationships/slide" Target="slides/slide2.xml" /><Relationship Id="rId21" Type="http://schemas.openxmlformats.org/officeDocument/2006/relationships/slide" Target="slides/slide2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2024-11-15T15:46:13Z</dcterms:created>
  <dcterms:modified xsi:type="dcterms:W3CDTF">2024-11-15T15:46:13Z</dcterms:modified>
</cp:coreProperties>
</file>