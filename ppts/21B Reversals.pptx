
<file path=[Content_Types].xml><?xml version="1.0" encoding="utf-8"?>
<Types xmlns="http://schemas.openxmlformats.org/package/2006/content-types">
  <Default Extension="png" ContentType="image/png"/>
  <Default Extension="jpg" ContentType="image/jpeg"/>
  <Default Extension="rels" ContentType="application/vnd.openxmlformats-package.relationships+xml"/>
  <Default Extension="xml" ContentType="application/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3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viewProps.xml" ContentType="application/vnd.openxmlformats-officedocument.presentationml.viewProps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s/slide17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Layouts/slideLayout5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4" Type="http://schemas.openxmlformats.org/officeDocument/2006/relationships/slide" Target="slides/slide4.xml" /><Relationship Id="rId23" Type="http://schemas.openxmlformats.org/officeDocument/2006/relationships/viewProps" Target="viewProps.xml" /><Relationship Id="rId13" Type="http://schemas.openxmlformats.org/officeDocument/2006/relationships/slide" Target="slides/slide13.xml" /><Relationship Id="rId6" Type="http://schemas.openxmlformats.org/officeDocument/2006/relationships/slide" Target="slides/slide6.xml" /><Relationship Id="rId12" Type="http://schemas.openxmlformats.org/officeDocument/2006/relationships/slide" Target="slides/slide12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2" Type="http://schemas.openxmlformats.org/officeDocument/2006/relationships/slide" Target="slides/slide2.xml" /><Relationship Id="rId5" Type="http://schemas.openxmlformats.org/officeDocument/2006/relationships/slide" Target="slides/slide5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19" Type="http://schemas.openxmlformats.org/officeDocument/2006/relationships/slide" Target="slides/slide19.xml" /><Relationship Id="rId9" Type="http://schemas.openxmlformats.org/officeDocument/2006/relationships/slide" Target="slides/slide9.xml" /><Relationship Id="rId3" Type="http://schemas.openxmlformats.org/officeDocument/2006/relationships/slide" Target="slides/slide3.xml" /><Relationship Id="rId22" Type="http://schemas.openxmlformats.org/officeDocument/2006/relationships/tableStyles" Target="tableStyles.xml" /><Relationship Id="rId17" Type="http://schemas.openxmlformats.org/officeDocument/2006/relationships/slide" Target="slides/slide17.xml" /><Relationship Id="rId16" Type="http://schemas.openxmlformats.org/officeDocument/2006/relationships/slide" Target="slides/slide16.xml" /><Relationship Id="rId10" Type="http://schemas.openxmlformats.org/officeDocument/2006/relationships/slide" Target="slides/slide10.xml" /><Relationship Id="rId18" Type="http://schemas.openxmlformats.org/officeDocument/2006/relationships/slide" Target="slides/slide18.xml" /><Relationship Id="rId20" Type="http://schemas.openxmlformats.org/officeDocument/2006/relationships/slide" Target="slides/slide20.xml" /><Relationship Id="rId21" Type="http://schemas.openxmlformats.org/officeDocument/2006/relationships/presProps" Target="presProps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6.xml" /><Relationship Id="rId11" Type="http://schemas.openxmlformats.org/officeDocument/2006/relationships/theme" Target="../theme/theme1.xml" /><Relationship Id="rId9" Type="http://schemas.openxmlformats.org/officeDocument/2006/relationships/slideLayout" Target="../slideLayouts/slideLayout10.xml" /><Relationship Id="rId3" Type="http://schemas.openxmlformats.org/officeDocument/2006/relationships/slideLayout" Target="../slideLayouts/slideLayout4.xml" /><Relationship Id="rId2" Type="http://schemas.openxmlformats.org/officeDocument/2006/relationships/slideLayout" Target="../slideLayouts/slideLayout3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pn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"/>
          <p:cNvSpPr txBox="true"/>
          <p:nvPr/>
        </p:nvSpPr>
        <p:spPr>
          <a:xfrm rot="0" flipH="false" flipV="false">
            <a:off x="3393260" y="1159858"/>
            <a:ext cx="5064940" cy="3683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反转是最早的入场点：</a:t>
            </a:r>
            <a:r>
              <a:rPr lang="en-US"/>
              <a:t>risk</a:t>
            </a:r>
            <a:r>
              <a:rPr lang="zh-CN"/>
              <a:t>很小，同时概率也很小</a:t>
            </a:r>
            <a:endParaRPr/>
          </a:p>
        </p:txBody>
      </p:sp>
      <p:sp>
        <p:nvSpPr>
          <p:cNvPr id="6" name=""/>
          <p:cNvSpPr txBox="true"/>
          <p:nvPr/>
        </p:nvSpPr>
        <p:spPr>
          <a:xfrm rot="0" flipH="false" flipV="false">
            <a:off x="5925730" y="2681288"/>
            <a:ext cx="1778000" cy="368300"/>
          </a:xfrm>
          <a:prstGeom prst="rect">
            <a:avLst/>
          </a:prstGeom>
          <a:solidFill>
            <a:schemeClr val="accent2">
              <a:lumMod val="20000"/>
              <a:lumOff val="8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突破</a:t>
            </a:r>
            <a:r>
              <a:rPr lang="en-US"/>
              <a:t>TR 80%</a:t>
            </a:r>
            <a:r>
              <a:rPr lang="zh-CN"/>
              <a:t>失败</a:t>
            </a:r>
            <a:endParaRPr/>
          </a:p>
        </p:txBody>
      </p:sp>
      <p:sp>
        <p:nvSpPr>
          <p:cNvPr id="7" name=""/>
          <p:cNvSpPr txBox="true"/>
          <p:nvPr/>
        </p:nvSpPr>
        <p:spPr>
          <a:xfrm rot="0" flipH="false" flipV="false">
            <a:off x="3571284" y="4202717"/>
            <a:ext cx="4449946" cy="368300"/>
          </a:xfrm>
          <a:prstGeom prst="rect">
            <a:avLst/>
          </a:prstGeom>
          <a:solidFill>
            <a:schemeClr val="accent5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茶杯模式：反转是</a:t>
            </a:r>
            <a:r>
              <a:rPr lang="en-US"/>
              <a:t>cup</a:t>
            </a:r>
            <a:r>
              <a:rPr lang="zh-CN"/>
              <a:t>，反转的</a:t>
            </a:r>
            <a:r>
              <a:rPr lang="en-US"/>
              <a:t>PB</a:t>
            </a:r>
            <a:r>
              <a:rPr lang="zh-CN"/>
              <a:t>是</a:t>
            </a:r>
            <a:r>
              <a:rPr lang="en-US"/>
              <a:t>handle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5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3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7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8" name=""/>
          <p:cNvSpPr txBox="true"/>
          <p:nvPr/>
        </p:nvSpPr>
        <p:spPr>
          <a:xfrm rot="0" flipH="false" flipV="false">
            <a:off x="10765104" y="2219915"/>
            <a:ext cx="3187700" cy="730250"/>
          </a:xfrm>
          <a:prstGeom prst="rect">
            <a:avLst/>
          </a:prstGeom>
          <a:solidFill>
            <a:schemeClr val="accent5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1400"/>
              <a:t>一旦突破趋势线</a:t>
            </a:r>
            <a:endParaRPr/>
          </a:p>
          <a:p>
            <a:pPr/>
            <a:r>
              <a:rPr lang="zh-CN" sz="1400"/>
              <a:t>空头寻求</a:t>
            </a:r>
            <a:r>
              <a:rPr lang="en-US" sz="1400"/>
              <a:t>LH</a:t>
            </a:r>
            <a:r>
              <a:rPr lang="zh-CN" sz="1400"/>
              <a:t>的反转向下，这是一个高胜率机会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2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73" name=""/>
          <p:cNvSpPr txBox="true"/>
          <p:nvPr/>
        </p:nvSpPr>
        <p:spPr>
          <a:xfrm rot="0" flipH="false" flipV="false">
            <a:off x="9858796" y="1489075"/>
            <a:ext cx="3080817" cy="641350"/>
          </a:xfrm>
          <a:prstGeom prst="rect">
            <a:avLst/>
          </a:prstGeom>
          <a:solidFill>
            <a:schemeClr val="accent3">
              <a:lumMod val="75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每当旧的线被突破，就画新的线，新的线代表新的信息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7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78" name=""/>
          <p:cNvSpPr txBox="true"/>
          <p:nvPr/>
        </p:nvSpPr>
        <p:spPr>
          <a:xfrm rot="0">
            <a:off x="6128368" y="1038478"/>
            <a:ext cx="1778000" cy="368300"/>
          </a:xfrm>
          <a:prstGeom prst="rect">
            <a:avLst/>
          </a:prstGeom>
          <a:solidFill>
            <a:srgbClr val="FF0000">
              <a:alpha val="100000"/>
            </a:srgb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阻力不断被突破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2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83" name=""/>
          <p:cNvSpPr txBox="true"/>
          <p:nvPr/>
        </p:nvSpPr>
        <p:spPr>
          <a:xfrm rot="0" flipH="false" flipV="false">
            <a:off x="6662443" y="957558"/>
            <a:ext cx="3323577" cy="368299"/>
          </a:xfrm>
          <a:prstGeom prst="rect">
            <a:avLst/>
          </a:prstGeom>
          <a:solidFill>
            <a:schemeClr val="accent1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任何上涨趋势最终在阻力位结束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7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88" name=""/>
          <p:cNvSpPr txBox="true"/>
          <p:nvPr/>
        </p:nvSpPr>
        <p:spPr>
          <a:xfrm rot="0" flipH="false" flipV="false">
            <a:off x="6144552" y="1022294"/>
            <a:ext cx="2554835" cy="368299"/>
          </a:xfrm>
          <a:prstGeom prst="rect">
            <a:avLst/>
          </a:prstGeom>
          <a:solidFill>
            <a:srgbClr val="00B050">
              <a:alpha val="100000"/>
            </a:srgb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下跌趋势不断跌破支撑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92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93" name=""/>
          <p:cNvSpPr txBox="true"/>
          <p:nvPr/>
        </p:nvSpPr>
        <p:spPr>
          <a:xfrm rot="0" flipH="false" flipV="false">
            <a:off x="5715674" y="949465"/>
            <a:ext cx="3784824" cy="368300"/>
          </a:xfrm>
          <a:prstGeom prst="rect">
            <a:avLst/>
          </a:prstGeom>
          <a:solidFill>
            <a:srgbClr val="00b050">
              <a:alpha val="100000"/>
            </a:srgb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所有的下降趋势最终在支撑位结束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1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2" name=""/>
          <p:cNvSpPr txBox="true"/>
          <p:nvPr/>
        </p:nvSpPr>
        <p:spPr>
          <a:xfrm rot="0" flipH="false" flipV="false">
            <a:off x="7949076" y="4762500"/>
            <a:ext cx="2012669" cy="6413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突破了主要低点</a:t>
            </a:r>
            <a:endParaRPr/>
          </a:p>
          <a:p>
            <a:pPr/>
            <a:r>
              <a:rPr lang="zh-CN"/>
              <a:t>上涨趋势不再成立</a:t>
            </a:r>
            <a:endParaRPr/>
          </a:p>
        </p:txBody>
      </p:sp>
      <p:sp>
        <p:nvSpPr>
          <p:cNvPr id="13" name=""/>
          <p:cNvSpPr txBox="true"/>
          <p:nvPr/>
        </p:nvSpPr>
        <p:spPr>
          <a:xfrm rot="0" flipH="false" flipV="false">
            <a:off x="1669657" y="3247603"/>
            <a:ext cx="3485419" cy="914400"/>
          </a:xfrm>
          <a:prstGeom prst="rect">
            <a:avLst/>
          </a:prstGeom>
          <a:solidFill>
            <a:srgbClr val="92D050">
              <a:alpha val="100000"/>
            </a:srgb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如果反转依然在通道中，并且从</a:t>
            </a:r>
            <a:r>
              <a:rPr lang="en-US"/>
              <a:t>higher low</a:t>
            </a:r>
            <a:r>
              <a:rPr lang="zh-CN"/>
              <a:t>处反转向上，那就是小反转，只是回调，趋势将延续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7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1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5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6" name=""/>
          <p:cNvSpPr txBox="true"/>
          <p:nvPr/>
        </p:nvSpPr>
        <p:spPr>
          <a:xfrm rot="0">
            <a:off x="6144552" y="1103214"/>
            <a:ext cx="1778000" cy="368300"/>
          </a:xfrm>
          <a:prstGeom prst="rect">
            <a:avLst/>
          </a:prstGeom>
          <a:solidFill>
            <a:srgbClr val="FFC000">
              <a:alpha val="100000"/>
            </a:srgb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高盈亏</a:t>
            </a:r>
            <a:r>
              <a:rPr lang="en-US"/>
              <a:t>-</a:t>
            </a:r>
            <a:r>
              <a:rPr lang="zh-CN"/>
              <a:t>低胜率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0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1" name=""/>
          <p:cNvSpPr txBox="true"/>
          <p:nvPr/>
        </p:nvSpPr>
        <p:spPr>
          <a:xfrm rot="0" flipH="false" flipV="false">
            <a:off x="5521016" y="900913"/>
            <a:ext cx="2611479" cy="368299"/>
          </a:xfrm>
          <a:prstGeom prst="rect">
            <a:avLst/>
          </a:prstGeom>
          <a:solidFill>
            <a:srgbClr val="92D050">
              <a:alpha val="100000"/>
            </a:srgb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想要更高胜率，等待突破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5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9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3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7" name="Picture 3" descr="Slide 1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1" name="Picture 3" descr="Slide 1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9" name="Picture 3" descr="Slide 2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2024-11-15T15:46:27Z</dcterms:created>
  <dcterms:modified xsi:type="dcterms:W3CDTF">2024-11-15T15:46:27Z</dcterms:modified>
</cp:coreProperties>
</file>