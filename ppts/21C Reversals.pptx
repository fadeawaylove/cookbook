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24" Type="http://schemas.openxmlformats.org/officeDocument/2006/relationships/viewProps" Target="viewProps.xml" /><Relationship Id="rId8" Type="http://schemas.openxmlformats.org/officeDocument/2006/relationships/slide" Target="slides/slide8.xml" /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21" Type="http://schemas.openxmlformats.org/officeDocument/2006/relationships/slide" Target="slides/slide21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20" Type="http://schemas.openxmlformats.org/officeDocument/2006/relationships/slide" Target="slides/slide20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22" Type="http://schemas.openxmlformats.org/officeDocument/2006/relationships/presProps" Target="presProps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3" Type="http://schemas.openxmlformats.org/officeDocument/2006/relationships/tableStyles" Target="tableStyles.xml" /><Relationship Id="rId19" Type="http://schemas.openxmlformats.org/officeDocument/2006/relationships/slide" Target="slides/slide19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6" Type="http://schemas.openxmlformats.org/officeDocument/2006/relationships/slideLayout" Target="../slideLayouts/slideLayout7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3174776" y="1281239"/>
            <a:ext cx="5977765" cy="36829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新手喜欢反转：只关注风险，因为账户很小，很害怕亏钱</a:t>
            </a:r>
            <a:endParaRPr/>
          </a:p>
        </p:txBody>
      </p:sp>
      <p:sp>
        <p:nvSpPr>
          <p:cNvPr id="6" name=""/>
          <p:cNvSpPr txBox="true"/>
          <p:nvPr/>
        </p:nvSpPr>
        <p:spPr>
          <a:xfrm rot="0" flipH="false" flipV="false">
            <a:off x="3288064" y="2341295"/>
            <a:ext cx="4249667" cy="36830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买压、卖压：可能预示着哪方能赢</a:t>
            </a:r>
            <a:endParaRPr/>
          </a:p>
        </p:txBody>
      </p:sp>
      <p:sp>
        <p:nvSpPr>
          <p:cNvPr id="7" name=""/>
          <p:cNvSpPr txBox="true"/>
          <p:nvPr/>
        </p:nvSpPr>
        <p:spPr>
          <a:xfrm rot="0" flipH="false" flipV="false">
            <a:off x="3506549" y="4275292"/>
            <a:ext cx="3703904" cy="368300"/>
          </a:xfrm>
          <a:prstGeom prst="rect">
            <a:avLst/>
          </a:prstGeom>
          <a:solidFill>
            <a:srgbClr val="FFC00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嵌套模式：小模式嵌套在大模式中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1" name=""/>
          <p:cNvSpPr txBox="true"/>
          <p:nvPr/>
        </p:nvSpPr>
        <p:spPr>
          <a:xfrm rot="0" flipH="false" flipV="false">
            <a:off x="4572000" y="900913"/>
            <a:ext cx="3153645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只看到了风险，而忽略了胜率</a:t>
            </a:r>
            <a:endParaRPr/>
          </a:p>
        </p:txBody>
      </p:sp>
      <p:sp>
        <p:nvSpPr>
          <p:cNvPr id="62" name=""/>
          <p:cNvSpPr txBox="true"/>
          <p:nvPr/>
        </p:nvSpPr>
        <p:spPr>
          <a:xfrm rot="0" flipH="false" flipV="false">
            <a:off x="8110917" y="5270500"/>
            <a:ext cx="1778000" cy="368300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这他妈就是我了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4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5" name=""/>
          <p:cNvSpPr txBox="true"/>
          <p:nvPr/>
        </p:nvSpPr>
        <p:spPr>
          <a:xfrm rot="0" flipH="false" flipV="false">
            <a:off x="4153911" y="957558"/>
            <a:ext cx="4405719" cy="641350"/>
          </a:xfrm>
          <a:prstGeom prst="rect">
            <a:avLst/>
          </a:prstGeom>
          <a:solidFill>
            <a:srgbClr val="FFC00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不断地交易反转，然而错过了好的趋势</a:t>
            </a:r>
            <a:endParaRPr/>
          </a:p>
          <a:p>
            <a:pPr/>
            <a:r>
              <a:rPr lang="zh-CN"/>
              <a:t>还是要顺势而为，所谓的势就是当前的趋势</a:t>
            </a:r>
            <a:endParaRPr/>
          </a:p>
        </p:txBody>
      </p:sp>
      <p:sp>
        <p:nvSpPr>
          <p:cNvPr id="76" name=""/>
          <p:cNvSpPr txBox="true"/>
          <p:nvPr/>
        </p:nvSpPr>
        <p:spPr>
          <a:xfrm rot="0" flipH="false" flipV="false">
            <a:off x="3021027" y="2940106"/>
            <a:ext cx="2473914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胜率跟盈亏比</a:t>
            </a:r>
            <a:r>
              <a:rPr lang="en-US"/>
              <a:t> </a:t>
            </a:r>
            <a:r>
              <a:rPr lang="zh-CN"/>
              <a:t>一样重要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1" name=""/>
          <p:cNvSpPr txBox="true"/>
          <p:nvPr/>
        </p:nvSpPr>
        <p:spPr>
          <a:xfrm rot="0" flipH="false" flipV="false">
            <a:off x="6244130" y="844269"/>
            <a:ext cx="3056541" cy="368299"/>
          </a:xfrm>
          <a:prstGeom prst="rect">
            <a:avLst/>
          </a:prstGeom>
          <a:solidFill>
            <a:srgbClr val="00B05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新手亏钱：做了太多的坏反转</a:t>
            </a:r>
            <a:endParaRPr/>
          </a:p>
        </p:txBody>
      </p:sp>
      <p:sp>
        <p:nvSpPr>
          <p:cNvPr id="82" name=""/>
          <p:cNvSpPr txBox="true"/>
          <p:nvPr/>
        </p:nvSpPr>
        <p:spPr>
          <a:xfrm rot="0" flipH="false" flipV="false">
            <a:off x="294011" y="3029119"/>
            <a:ext cx="5370863" cy="64134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觉得交易员需要做大量的交易</a:t>
            </a:r>
            <a:endParaRPr/>
          </a:p>
          <a:p>
            <a:pPr/>
            <a:r>
              <a:rPr lang="zh-CN"/>
              <a:t>只要看到了很像要反转的样子，就不断的入场交易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6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7" name=""/>
          <p:cNvSpPr txBox="true"/>
          <p:nvPr/>
        </p:nvSpPr>
        <p:spPr>
          <a:xfrm rot="0" flipH="false" flipV="false">
            <a:off x="5440545" y="876636"/>
            <a:ext cx="5184745" cy="6413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如果交易员用一种方式一直亏钱，那么他就会停止这样做，但是新手不，新手会继续这样做下去</a:t>
            </a:r>
            <a:endParaRPr/>
          </a:p>
        </p:txBody>
      </p:sp>
      <p:sp>
        <p:nvSpPr>
          <p:cNvPr id="88" name=""/>
          <p:cNvSpPr txBox="true"/>
          <p:nvPr/>
        </p:nvSpPr>
        <p:spPr>
          <a:xfrm rot="0" flipH="false" flipV="false">
            <a:off x="302102" y="3886200"/>
            <a:ext cx="5300676" cy="36830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如果人已经是</a:t>
            </a:r>
            <a:r>
              <a:rPr lang="en-US"/>
              <a:t>hopeful</a:t>
            </a:r>
            <a:r>
              <a:rPr lang="zh-CN"/>
              <a:t>的状态，那么说明胜率很低了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3" name=""/>
          <p:cNvSpPr txBox="true"/>
          <p:nvPr/>
        </p:nvSpPr>
        <p:spPr>
          <a:xfrm rot="0" flipH="false" flipV="false">
            <a:off x="5909883" y="900914"/>
            <a:ext cx="4059952" cy="36830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需要</a:t>
            </a:r>
            <a:r>
              <a:rPr lang="en-US"/>
              <a:t>swing</a:t>
            </a:r>
            <a:r>
              <a:rPr lang="zh-CN"/>
              <a:t>拿波段的时候，</a:t>
            </a:r>
            <a:r>
              <a:rPr lang="en-US"/>
              <a:t>scalp</a:t>
            </a:r>
            <a:r>
              <a:rPr lang="zh-CN"/>
              <a:t>就走了</a:t>
            </a:r>
            <a:endParaRPr/>
          </a:p>
        </p:txBody>
      </p:sp>
      <p:sp>
        <p:nvSpPr>
          <p:cNvPr id="94" name=""/>
          <p:cNvSpPr txBox="true"/>
          <p:nvPr/>
        </p:nvSpPr>
        <p:spPr>
          <a:xfrm rot="0" flipH="false" flipV="false">
            <a:off x="383023" y="3498457"/>
            <a:ext cx="3396407" cy="368300"/>
          </a:xfrm>
          <a:prstGeom prst="rect">
            <a:avLst/>
          </a:prstGeom>
          <a:solidFill>
            <a:schemeClr val="bg2">
              <a:lumMod val="75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低胜率</a:t>
            </a:r>
            <a:r>
              <a:rPr lang="en-US"/>
              <a:t>+</a:t>
            </a:r>
            <a:r>
              <a:rPr lang="zh-CN"/>
              <a:t>低盈亏比</a:t>
            </a:r>
            <a:r>
              <a:rPr lang="en-US"/>
              <a:t> </a:t>
            </a:r>
            <a:r>
              <a:rPr lang="zh-CN"/>
              <a:t>是亏钱的策略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8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2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6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2" name=""/>
          <p:cNvSpPr txBox="true"/>
          <p:nvPr/>
        </p:nvSpPr>
        <p:spPr>
          <a:xfrm rot="0" flipH="false" flipV="false">
            <a:off x="3517113" y="2505231"/>
            <a:ext cx="3704466" cy="9144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小反转、小反转，然后大反转</a:t>
            </a:r>
            <a:endParaRPr/>
          </a:p>
          <a:p>
            <a:pPr/>
            <a:r>
              <a:rPr lang="zh-CN"/>
              <a:t>一开始是小反转，一旦小反转继续了足够的买压，大反转就来了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7" name=""/>
          <p:cNvSpPr txBox="true"/>
          <p:nvPr/>
        </p:nvSpPr>
        <p:spPr>
          <a:xfrm rot="0" flipH="false" flipV="false">
            <a:off x="7366450" y="1337883"/>
            <a:ext cx="2271614" cy="368299"/>
          </a:xfrm>
          <a:prstGeom prst="rect">
            <a:avLst/>
          </a:prstGeom>
          <a:solidFill>
            <a:srgbClr val="9BBB59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买压需要时间来建立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2" name=""/>
          <p:cNvSpPr txBox="true"/>
          <p:nvPr/>
        </p:nvSpPr>
        <p:spPr>
          <a:xfrm rot="0" flipH="false" flipV="false">
            <a:off x="7406910" y="1078938"/>
            <a:ext cx="3048449" cy="368299"/>
          </a:xfrm>
          <a:prstGeom prst="rect">
            <a:avLst/>
          </a:prstGeom>
          <a:solidFill>
            <a:srgbClr val="9bbb59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通常先是</a:t>
            </a:r>
            <a:r>
              <a:rPr lang="en-US"/>
              <a:t>TR</a:t>
            </a:r>
            <a:r>
              <a:rPr lang="zh-CN"/>
              <a:t>，然后才是反转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6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7" name=""/>
          <p:cNvSpPr txBox="true"/>
          <p:nvPr/>
        </p:nvSpPr>
        <p:spPr>
          <a:xfrm rot="0" flipH="false" flipV="false">
            <a:off x="4987391" y="925190"/>
            <a:ext cx="3137461" cy="368299"/>
          </a:xfrm>
          <a:prstGeom prst="rect">
            <a:avLst/>
          </a:prstGeom>
          <a:solidFill>
            <a:srgbClr val="92D05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压力不够，更可能只是小反转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1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2" name=""/>
          <p:cNvSpPr txBox="true"/>
          <p:nvPr/>
        </p:nvSpPr>
        <p:spPr>
          <a:xfrm rot="0" flipH="false" flipV="false">
            <a:off x="6017553" y="3930651"/>
            <a:ext cx="2595295" cy="368299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突破趋势线是卖压的体现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1" name=""/>
          <p:cNvSpPr txBox="true"/>
          <p:nvPr/>
        </p:nvSpPr>
        <p:spPr>
          <a:xfrm rot="0" flipH="false" flipV="false">
            <a:off x="5254429" y="844269"/>
            <a:ext cx="3203771" cy="36829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经常小模式是大模式的一个</a:t>
            </a:r>
            <a:r>
              <a:rPr lang="en-US"/>
              <a:t>leg</a:t>
            </a:r>
            <a:endParaRPr/>
          </a:p>
        </p:txBody>
      </p:sp>
      <p:sp>
        <p:nvSpPr>
          <p:cNvPr id="42" name=""/>
          <p:cNvSpPr txBox="true"/>
          <p:nvPr/>
        </p:nvSpPr>
        <p:spPr>
          <a:xfrm rot="0" flipH="false" flipV="false">
            <a:off x="7315200" y="5454650"/>
            <a:ext cx="5298035" cy="36830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两个不同时间级别尝试做一个事情，所以胜率很高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7" name=""/>
          <p:cNvSpPr txBox="true"/>
          <p:nvPr/>
        </p:nvSpPr>
        <p:spPr>
          <a:xfrm rot="0" flipH="false" flipV="false">
            <a:off x="7398818" y="981834"/>
            <a:ext cx="4464555" cy="368299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多时间级别，尝试在相同的价格进行反转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2" name=""/>
          <p:cNvSpPr txBox="true"/>
          <p:nvPr/>
        </p:nvSpPr>
        <p:spPr>
          <a:xfrm rot="0" flipH="false" flipV="false">
            <a:off x="3328524" y="941373"/>
            <a:ext cx="6710376" cy="368299"/>
          </a:xfrm>
          <a:prstGeom prst="rect">
            <a:avLst/>
          </a:prstGeom>
          <a:solidFill>
            <a:schemeClr val="accent6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当市场处于</a:t>
            </a:r>
            <a:r>
              <a:rPr lang="en-US"/>
              <a:t>TR</a:t>
            </a:r>
            <a:r>
              <a:rPr lang="zh-CN"/>
              <a:t>的时候，大多数反转形成新的</a:t>
            </a:r>
            <a:r>
              <a:rPr lang="en-US"/>
              <a:t>Leg</a:t>
            </a:r>
            <a:r>
              <a:rPr lang="zh-CN"/>
              <a:t>，而不是新的趋势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6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0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2024-11-15T15:46:34Z</dcterms:created>
  <dcterms:modified xsi:type="dcterms:W3CDTF">2024-11-15T15:46:34Z</dcterms:modified>
</cp:coreProperties>
</file>