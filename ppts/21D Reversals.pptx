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4" Type="http://schemas.openxmlformats.org/officeDocument/2006/relationships/presProps" Target="presProps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25" Type="http://schemas.openxmlformats.org/officeDocument/2006/relationships/tableStyles" Target="tableStyles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22" Type="http://schemas.openxmlformats.org/officeDocument/2006/relationships/slide" Target="slides/slide22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6" Type="http://schemas.openxmlformats.org/officeDocument/2006/relationships/viewProps" Target="viewProps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8" Type="http://schemas.openxmlformats.org/officeDocument/2006/relationships/slideLayout" Target="../slideLayouts/slideLayout9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4930747" y="1762125"/>
            <a:ext cx="3347854" cy="36830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</a:t>
            </a:r>
            <a:r>
              <a:rPr lang="en-US"/>
              <a:t>MTR</a:t>
            </a:r>
            <a:r>
              <a:rPr lang="zh-CN"/>
              <a:t>只有</a:t>
            </a:r>
            <a:r>
              <a:rPr lang="en-US"/>
              <a:t>40%</a:t>
            </a:r>
            <a:r>
              <a:rPr lang="zh-CN"/>
              <a:t>的概率成功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4930747" y="1313607"/>
            <a:ext cx="3299302" cy="3683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60%</a:t>
            </a:r>
            <a:r>
              <a:rPr lang="zh-CN"/>
              <a:t>的时候变成</a:t>
            </a:r>
            <a:r>
              <a:rPr lang="en-US"/>
              <a:t>TR</a:t>
            </a:r>
            <a:r>
              <a:rPr lang="zh-CN"/>
              <a:t>或者趋势恢复</a:t>
            </a:r>
            <a:endParaRPr/>
          </a:p>
        </p:txBody>
      </p:sp>
      <p:sp>
        <p:nvSpPr>
          <p:cNvPr id="7" name=""/>
          <p:cNvSpPr txBox="true"/>
          <p:nvPr/>
        </p:nvSpPr>
        <p:spPr>
          <a:xfrm rot="0" flipH="false" flipV="false">
            <a:off x="7315200" y="2681288"/>
            <a:ext cx="1778000" cy="3683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TBTL</a:t>
            </a:r>
            <a:r>
              <a:rPr lang="zh-CN"/>
              <a:t>是最小目标</a:t>
            </a:r>
            <a:endParaRPr/>
          </a:p>
        </p:txBody>
      </p:sp>
      <p:sp>
        <p:nvSpPr>
          <p:cNvPr id="8" name=""/>
          <p:cNvSpPr txBox="true"/>
          <p:nvPr/>
        </p:nvSpPr>
        <p:spPr>
          <a:xfrm rot="0" flipH="false" flipV="false">
            <a:off x="3077671" y="4364304"/>
            <a:ext cx="2862332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大多数反转都是</a:t>
            </a:r>
            <a:r>
              <a:rPr lang="en-US"/>
              <a:t>DT</a:t>
            </a:r>
            <a:r>
              <a:rPr lang="zh-CN"/>
              <a:t>或</a:t>
            </a:r>
            <a:r>
              <a:rPr lang="en-US"/>
              <a:t>DB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1" name=""/>
          <p:cNvSpPr txBox="true"/>
          <p:nvPr/>
        </p:nvSpPr>
        <p:spPr>
          <a:xfrm rot="0" flipH="false" flipV="false">
            <a:off x="6241657" y="957557"/>
            <a:ext cx="5419415" cy="368299"/>
          </a:xfrm>
          <a:prstGeom prst="rect">
            <a:avLst/>
          </a:prstGeom>
          <a:solidFill>
            <a:schemeClr val="bg2">
              <a:lumMod val="5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突破趋势线，是反转的开始，让人看到空头的力量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5561926" y="973742"/>
            <a:ext cx="3671536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所有趋势反转：不是双顶就是双底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9" name=""/>
          <p:cNvSpPr txBox="true"/>
          <p:nvPr/>
        </p:nvSpPr>
        <p:spPr>
          <a:xfrm rot="0" flipH="false" flipV="false">
            <a:off x="5262520" y="860453"/>
            <a:ext cx="3687719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DT or DB</a:t>
            </a:r>
            <a:r>
              <a:rPr lang="zh-CN"/>
              <a:t>：很少完美，通常不明显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4" name=""/>
          <p:cNvSpPr txBox="true"/>
          <p:nvPr/>
        </p:nvSpPr>
        <p:spPr>
          <a:xfrm rot="0" flipH="false" flipV="false">
            <a:off x="3120604" y="909005"/>
            <a:ext cx="2902792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HL reversal</a:t>
            </a:r>
            <a:r>
              <a:rPr lang="zh-CN"/>
              <a:t>：期待两腿上涨</a:t>
            </a:r>
            <a:endParaRPr/>
          </a:p>
        </p:txBody>
      </p:sp>
      <p:sp>
        <p:nvSpPr>
          <p:cNvPr id="45" name=""/>
          <p:cNvSpPr txBox="true"/>
          <p:nvPr/>
        </p:nvSpPr>
        <p:spPr>
          <a:xfrm rot="0" flipH="false" flipV="false">
            <a:off x="3004843" y="3012935"/>
            <a:ext cx="4003309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HL</a:t>
            </a:r>
            <a:r>
              <a:rPr lang="zh-CN"/>
              <a:t>是测试前低，是前一次</a:t>
            </a:r>
            <a:r>
              <a:rPr lang="en-US"/>
              <a:t>Leg up</a:t>
            </a:r>
            <a:r>
              <a:rPr lang="zh-CN"/>
              <a:t>的回调</a:t>
            </a:r>
            <a:endParaRPr/>
          </a:p>
        </p:txBody>
      </p:sp>
      <p:sp>
        <p:nvSpPr>
          <p:cNvPr id="46" name=""/>
          <p:cNvSpPr txBox="true"/>
          <p:nvPr/>
        </p:nvSpPr>
        <p:spPr>
          <a:xfrm rot="0" flipH="false" flipV="false">
            <a:off x="3004843" y="6952296"/>
            <a:ext cx="3715592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强势反转向上，很可能有</a:t>
            </a:r>
            <a:r>
              <a:rPr lang="en-US"/>
              <a:t>second leg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1" name=""/>
          <p:cNvSpPr txBox="true"/>
          <p:nvPr/>
        </p:nvSpPr>
        <p:spPr>
          <a:xfrm rot="0" flipH="false" flipV="false">
            <a:off x="3037211" y="2737805"/>
            <a:ext cx="4401842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多头想去测试</a:t>
            </a:r>
            <a:r>
              <a:rPr lang="en-US"/>
              <a:t>bear trend</a:t>
            </a:r>
            <a:r>
              <a:rPr lang="zh-CN"/>
              <a:t>的</a:t>
            </a:r>
            <a:r>
              <a:rPr lang="en-US"/>
              <a:t>final low</a:t>
            </a:r>
            <a:r>
              <a:rPr lang="zh-CN"/>
              <a:t>然后反转向上，成为</a:t>
            </a:r>
            <a:r>
              <a:rPr lang="en-US"/>
              <a:t>bull trend</a:t>
            </a:r>
            <a:r>
              <a:rPr lang="zh-CN"/>
              <a:t>的第一个</a:t>
            </a:r>
            <a:r>
              <a:rPr lang="en-US"/>
              <a:t>HL</a:t>
            </a:r>
            <a:endParaRPr/>
          </a:p>
          <a:p>
            <a:pPr/>
            <a:r>
              <a:rPr lang="en-US"/>
              <a:t>HH</a:t>
            </a:r>
            <a:r>
              <a:rPr lang="zh-CN"/>
              <a:t>和</a:t>
            </a:r>
            <a:r>
              <a:rPr lang="en-US"/>
              <a:t>HL</a:t>
            </a:r>
            <a:r>
              <a:rPr lang="zh-CN"/>
              <a:t>所以现在是</a:t>
            </a:r>
            <a:r>
              <a:rPr lang="en-US"/>
              <a:t>bull trend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6" name=""/>
          <p:cNvSpPr txBox="true"/>
          <p:nvPr/>
        </p:nvSpPr>
        <p:spPr>
          <a:xfrm rot="0" flipH="false" flipV="false">
            <a:off x="528680" y="5924550"/>
            <a:ext cx="3282669" cy="914400"/>
          </a:xfrm>
          <a:prstGeom prst="rect">
            <a:avLst/>
          </a:prstGeom>
          <a:solidFill>
            <a:schemeClr val="bg1">
              <a:lumMod val="8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两腿上涨，从趋势的转变的最低点开始数</a:t>
            </a:r>
            <a:endParaRPr/>
          </a:p>
          <a:p>
            <a:pPr/>
            <a:r>
              <a:rPr lang="zh-CN"/>
              <a:t>不管</a:t>
            </a:r>
            <a:r>
              <a:rPr lang="en-US"/>
              <a:t>HL</a:t>
            </a:r>
            <a:r>
              <a:rPr lang="zh-CN"/>
              <a:t>还是</a:t>
            </a:r>
            <a:r>
              <a:rPr lang="en-US"/>
              <a:t>LL MTR</a:t>
            </a:r>
            <a:r>
              <a:rPr lang="zh-CN"/>
              <a:t>，就都能适用</a:t>
            </a:r>
            <a:endParaRPr/>
          </a:p>
        </p:txBody>
      </p:sp>
      <p:sp>
        <p:nvSpPr>
          <p:cNvPr id="57" name=""/>
          <p:cNvSpPr txBox="true"/>
          <p:nvPr/>
        </p:nvSpPr>
        <p:spPr>
          <a:xfrm rot="0" flipH="false" flipV="false">
            <a:off x="3967795" y="2971800"/>
            <a:ext cx="3965940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到第一个目标位，止盈一半，然后继续持有，每次突破后，移动</a:t>
            </a:r>
            <a:r>
              <a:rPr lang="en-US"/>
              <a:t>stop</a:t>
            </a:r>
            <a:r>
              <a:rPr lang="zh-CN"/>
              <a:t>到最新的</a:t>
            </a:r>
            <a:r>
              <a:rPr lang="en-US"/>
              <a:t>major Low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6" name=""/>
          <p:cNvSpPr txBox="true"/>
          <p:nvPr/>
        </p:nvSpPr>
        <p:spPr>
          <a:xfrm rot="0" flipH="false" flipV="false">
            <a:off x="9130513" y="1216025"/>
            <a:ext cx="3979539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达到最小目标后，在阻力位全部止盈，尤其是多种类型的阻力位</a:t>
            </a:r>
            <a:endParaRPr/>
          </a:p>
          <a:p>
            <a:pPr/>
            <a:r>
              <a:rPr lang="zh-CN"/>
              <a:t>（</a:t>
            </a:r>
            <a:r>
              <a:rPr lang="en-US"/>
              <a:t>Wedge</a:t>
            </a:r>
            <a:r>
              <a:rPr lang="zh-CN"/>
              <a:t>，</a:t>
            </a:r>
            <a:r>
              <a:rPr lang="en-US"/>
              <a:t> DT</a:t>
            </a:r>
            <a:r>
              <a:rPr lang="zh-CN"/>
              <a:t>，</a:t>
            </a:r>
            <a:r>
              <a:rPr lang="en-US"/>
              <a:t> MM</a:t>
            </a:r>
            <a:r>
              <a:rPr lang="zh-CN"/>
              <a:t>，</a:t>
            </a:r>
            <a:r>
              <a:rPr lang="en-US"/>
              <a:t>Leg1=Leg2</a:t>
            </a:r>
            <a:r>
              <a:rPr lang="zh-CN"/>
              <a:t>）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0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1" name=""/>
          <p:cNvSpPr txBox="true"/>
          <p:nvPr/>
        </p:nvSpPr>
        <p:spPr>
          <a:xfrm rot="0" flipH="false" flipV="false">
            <a:off x="9009133" y="6524878"/>
            <a:ext cx="3307394" cy="368299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反转最小目标是</a:t>
            </a:r>
            <a:r>
              <a:rPr lang="en-US"/>
              <a:t>TBTL</a:t>
            </a:r>
            <a:r>
              <a:rPr lang="zh-CN"/>
              <a:t>和</a:t>
            </a:r>
            <a:r>
              <a:rPr lang="en-US"/>
              <a:t>2 x risk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6" name=""/>
          <p:cNvSpPr txBox="true"/>
          <p:nvPr/>
        </p:nvSpPr>
        <p:spPr>
          <a:xfrm rot="0" flipH="false" flipV="false">
            <a:off x="3571285" y="1006110"/>
            <a:ext cx="2983713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大多数反转形态：都包含</a:t>
            </a:r>
            <a:r>
              <a:rPr lang="en-US"/>
              <a:t>TR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2024-11-15T15:46:42Z</dcterms:created>
  <dcterms:modified xsi:type="dcterms:W3CDTF">2024-11-15T15:46:42Z</dcterms:modified>
</cp:coreProperties>
</file>