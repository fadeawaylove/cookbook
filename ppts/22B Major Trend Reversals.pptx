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11" Type="http://schemas.openxmlformats.org/officeDocument/2006/relationships/tableStyles" Target="tableStyles.xml" /><Relationship Id="rId10" Type="http://schemas.openxmlformats.org/officeDocument/2006/relationships/presProps" Target="presProps.xml" /><Relationship Id="rId12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3482272" y="3232151"/>
            <a:ext cx="3178652" cy="368299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什么构成一个成功的</a:t>
            </a:r>
            <a:r>
              <a:rPr lang="en-US"/>
              <a:t>LH MTR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9281"/>
            <a:ext cx="14630400" cy="8131038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"/>
          <p:cNvSpPr txBox="true"/>
          <p:nvPr/>
        </p:nvSpPr>
        <p:spPr>
          <a:xfrm rot="0" flipH="false" flipV="false">
            <a:off x="5659030" y="1343278"/>
            <a:ext cx="1381490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2 Legs Down</a:t>
            </a:r>
            <a:endParaRPr/>
          </a:p>
        </p:txBody>
      </p:sp>
      <p:sp>
        <p:nvSpPr>
          <p:cNvPr id="15" name=""/>
          <p:cNvSpPr txBox="true"/>
          <p:nvPr/>
        </p:nvSpPr>
        <p:spPr>
          <a:xfrm rot="0" flipH="false" flipV="false">
            <a:off x="6349775" y="5199751"/>
            <a:ext cx="3072725" cy="14605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L2 in Bear Trend</a:t>
            </a:r>
            <a:r>
              <a:rPr lang="zh-CN"/>
              <a:t>非常值得信赖</a:t>
            </a:r>
            <a:endParaRPr/>
          </a:p>
          <a:p>
            <a:pPr/>
            <a:endParaRPr lang="en-US"/>
          </a:p>
          <a:p>
            <a:pPr/>
            <a:r>
              <a:rPr lang="en-US"/>
              <a:t>bulls</a:t>
            </a:r>
            <a:r>
              <a:rPr lang="zh-CN"/>
              <a:t>尝试了两次</a:t>
            </a:r>
            <a:endParaRPr/>
          </a:p>
          <a:p>
            <a:pPr/>
            <a:r>
              <a:rPr lang="zh-CN"/>
              <a:t>失败两次</a:t>
            </a:r>
            <a:endParaRPr/>
          </a:p>
          <a:p>
            <a:pPr/>
            <a:r>
              <a:rPr lang="zh-CN"/>
              <a:t>然后放弃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9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0" name=""/>
          <p:cNvSpPr txBox="true"/>
          <p:nvPr/>
        </p:nvSpPr>
        <p:spPr>
          <a:xfrm rot="0" flipH="false" flipV="false">
            <a:off x="7471646" y="857756"/>
            <a:ext cx="2142141" cy="368299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突破后概率更高</a:t>
            </a:r>
            <a:r>
              <a:rPr lang="en-US"/>
              <a:t>60%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9" name=""/>
          <p:cNvSpPr txBox="true"/>
          <p:nvPr/>
        </p:nvSpPr>
        <p:spPr>
          <a:xfrm rot="0" flipH="false" flipV="false">
            <a:off x="2381756" y="841571"/>
            <a:ext cx="4003309" cy="368300"/>
          </a:xfrm>
          <a:prstGeom prst="rect">
            <a:avLst/>
          </a:prstGeom>
          <a:solidFill>
            <a:schemeClr val="accent6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MTR:</a:t>
            </a:r>
            <a:r>
              <a:rPr lang="zh-CN"/>
              <a:t>最好的设置，不论是新手还是专家</a:t>
            </a:r>
            <a:endParaRPr/>
          </a:p>
        </p:txBody>
      </p:sp>
      <p:sp>
        <p:nvSpPr>
          <p:cNvPr id="30" name=""/>
          <p:cNvSpPr txBox="true"/>
          <p:nvPr/>
        </p:nvSpPr>
        <p:spPr>
          <a:xfrm rot="0" flipH="false" flipV="false">
            <a:off x="3571285" y="4264502"/>
            <a:ext cx="2101680" cy="64135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时间充足来思考</a:t>
            </a:r>
            <a:endParaRPr/>
          </a:p>
          <a:p>
            <a:pPr/>
            <a:r>
              <a:rPr lang="zh-CN"/>
              <a:t>仓位管理策略简单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4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5" name=""/>
          <p:cNvSpPr txBox="true"/>
          <p:nvPr/>
        </p:nvSpPr>
        <p:spPr>
          <a:xfrm rot="0" flipH="false" flipV="false">
            <a:off x="385327" y="2130425"/>
            <a:ext cx="1972546" cy="641350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交易失败，重来</a:t>
            </a:r>
            <a:endParaRPr/>
          </a:p>
          <a:p>
            <a:pPr/>
            <a:r>
              <a:rPr lang="zh-CN"/>
              <a:t>不太确定，重来</a:t>
            </a:r>
            <a:endParaRPr/>
          </a:p>
        </p:txBody>
      </p:sp>
      <p:sp>
        <p:nvSpPr>
          <p:cNvPr id="36" name=""/>
          <p:cNvSpPr txBox="true"/>
          <p:nvPr/>
        </p:nvSpPr>
        <p:spPr>
          <a:xfrm rot="0" flipH="false" flipV="false">
            <a:off x="7444673" y="898216"/>
            <a:ext cx="3242658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40%</a:t>
            </a:r>
            <a:r>
              <a:rPr lang="zh-CN"/>
              <a:t>两倍盈亏比，</a:t>
            </a:r>
            <a:r>
              <a:rPr lang="en-US"/>
              <a:t>60%</a:t>
            </a:r>
            <a:r>
              <a:rPr lang="zh-CN"/>
              <a:t>小赚小亏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1" name=""/>
          <p:cNvSpPr txBox="true"/>
          <p:nvPr/>
        </p:nvSpPr>
        <p:spPr>
          <a:xfrm rot="0" flipH="false" flipV="false">
            <a:off x="5634304" y="6651653"/>
            <a:ext cx="2692400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很多人两倍</a:t>
            </a:r>
            <a:r>
              <a:rPr lang="en-US"/>
              <a:t>RR</a:t>
            </a:r>
            <a:r>
              <a:rPr lang="zh-CN"/>
              <a:t>止盈一半</a:t>
            </a:r>
            <a:endParaRPr/>
          </a:p>
        </p:txBody>
      </p:sp>
      <p:sp>
        <p:nvSpPr>
          <p:cNvPr id="42" name=""/>
          <p:cNvSpPr txBox="true"/>
          <p:nvPr/>
        </p:nvSpPr>
        <p:spPr>
          <a:xfrm rot="0" flipH="false" flipV="false">
            <a:off x="1928602" y="938676"/>
            <a:ext cx="2749044" cy="368299"/>
          </a:xfrm>
          <a:prstGeom prst="rect">
            <a:avLst/>
          </a:prstGeom>
          <a:solidFill>
            <a:schemeClr val="accent4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如果新的信号：</a:t>
            </a:r>
            <a:r>
              <a:rPr lang="en-US"/>
              <a:t>Sell Again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2024-11-18T11:03:33Z</dcterms:created>
  <dcterms:modified xsi:type="dcterms:W3CDTF">2024-11-18T11:03:33Z</dcterms:modified>
</cp:coreProperties>
</file>