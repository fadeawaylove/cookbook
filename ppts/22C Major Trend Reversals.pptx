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viewProps.xml" ContentType="application/vnd.openxmlformats-officedocument.presentationml.viewProps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.xml" ContentType="application/vnd.openxmlformats-officedocument.presentationml.slide+xml"/>
  <Override PartName="/ppt/slides/slide5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13.xml" ContentType="application/vnd.openxmlformats-officedocument.presentationml.slide+xml"/>
  <Override PartName="/ppt/slides/slide11.xml" ContentType="application/vnd.openxmlformats-officedocument.presentationml.slide+xml"/>
  <Override PartName="/ppt/slideLayouts/slideLayout7.xml" ContentType="application/vnd.openxmlformats-officedocument.presentationml.slideLayout+xml"/>
  <Override PartName="/docProps/app.xml" ContentType="application/vnd.openxmlformats-officedocument.extended-properties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7.xml" ContentType="application/vnd.openxmlformats-officedocument.presentationml.slide+xml"/>
  <Override PartName="/ppt/slideLayouts/slideLayout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12.xml" ContentType="application/vnd.openxmlformats-officedocument.presentationml.slide+xml"/>
  <Override PartName="/ppt/slides/slide3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4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firstSlideNum="1">
  <p:sldMasterIdLst>
    <p:sldMasterId id="2147483648" r:id="rId0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4630400" cy="8229600" type="screen4x3"/>
  <p:notesSz cx="6858000" cy="9144000"/>
  <p:defaultTextStyle>
    <a:defPPr>
      <a:defRPr lang="en-US"/>
    </a:defPPr>
    <a:lvl1pPr marL="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lastView="sldThumbnailView">
  <p:normalViewPr>
    <p:restoredLeft sz="15620"/>
    <p:restoredTop sz="94660"/>
  </p:normalViewPr>
  <p:slideViewPr>
    <p:cSldViewPr snapToGrid="false" snapToObjects="true">
      <p:cViewPr varScale="true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3" Type="http://schemas.openxmlformats.org/officeDocument/2006/relationships/slide" Target="slides/slide13.xml" /><Relationship Id="rId12" Type="http://schemas.openxmlformats.org/officeDocument/2006/relationships/slide" Target="slides/slide12.xml" /><Relationship Id="rId14" Type="http://schemas.openxmlformats.org/officeDocument/2006/relationships/presProps" Target="presProps.xml" /><Relationship Id="rId8" Type="http://schemas.openxmlformats.org/officeDocument/2006/relationships/slide" Target="slides/slide8.xml" /><Relationship Id="rId5" Type="http://schemas.openxmlformats.org/officeDocument/2006/relationships/slide" Target="slides/slide5.xml" /><Relationship Id="rId10" Type="http://schemas.openxmlformats.org/officeDocument/2006/relationships/slide" Target="slides/slide10.xml" /><Relationship Id="rId0" Type="http://schemas.openxmlformats.org/officeDocument/2006/relationships/slideMaster" Target="slideMasters/slideMaster1.xml" /><Relationship Id="rId1" Type="http://schemas.openxmlformats.org/officeDocument/2006/relationships/slide" Target="slides/slide1.xml" /><Relationship Id="rId15" Type="http://schemas.openxmlformats.org/officeDocument/2006/relationships/tableStyles" Target="tableStyles.xml" /><Relationship Id="rId9" Type="http://schemas.openxmlformats.org/officeDocument/2006/relationships/slide" Target="slides/slide9.xml" /><Relationship Id="rId7" Type="http://schemas.openxmlformats.org/officeDocument/2006/relationships/slide" Target="slides/slide7.xml" /><Relationship Id="rId16" Type="http://schemas.openxmlformats.org/officeDocument/2006/relationships/viewProps" Target="viewProps.xml" /><Relationship Id="rId2" Type="http://schemas.openxmlformats.org/officeDocument/2006/relationships/slide" Target="slides/slide2.xml" /><Relationship Id="rId6" Type="http://schemas.openxmlformats.org/officeDocument/2006/relationships/slide" Target="slides/slide6.xml" /><Relationship Id="rId11" Type="http://schemas.openxmlformats.org/officeDocument/2006/relationships/slide" Target="slides/slide11.xml" /><Relationship Id="rId3" Type="http://schemas.openxmlformats.org/officeDocument/2006/relationships/slide" Target="slides/slide3.xml" /><Relationship Id="rId4" Type="http://schemas.openxmlformats.org/officeDocument/2006/relationships/slide" Target="slides/slide4.xml" /></Relationship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7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8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9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0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lang="en-US" smtClean="fals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type="obj">
  <p:cSld name="Title and Content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9" name="Content Placeholder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0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11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2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type="secHead">
  <p:cSld name="Section Header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/>
          <p:cNvSpPr>
            <a:spLocks noGrp="true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true" cap="all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1" name="Text Placeholder 2"/>
          <p:cNvSpPr>
            <a:spLocks noGrp="true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22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23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24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type="twoObj">
  <p:cSld name="Two Content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7" name="Content Placeholder 2"/>
          <p:cNvSpPr>
            <a:spLocks noGrp="true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8" name="Content Placeholder 3"/>
          <p:cNvSpPr>
            <a:spLocks noGrp="true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9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30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31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type="twoTxTwoObj">
  <p:cSld name="Comparison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/>
          <p:cNvSpPr>
            <a:spLocks noGrp="true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4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5" name="Content Placeholder 3"/>
          <p:cNvSpPr>
            <a:spLocks noGrp="true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6" name="Text Placeholder 4"/>
          <p:cNvSpPr>
            <a:spLocks noGrp="true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7" name="Content Placeholder 5"/>
          <p:cNvSpPr>
            <a:spLocks noGrp="true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8" name="Date Placeholder 6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39" name="Footer Placeholder 7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0" name="Slide Number Placeholder 8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type="titleOnly">
  <p:cSld name="Title Only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43" name="Date Placeholder 2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44" name="Footer Placeholder 3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5" name="Slide Number Placeholder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type="blank">
  <p:cSld name="Blank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Date Placeholder 1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48" name="Footer Placeholder 2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9" name="Slide Number Placeholder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type="objTx">
  <p:cSld name="Content with Caption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1"/>
          <p:cNvSpPr>
            <a:spLocks noGrp="true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2" name="Content Placeholder 2"/>
          <p:cNvSpPr>
            <a:spLocks noGrp="true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53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54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55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56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type="picTx">
  <p:cSld name="Picture with Caption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true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9" name="Picture Placeholder 2"/>
          <p:cNvSpPr>
            <a:spLocks noGrp="true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/>
            <a:endParaRPr lang="en-US"/>
          </a:p>
        </p:txBody>
      </p:sp>
      <p:sp>
        <p:nvSpPr>
          <p:cNvPr id="60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61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62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3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type="vertTx">
  <p:cSld name="Title and Vertical Text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66" name="Vertical Text Placeholder 2"/>
          <p:cNvSpPr>
            <a:spLocks noGrp="true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67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68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9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type="vertTitleAndTx">
  <p:cSld name="Vertical Title and Text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Vertical Title 1"/>
          <p:cNvSpPr>
            <a:spLocks noGrp="true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15" name="Vertical Text Placeholder 2"/>
          <p:cNvSpPr>
            <a:spLocks noGrp="true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6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17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8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9" Type="http://schemas.openxmlformats.org/officeDocument/2006/relationships/slideLayout" Target="../slideLayouts/slideLayout10.xml" /><Relationship Id="rId8" Type="http://schemas.openxmlformats.org/officeDocument/2006/relationships/slideLayout" Target="../slideLayouts/slideLayout9.xml" /><Relationship Id="rId6" Type="http://schemas.openxmlformats.org/officeDocument/2006/relationships/slideLayout" Target="../slideLayouts/slideLayout7.xml" /><Relationship Id="rId5" Type="http://schemas.openxmlformats.org/officeDocument/2006/relationships/slideLayout" Target="../slideLayouts/slideLayout6.xml" /><Relationship Id="rId1" Type="http://schemas.openxmlformats.org/officeDocument/2006/relationships/slideLayout" Target="../slideLayouts/slideLayout2.xml" /><Relationship Id="rId0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1.xml" /><Relationship Id="rId4" Type="http://schemas.openxmlformats.org/officeDocument/2006/relationships/slideLayout" Target="../slideLayouts/slideLayout5.xml" /><Relationship Id="rId11" Type="http://schemas.openxmlformats.org/officeDocument/2006/relationships/theme" Target="../theme/theme1.xml" /><Relationship Id="rId7" Type="http://schemas.openxmlformats.org/officeDocument/2006/relationships/slideLayout" Target="../slideLayouts/slideLayout8.xml" /><Relationship Id="rId3" Type="http://schemas.openxmlformats.org/officeDocument/2006/relationships/slideLayout" Target="../slideLayouts/slideLayout4.xml" /><Relationship Id="rId2" Type="http://schemas.openxmlformats.org/officeDocument/2006/relationships/slideLayout" Target="../slideLayouts/slideLayout3.xml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true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false" anchor="ctr">
            <a:normAutofit/>
          </a:bodyPr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false">
            <a:normAutofit/>
          </a:bodyPr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xStyles>
    <p:titleStyle>
      <a:lvl1pPr algn="ctr" defTabSz="457200" rtl="false" eaLnBrk="true" latinLnBrk="false" hangingPunct="true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false" eaLnBrk="true" latinLnBrk="false" hangingPunct="true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false" eaLnBrk="true" latinLnBrk="false" hangingPunct="true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false" eaLnBrk="true" latinLnBrk="false" hangingPunct="true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false" eaLnBrk="true" latinLnBrk="false" hangingPunct="true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media/image1.jpg" /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image" Target="media/image6.jpg" /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image" Target="media/image7.jpg" /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media/image8.jpg" /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image" Target="media/image9.jpg" /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image" Target="media/image10.jpg" /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image" Target="media/image11.jpg" /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image" Target="media/image12.jpg" /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image" Target="media/image13.jpg" /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image" Target="media/image2.jpg" /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image" Target="media/image3.jpg" /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image" Target="media/image4.jpg" /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image" Target="media/image5.jpg" /><Relationship Id="rId0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" name="Picture 3" descr="Slide 1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5" name=""/>
          <p:cNvSpPr txBox="true"/>
          <p:nvPr/>
        </p:nvSpPr>
        <p:spPr>
          <a:xfrm rot="0" flipH="false" flipV="false">
            <a:off x="3992071" y="1322626"/>
            <a:ext cx="2522467" cy="368299"/>
          </a:xfrm>
          <a:prstGeom prst="rect">
            <a:avLst/>
          </a:prstGeom>
          <a:solidFill>
            <a:schemeClr val="tx2">
              <a:lumMod val="20000"/>
              <a:lumOff val="8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en-US"/>
              <a:t>EMA GAP</a:t>
            </a:r>
            <a:r>
              <a:rPr lang="zh-CN"/>
              <a:t>，最终旗形</a:t>
            </a:r>
            <a:endParaRPr/>
          </a:p>
        </p:txBody>
      </p:sp>
      <p:sp>
        <p:nvSpPr>
          <p:cNvPr id="6" name=""/>
          <p:cNvSpPr txBox="true"/>
          <p:nvPr/>
        </p:nvSpPr>
        <p:spPr>
          <a:xfrm rot="0" flipH="false" flipV="false">
            <a:off x="3870690" y="3385168"/>
            <a:ext cx="2061221" cy="368299"/>
          </a:xfrm>
          <a:prstGeom prst="rect">
            <a:avLst/>
          </a:prstGeom>
          <a:solidFill>
            <a:schemeClr val="accent1">
              <a:lumMod val="40000"/>
              <a:lumOff val="6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大多数的顶是双顶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6" name="Picture 3" descr="Slide 2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7" name=""/>
          <p:cNvSpPr txBox="true"/>
          <p:nvPr/>
        </p:nvSpPr>
        <p:spPr>
          <a:xfrm rot="0" flipH="false" flipV="false">
            <a:off x="5395365" y="3930651"/>
            <a:ext cx="3062835" cy="368299"/>
          </a:xfrm>
          <a:prstGeom prst="rect">
            <a:avLst/>
          </a:prstGeom>
          <a:solidFill>
            <a:schemeClr val="accent5">
              <a:lumMod val="40000"/>
              <a:lumOff val="6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en-US"/>
              <a:t>Early sign</a:t>
            </a:r>
            <a:r>
              <a:rPr lang="zh-CN"/>
              <a:t>空头将会</a:t>
            </a:r>
            <a:r>
              <a:rPr lang="en-US"/>
              <a:t>take control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0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31" name="Picture 3" descr="Slide 3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2" name=""/>
          <p:cNvSpPr txBox="true"/>
          <p:nvPr/>
        </p:nvSpPr>
        <p:spPr>
          <a:xfrm rot="0" flipH="false" flipV="false">
            <a:off x="7772400" y="4258715"/>
            <a:ext cx="2166417" cy="368299"/>
          </a:xfrm>
          <a:prstGeom prst="rect">
            <a:avLst/>
          </a:prstGeom>
          <a:solidFill>
            <a:schemeClr val="tx2">
              <a:lumMod val="20000"/>
              <a:lumOff val="8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连续阴线在</a:t>
            </a:r>
            <a:r>
              <a:rPr lang="en-US"/>
              <a:t>EMA</a:t>
            </a:r>
            <a:r>
              <a:rPr lang="zh-CN"/>
              <a:t>下方</a:t>
            </a:r>
            <a:endParaRPr/>
          </a:p>
        </p:txBody>
      </p:sp>
      <p:sp>
        <p:nvSpPr>
          <p:cNvPr id="33" name=""/>
          <p:cNvSpPr txBox="true"/>
          <p:nvPr/>
        </p:nvSpPr>
        <p:spPr>
          <a:xfrm rot="0" flipH="false" flipV="false">
            <a:off x="1475448" y="1345975"/>
            <a:ext cx="4279900" cy="641350"/>
          </a:xfrm>
          <a:prstGeom prst="rect">
            <a:avLst/>
          </a:prstGeom>
          <a:solidFill>
            <a:schemeClr val="accent3">
              <a:lumMod val="40000"/>
              <a:lumOff val="6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环境：左边的</a:t>
            </a:r>
            <a:r>
              <a:rPr lang="en-US"/>
              <a:t>K</a:t>
            </a:r>
            <a:r>
              <a:rPr lang="zh-CN"/>
              <a:t>线要有合理的反转机会</a:t>
            </a:r>
            <a:endParaRPr/>
          </a:p>
          <a:p>
            <a:pPr/>
            <a:r>
              <a:rPr lang="zh-CN"/>
              <a:t>信号：好的信号</a:t>
            </a:r>
            <a:r>
              <a:rPr lang="en-US"/>
              <a:t>K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6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37" name="Picture 3" descr="Slide 4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0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1" name="Picture 3" descr="Slide 5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42" name=""/>
          <p:cNvSpPr txBox="true"/>
          <p:nvPr/>
        </p:nvSpPr>
        <p:spPr>
          <a:xfrm rot="0" flipH="false" flipV="false">
            <a:off x="909006" y="868545"/>
            <a:ext cx="4391727" cy="368300"/>
          </a:xfrm>
          <a:prstGeom prst="rect">
            <a:avLst/>
          </a:prstGeom>
          <a:solidFill>
            <a:schemeClr val="accent2">
              <a:lumMod val="40000"/>
              <a:lumOff val="6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所有的主趋势反转，都是简单的多个双顶</a:t>
            </a:r>
            <a:endParaRPr/>
          </a:p>
        </p:txBody>
      </p:sp>
      <p:sp>
        <p:nvSpPr>
          <p:cNvPr id="43" name=""/>
          <p:cNvSpPr txBox="true"/>
          <p:nvPr/>
        </p:nvSpPr>
        <p:spPr>
          <a:xfrm rot="0" flipH="false" flipV="false">
            <a:off x="4485685" y="4946931"/>
            <a:ext cx="4391723" cy="914400"/>
          </a:xfrm>
          <a:prstGeom prst="rect">
            <a:avLst/>
          </a:prstGeom>
          <a:solidFill>
            <a:schemeClr val="accent1">
              <a:lumMod val="40000"/>
              <a:lumOff val="6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原理相同</a:t>
            </a:r>
            <a:endParaRPr/>
          </a:p>
          <a:p>
            <a:pPr/>
            <a:r>
              <a:rPr lang="zh-CN"/>
              <a:t>市场在测试上涨趋势的高点</a:t>
            </a:r>
            <a:endParaRPr/>
          </a:p>
          <a:p>
            <a:pPr/>
            <a:r>
              <a:rPr lang="zh-CN"/>
              <a:t>决定是突破形成新的高点还是反转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6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7" name="Picture 3" descr="Slide 6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0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51" name="Picture 3" descr="Slide 7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4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55" name="Picture 3" descr="Slide 8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8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59" name="Picture 3" descr="Slide 9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60" name=""/>
          <p:cNvSpPr txBox="true"/>
          <p:nvPr/>
        </p:nvSpPr>
        <p:spPr>
          <a:xfrm rot="0" flipH="false" flipV="false">
            <a:off x="5246337" y="1022294"/>
            <a:ext cx="3938572" cy="641350"/>
          </a:xfrm>
          <a:prstGeom prst="rect">
            <a:avLst/>
          </a:prstGeom>
          <a:solidFill>
            <a:schemeClr val="accent3">
              <a:lumMod val="40000"/>
              <a:lumOff val="6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也就是说，在反转之前，空方的力量就开始显现了，直到最后反转成功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0" name="Picture 3" descr="Slide 10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4" name="Picture 3" descr="Slide 11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8" name="Picture 3" descr="Slide 12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2" name="Picture 3" descr="Slide 13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true"/>
        </a:gradFill>
        <a:gradFill rotWithShape="true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false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false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true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true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cp="http://schemas.openxmlformats.org/package/2006/metadata/core-properties" xmlns:dc="http://purl.org/dc/elements/1.1/">
  <dcterms:created xsi:type="dcterms:W3CDTF">2024-11-18T11:03:26Z</dcterms:created>
  <dcterms:modified xsi:type="dcterms:W3CDTF">2024-11-18T11:03:26Z</dcterms:modified>
</cp:coreProperties>
</file>