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13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7" Type="http://schemas.openxmlformats.org/officeDocument/2006/relationships/viewProps" Target="viewProps.xml" /><Relationship Id="rId26" Type="http://schemas.openxmlformats.org/officeDocument/2006/relationships/tableStyles" Target="tableStyles.xml" /><Relationship Id="rId24" Type="http://schemas.openxmlformats.org/officeDocument/2006/relationships/slide" Target="slides/slide24.xml" /><Relationship Id="rId23" Type="http://schemas.openxmlformats.org/officeDocument/2006/relationships/slide" Target="slides/slide23.xml" /><Relationship Id="rId9" Type="http://schemas.openxmlformats.org/officeDocument/2006/relationships/slide" Target="slides/slide9.xml" /><Relationship Id="rId12" Type="http://schemas.openxmlformats.org/officeDocument/2006/relationships/slide" Target="slides/slide12.xml" /><Relationship Id="rId5" Type="http://schemas.openxmlformats.org/officeDocument/2006/relationships/slide" Target="slides/slide5.xml" /><Relationship Id="rId16" Type="http://schemas.openxmlformats.org/officeDocument/2006/relationships/slide" Target="slides/slide16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25" Type="http://schemas.openxmlformats.org/officeDocument/2006/relationships/presProps" Target="presProps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22" Type="http://schemas.openxmlformats.org/officeDocument/2006/relationships/slide" Target="slides/slide22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20" Type="http://schemas.openxmlformats.org/officeDocument/2006/relationships/slide" Target="slides/slide20.xml" /><Relationship Id="rId19" Type="http://schemas.openxmlformats.org/officeDocument/2006/relationships/slide" Target="slides/slide19.xml" /><Relationship Id="rId10" Type="http://schemas.openxmlformats.org/officeDocument/2006/relationships/slide" Target="slides/slide10.xml" /><Relationship Id="rId21" Type="http://schemas.openxmlformats.org/officeDocument/2006/relationships/slide" Target="slides/slide21.xml" /><Relationship Id="rId18" Type="http://schemas.openxmlformats.org/officeDocument/2006/relationships/slide" Target="slides/slide18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5" Type="http://schemas.openxmlformats.org/officeDocument/2006/relationships/slideLayout" Target="../slideLayouts/slideLayout6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2122811" y="4251016"/>
            <a:ext cx="2303982" cy="368299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失败的的主趋势反转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3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7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1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5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6" name=""/>
          <p:cNvSpPr txBox="true"/>
          <p:nvPr/>
        </p:nvSpPr>
        <p:spPr>
          <a:xfrm rot="0" flipH="false" flipV="false">
            <a:off x="3161962" y="5924550"/>
            <a:ext cx="2646095" cy="1130300"/>
          </a:xfrm>
          <a:solidFill>
            <a:schemeClr val="accent3">
              <a:lumMod val="60000"/>
              <a:lumOff val="40000"/>
              <a:alpha val="100000"/>
            </a:schemeClr>
          </a:solidFill>
        </p:spPr>
        <p:txBody>
          <a:bodyPr>
            <a:spAutoFit/>
          </a:bodyPr>
          <a:p>
            <a:pPr/>
            <a:r>
              <a:rPr sz="170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</a:rPr>
              <a:t>下降窄通道</a:t>
            </a:r>
            <a:endParaRPr/>
          </a:p>
          <a:p>
            <a:pPr/>
            <a:r>
              <a:rPr sz="170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</a:rPr>
              <a:t>反转大概率是小反转</a:t>
            </a:r>
            <a:endParaRPr/>
          </a:p>
          <a:p>
            <a:pPr/>
            <a:r>
              <a:rPr sz="170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</a:rPr>
              <a:t>结果就是TR</a:t>
            </a:r>
            <a:endParaRPr/>
          </a:p>
          <a:p>
            <a:pPr/>
            <a:r>
              <a:rPr sz="170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</a:rPr>
              <a:t>然后又一次MTR的尝试</a:t>
            </a:r>
            <a:endParaRPr/>
          </a:p>
        </p:txBody>
      </p:sp>
      <p:cxnSp>
        <p:nvCxnSpPr>
          <p:cNvPr id="87" name=""/>
          <p:cNvCxnSpPr/>
          <p:nvPr/>
        </p:nvCxnSpPr>
        <p:spPr>
          <a:xfrm rot="0" flipH="false" flipV="true">
            <a:off x="4485010" y="5529558"/>
            <a:ext cx="1472750" cy="534074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88" name=""/>
          <p:cNvCxnSpPr/>
          <p:nvPr/>
        </p:nvCxnSpPr>
        <p:spPr>
          <a:xfrm rot="0" flipH="false" flipV="true">
            <a:off x="5483226" y="6058436"/>
            <a:ext cx="2969776" cy="817295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3" name=""/>
          <p:cNvSpPr txBox="true"/>
          <p:nvPr/>
        </p:nvSpPr>
        <p:spPr>
          <a:xfrm rot="0" flipH="false" flipV="false">
            <a:off x="342562" y="5638800"/>
            <a:ext cx="3079750" cy="118745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不停画最新的趋势线</a:t>
            </a:r>
            <a:endParaRPr/>
          </a:p>
          <a:p>
            <a:pPr/>
            <a:r>
              <a:rPr lang="zh-CN"/>
              <a:t>每次趋势线被突破</a:t>
            </a:r>
            <a:endParaRPr/>
          </a:p>
          <a:p>
            <a:pPr/>
            <a:r>
              <a:rPr lang="zh-CN"/>
              <a:t>然后趋势延续</a:t>
            </a:r>
            <a:endParaRPr/>
          </a:p>
          <a:p>
            <a:pPr/>
            <a:r>
              <a:rPr lang="zh-CN"/>
              <a:t>都可能代表下降趋势要结束了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7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8" name=""/>
          <p:cNvSpPr txBox="true"/>
          <p:nvPr/>
        </p:nvSpPr>
        <p:spPr>
          <a:xfrm rot="0" flipH="false" flipV="false">
            <a:off x="6363178" y="2745898"/>
            <a:ext cx="4190043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下降趋势延续，然后在测试前低点失败后反转向上，那么这次反转就是大反转</a:t>
            </a:r>
            <a:endParaRPr/>
          </a:p>
        </p:txBody>
      </p:sp>
      <p:sp>
        <p:nvSpPr>
          <p:cNvPr id="99" name=""/>
          <p:cNvSpPr txBox="true"/>
          <p:nvPr/>
        </p:nvSpPr>
        <p:spPr>
          <a:xfrm rot="0" flipH="false" flipV="false">
            <a:off x="6363178" y="3600450"/>
            <a:ext cx="3056541" cy="368299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也就是说，这个熊旗失败了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3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4" name=""/>
          <p:cNvSpPr txBox="true"/>
          <p:nvPr/>
        </p:nvSpPr>
        <p:spPr>
          <a:xfrm rot="0" flipH="false" flipV="false">
            <a:off x="6549154" y="2899646"/>
            <a:ext cx="5921289" cy="64135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LL MTR</a:t>
            </a:r>
            <a:r>
              <a:rPr lang="zh-CN"/>
              <a:t>，两腿上涨</a:t>
            </a:r>
            <a:endParaRPr/>
          </a:p>
          <a:p>
            <a:pPr/>
            <a:r>
              <a:rPr lang="en-US"/>
              <a:t>HL MTR</a:t>
            </a:r>
            <a:r>
              <a:rPr lang="zh-CN"/>
              <a:t>，就只剩一腿上涨了，此时要考虑止盈的问题了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5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3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7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1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Slide 2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Slide 2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2024-11-18T11:03:16Z</dcterms:created>
  <dcterms:modified xsi:type="dcterms:W3CDTF">2024-11-18T11:03:16Z</dcterms:modified>
</cp:coreProperties>
</file>