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7" Type="http://schemas.openxmlformats.org/officeDocument/2006/relationships/slide" Target="slides/slide7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8" Type="http://schemas.openxmlformats.org/officeDocument/2006/relationships/slide" Target="slides/slide8.xml" /><Relationship Id="rId14" Type="http://schemas.openxmlformats.org/officeDocument/2006/relationships/viewProps" Target="viewProps.xml" /><Relationship Id="rId12" Type="http://schemas.openxmlformats.org/officeDocument/2006/relationships/presProps" Target="presProps.xml" /><Relationship Id="rId13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3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7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1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2" name=""/>
          <p:cNvSpPr txBox="true"/>
          <p:nvPr/>
        </p:nvSpPr>
        <p:spPr>
          <a:xfrm rot="0" flipH="false" flipV="false">
            <a:off x="5068311" y="1095122"/>
            <a:ext cx="2894813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ii patern late in a trend,</a:t>
            </a:r>
            <a:r>
              <a:rPr lang="en-US"/>
              <a:t>often leads to a reversal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cxnSp>
        <p:nvCxnSpPr>
          <p:cNvPr id="9" name=""/>
          <p:cNvCxnSpPr>
            <a:stCxn id="10" idx="2"/>
          </p:cNvCxnSpPr>
          <p:nvPr/>
        </p:nvCxnSpPr>
        <p:spPr>
          <a:xfrm rot="0" flipH="false" flipV="false">
            <a:off x="7315201" y="3600450"/>
            <a:ext cx="188812" cy="812405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10" name=""/>
          <p:cNvSpPr txBox="true"/>
          <p:nvPr/>
        </p:nvSpPr>
        <p:spPr>
          <a:xfrm rot="0" flipH="false" flipV="false">
            <a:off x="6668962" y="3232150"/>
            <a:ext cx="1292477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突破趋势线</a:t>
            </a:r>
            <a:endParaRPr/>
          </a:p>
        </p:txBody>
      </p:sp>
      <p:sp>
        <p:nvSpPr>
          <p:cNvPr id="11" name=""/>
          <p:cNvSpPr txBox="true"/>
          <p:nvPr/>
        </p:nvSpPr>
        <p:spPr>
          <a:xfrm rot="0" flipH="false" flipV="false">
            <a:off x="3698060" y="4412855"/>
            <a:ext cx="2696221" cy="9144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下跌持续</a:t>
            </a:r>
            <a:r>
              <a:rPr lang="en-US"/>
              <a:t>20</a:t>
            </a:r>
            <a:r>
              <a:rPr lang="zh-CN"/>
              <a:t>多个</a:t>
            </a:r>
            <a:r>
              <a:rPr lang="en-US"/>
              <a:t>K</a:t>
            </a:r>
            <a:r>
              <a:rPr lang="zh-CN"/>
              <a:t>之后</a:t>
            </a:r>
            <a:endParaRPr/>
          </a:p>
          <a:p>
            <a:pPr/>
            <a:r>
              <a:rPr lang="zh-CN"/>
              <a:t>下跌开始停滞</a:t>
            </a:r>
            <a:endParaRPr/>
          </a:p>
          <a:p>
            <a:pPr/>
            <a:r>
              <a:rPr lang="zh-CN"/>
              <a:t>水平区间，多空力量平衡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5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2024-11-18T11:03:07Z</dcterms:created>
  <dcterms:modified xsi:type="dcterms:W3CDTF">2024-11-18T11:03:07Z</dcterms:modified>
</cp:coreProperties>
</file>