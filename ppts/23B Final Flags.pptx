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3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"/>
          <p:cNvSpPr txBox="true"/>
          <p:nvPr/>
        </p:nvSpPr>
        <p:spPr>
          <a:xfrm rot="0" flipH="false" flipV="false">
            <a:off x="2794000" y="6825323"/>
            <a:ext cx="1778000" cy="9144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下降窄通道</a:t>
            </a:r>
            <a:endParaRPr/>
          </a:p>
          <a:p>
            <a:pPr/>
            <a:r>
              <a:rPr lang="zh-CN"/>
              <a:t>第一次</a:t>
            </a:r>
            <a:r>
              <a:rPr lang="en-US"/>
              <a:t>reversal</a:t>
            </a:r>
            <a:r>
              <a:rPr lang="zh-CN"/>
              <a:t>大概率</a:t>
            </a:r>
            <a:r>
              <a:rPr lang="zh-CN"/>
              <a:t>是</a:t>
            </a:r>
            <a:r>
              <a:rPr lang="en-US"/>
              <a:t>minor</a:t>
            </a:r>
            <a:endParaRPr/>
          </a:p>
        </p:txBody>
      </p:sp>
      <p:sp>
        <p:nvSpPr>
          <p:cNvPr id="23" name=""/>
          <p:cNvSpPr txBox="true"/>
          <p:nvPr/>
        </p:nvSpPr>
        <p:spPr>
          <a:xfrm rot="0" flipH="false" flipV="false">
            <a:off x="4572000" y="6825323"/>
            <a:ext cx="1778000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结果是</a:t>
            </a:r>
            <a:r>
              <a:rPr lang="en-US"/>
              <a:t>Bear Flag</a:t>
            </a:r>
            <a:r>
              <a:rPr lang="zh-CN"/>
              <a:t>或者</a:t>
            </a:r>
            <a:r>
              <a:rPr lang="en-US"/>
              <a:t>TR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7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8" name=""/>
          <p:cNvSpPr txBox="true"/>
          <p:nvPr/>
        </p:nvSpPr>
        <p:spPr>
          <a:xfrm rot="0" flipH="false" flipV="false">
            <a:off x="3409444" y="973742"/>
            <a:ext cx="3016081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环境需要表明反转是合理的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3" name=""/>
          <p:cNvSpPr txBox="true"/>
          <p:nvPr/>
        </p:nvSpPr>
        <p:spPr>
          <a:xfrm rot="0" flipH="false" flipV="false">
            <a:off x="445400" y="865539"/>
            <a:ext cx="4984018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如果第一次反转是小反转：期待大反转很快到来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6467785" y="2681288"/>
            <a:ext cx="850900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Ex Gap</a:t>
            </a:r>
            <a:endParaRPr/>
          </a:p>
        </p:txBody>
      </p:sp>
      <p:sp>
        <p:nvSpPr>
          <p:cNvPr id="43" name=""/>
          <p:cNvSpPr txBox="true"/>
          <p:nvPr/>
        </p:nvSpPr>
        <p:spPr>
          <a:xfrm rot="0" flipH="false" flipV="false">
            <a:off x="1135582" y="2271713"/>
            <a:ext cx="4006850" cy="6413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Bull Trend </a:t>
            </a:r>
            <a:r>
              <a:rPr lang="zh-CN"/>
              <a:t>然后</a:t>
            </a:r>
            <a:r>
              <a:rPr lang="en-US"/>
              <a:t>TTR</a:t>
            </a:r>
            <a:r>
              <a:rPr lang="zh-CN"/>
              <a:t>（可以是</a:t>
            </a:r>
            <a:r>
              <a:rPr lang="en-US"/>
              <a:t>Final Flag</a:t>
            </a:r>
            <a:r>
              <a:rPr lang="zh-CN"/>
              <a:t>）</a:t>
            </a:r>
            <a:endParaRPr/>
          </a:p>
          <a:p>
            <a:pPr/>
            <a:r>
              <a:rPr lang="zh-CN"/>
              <a:t>最后</a:t>
            </a:r>
            <a:r>
              <a:rPr lang="en-US"/>
              <a:t>Ex Gap</a:t>
            </a:r>
            <a:r>
              <a:rPr lang="zh-CN"/>
              <a:t>，上涨趋势结束</a:t>
            </a:r>
            <a:endParaRPr/>
          </a:p>
        </p:txBody>
      </p:sp>
      <p:sp>
        <p:nvSpPr>
          <p:cNvPr id="44" name=""/>
          <p:cNvSpPr txBox="true"/>
          <p:nvPr/>
        </p:nvSpPr>
        <p:spPr>
          <a:xfrm rot="0" flipH="false" flipV="false">
            <a:off x="6883400" y="1114425"/>
            <a:ext cx="1778000" cy="73025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 sz="1400"/>
              <a:t>Buy The Close Bull</a:t>
            </a:r>
            <a:r>
              <a:rPr lang="zh-CN" sz="1400"/>
              <a:t>没有机会打平出局</a:t>
            </a:r>
            <a:endParaRPr/>
          </a:p>
          <a:p>
            <a:pPr/>
            <a:r>
              <a:rPr lang="zh-CN" sz="1400"/>
              <a:t>后面几个</a:t>
            </a:r>
            <a:r>
              <a:rPr lang="en-US" sz="1400"/>
              <a:t>bar</a:t>
            </a:r>
            <a:r>
              <a:rPr lang="zh-CN" sz="1400"/>
              <a:t>很失望</a:t>
            </a:r>
            <a:endParaRPr/>
          </a:p>
        </p:txBody>
      </p:sp>
      <p:sp>
        <p:nvSpPr>
          <p:cNvPr id="45" name=""/>
          <p:cNvSpPr txBox="true"/>
          <p:nvPr/>
        </p:nvSpPr>
        <p:spPr>
          <a:xfrm rot="0" flipH="false" flipV="false">
            <a:off x="7641579" y="3600450"/>
            <a:ext cx="1365306" cy="6413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最小目标位</a:t>
            </a:r>
            <a:endParaRPr/>
          </a:p>
          <a:p>
            <a:pPr/>
            <a:r>
              <a:rPr lang="zh-CN"/>
              <a:t>回到起涨点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4" name=""/>
          <p:cNvSpPr txBox="true"/>
          <p:nvPr/>
        </p:nvSpPr>
        <p:spPr>
          <a:xfrm rot="0" flipH="false" flipV="false">
            <a:off x="4572000" y="1203325"/>
            <a:ext cx="1373398" cy="64135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买入高潮</a:t>
            </a:r>
            <a:endParaRPr/>
          </a:p>
          <a:p>
            <a:pPr/>
            <a:r>
              <a:rPr lang="zh-CN"/>
              <a:t>然后</a:t>
            </a:r>
            <a:r>
              <a:rPr lang="en-US"/>
              <a:t>iii</a:t>
            </a:r>
            <a:r>
              <a:rPr lang="zh-CN"/>
              <a:t>牛旗</a:t>
            </a:r>
            <a:endParaRPr/>
          </a:p>
        </p:txBody>
      </p:sp>
      <p:sp>
        <p:nvSpPr>
          <p:cNvPr id="55" name=""/>
          <p:cNvSpPr txBox="true"/>
          <p:nvPr/>
        </p:nvSpPr>
        <p:spPr>
          <a:xfrm rot="0" flipH="false" flipV="false">
            <a:off x="5258699" y="3143250"/>
            <a:ext cx="1935457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Ex Gap</a:t>
            </a:r>
            <a:endParaRPr/>
          </a:p>
          <a:p>
            <a:pPr/>
            <a:r>
              <a:rPr lang="en-US"/>
              <a:t>Bull BO </a:t>
            </a:r>
            <a:endParaRPr/>
          </a:p>
          <a:p>
            <a:pPr/>
            <a:r>
              <a:rPr lang="en-US"/>
              <a:t>late in a bull trend</a:t>
            </a:r>
            <a:endParaRPr/>
          </a:p>
        </p:txBody>
      </p:sp>
      <p:sp>
        <p:nvSpPr>
          <p:cNvPr id="56" name=""/>
          <p:cNvSpPr txBox="true"/>
          <p:nvPr/>
        </p:nvSpPr>
        <p:spPr>
          <a:xfrm rot="0" flipH="false" flipV="false">
            <a:off x="6613890" y="1090037"/>
            <a:ext cx="1697079" cy="6413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 sz="1200"/>
              <a:t>Final Bull Flag</a:t>
            </a:r>
            <a:endParaRPr/>
          </a:p>
          <a:p>
            <a:pPr/>
            <a:r>
              <a:rPr lang="zh-CN" sz="1200"/>
              <a:t>但是没能成功向上突破</a:t>
            </a:r>
            <a:endParaRPr/>
          </a:p>
          <a:p>
            <a:pPr/>
            <a:r>
              <a:rPr lang="zh-CN" sz="1200"/>
              <a:t>反而向下突破了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"/>
          <p:cNvSpPr txBox="true"/>
          <p:nvPr/>
        </p:nvSpPr>
        <p:spPr>
          <a:xfrm rot="0" flipH="false" flipV="false">
            <a:off x="9478471" y="5982712"/>
            <a:ext cx="1915563" cy="27305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到这里，只有</a:t>
            </a:r>
            <a:r>
              <a:rPr lang="en-US" sz="1200"/>
              <a:t>strong bulls</a:t>
            </a:r>
            <a:r>
              <a:rPr lang="zh-CN" sz="1200"/>
              <a:t>了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2024-11-18T11:03:00Z</dcterms:created>
  <dcterms:modified xsi:type="dcterms:W3CDTF">2024-11-18T11:03:00Z</dcterms:modified>
</cp:coreProperties>
</file>