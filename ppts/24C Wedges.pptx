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3" Type="http://schemas.openxmlformats.org/officeDocument/2006/relationships/slide" Target="slides/slide13.xml" /><Relationship Id="rId23" Type="http://schemas.openxmlformats.org/officeDocument/2006/relationships/viewProps" Target="viewProps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21" Type="http://schemas.openxmlformats.org/officeDocument/2006/relationships/presProps" Target="presProps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22" Type="http://schemas.openxmlformats.org/officeDocument/2006/relationships/tableStyles" Target="tableStyles.xml" /><Relationship Id="rId3" Type="http://schemas.openxmlformats.org/officeDocument/2006/relationships/slide" Target="slides/slide3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0" name=""/>
          <p:cNvSpPr txBox="true"/>
          <p:nvPr/>
        </p:nvSpPr>
        <p:spPr>
          <a:xfrm rot="0" flipH="false" flipV="false">
            <a:off x="4572000" y="3565525"/>
            <a:ext cx="2149784" cy="641350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不要把</a:t>
            </a:r>
            <a:r>
              <a:rPr lang="en-US"/>
              <a:t>tight channel</a:t>
            </a:r>
            <a:r>
              <a:rPr lang="zh-CN"/>
              <a:t>当成</a:t>
            </a:r>
            <a:r>
              <a:rPr lang="en-US"/>
              <a:t>Wedge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7" name=""/>
          <p:cNvSpPr txBox="true"/>
          <p:nvPr/>
        </p:nvSpPr>
        <p:spPr>
          <a:xfrm rot="0" flipH="false" flipV="false">
            <a:off x="4485685" y="1960970"/>
            <a:ext cx="1778000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突破之后</a:t>
            </a:r>
            <a:endParaRPr/>
          </a:p>
          <a:p>
            <a:pPr/>
            <a:r>
              <a:rPr lang="zh-CN"/>
              <a:t>重新数</a:t>
            </a:r>
            <a:r>
              <a:rPr lang="en-US"/>
              <a:t>K</a:t>
            </a:r>
            <a:r>
              <a:rPr lang="zh-CN"/>
              <a:t>线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2" name=""/>
          <p:cNvSpPr txBox="true"/>
          <p:nvPr/>
        </p:nvSpPr>
        <p:spPr>
          <a:xfrm rot="0" flipH="false" flipV="false">
            <a:off x="6853055" y="1680755"/>
            <a:ext cx="3210290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Legs</a:t>
            </a:r>
            <a:r>
              <a:rPr lang="zh-CN"/>
              <a:t>的</a:t>
            </a:r>
            <a:r>
              <a:rPr lang="en-US"/>
              <a:t>K</a:t>
            </a:r>
            <a:r>
              <a:rPr lang="zh-CN"/>
              <a:t>线数量大体相等比较好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7" name=""/>
          <p:cNvSpPr txBox="true"/>
          <p:nvPr/>
        </p:nvSpPr>
        <p:spPr>
          <a:xfrm rot="0" flipH="false" flipV="false">
            <a:off x="7479738" y="4629150"/>
            <a:ext cx="1462410" cy="64135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强势突破后</a:t>
            </a:r>
            <a:endParaRPr/>
          </a:p>
          <a:p>
            <a:pPr/>
            <a:r>
              <a:rPr lang="zh-CN"/>
              <a:t>重新开始数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1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2" name=""/>
          <p:cNvSpPr txBox="true"/>
          <p:nvPr/>
        </p:nvSpPr>
        <p:spPr>
          <a:xfrm rot="0" flipH="false" flipV="false">
            <a:off x="423483" y="5108772"/>
            <a:ext cx="2679700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前低后高之间有</a:t>
            </a:r>
            <a:r>
              <a:rPr lang="en-US"/>
              <a:t>gap</a:t>
            </a:r>
            <a:endParaRPr/>
          </a:p>
          <a:p>
            <a:pPr/>
            <a:r>
              <a:rPr lang="en-US"/>
              <a:t>limit order</a:t>
            </a:r>
            <a:r>
              <a:rPr lang="zh-CN"/>
              <a:t>交易者会亏损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7" name=""/>
          <p:cNvSpPr/>
          <p:nvPr/>
        </p:nvSpPr>
        <p:spPr>
          <a:xfrm rot="0" flipH="false" flipV="false">
            <a:off x="9640311" y="2009044"/>
            <a:ext cx="113288" cy="242761"/>
          </a:xfrm>
          <a:prstGeom prst="downArrow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88" name=""/>
          <p:cNvSpPr/>
          <p:nvPr/>
        </p:nvSpPr>
        <p:spPr>
          <a:xfrm rot="0" flipH="false" flipV="false">
            <a:off x="10387674" y="3357689"/>
            <a:ext cx="113288" cy="242761"/>
          </a:xfrm>
          <a:prstGeom prst="downArrow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1" name=""/>
          <p:cNvSpPr txBox="true"/>
          <p:nvPr/>
        </p:nvSpPr>
        <p:spPr>
          <a:xfrm rot="0" flipH="false" flipV="false">
            <a:off x="5367717" y="1087030"/>
            <a:ext cx="2206877" cy="6413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阴线</a:t>
            </a:r>
            <a:r>
              <a:rPr lang="en-US"/>
              <a:t>+</a:t>
            </a:r>
            <a:r>
              <a:rPr lang="zh-CN"/>
              <a:t>阳线可以看作一个最小的</a:t>
            </a:r>
            <a:r>
              <a:rPr lang="en-US"/>
              <a:t>Leg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2024-11-18T11:02:35Z</dcterms:created>
  <dcterms:modified xsi:type="dcterms:W3CDTF">2024-11-18T11:02:35Z</dcterms:modified>
</cp:coreProperties>
</file>