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9" Type="http://schemas.openxmlformats.org/officeDocument/2006/relationships/slide" Target="slides/slide9.xml" /><Relationship Id="rId5" Type="http://schemas.openxmlformats.org/officeDocument/2006/relationships/slide" Target="slides/slide5.xml" /><Relationship Id="rId8" Type="http://schemas.openxmlformats.org/officeDocument/2006/relationships/slide" Target="slides/slide8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4" Type="http://schemas.openxmlformats.org/officeDocument/2006/relationships/slide" Target="slides/slide4.xml" /><Relationship Id="rId0" Type="http://schemas.openxmlformats.org/officeDocument/2006/relationships/slideMaster" Target="slideMasters/slideMaster1.xml" /><Relationship Id="rId2" Type="http://schemas.openxmlformats.org/officeDocument/2006/relationships/slide" Target="slides/slide2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presProps" Target="presProps.xml" /><Relationship Id="rId14" Type="http://schemas.openxmlformats.org/officeDocument/2006/relationships/viewProps" Target="viewProps.xml" /><Relationship Id="rId13" Type="http://schemas.openxmlformats.org/officeDocument/2006/relationships/tableStyles" Target="tableStyle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7" name=""/>
          <p:cNvSpPr txBox="true"/>
          <p:nvPr/>
        </p:nvSpPr>
        <p:spPr>
          <a:xfrm rot="0" flipH="false" flipV="false">
            <a:off x="3409444" y="957557"/>
            <a:ext cx="2676215" cy="368299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Wedge</a:t>
            </a:r>
            <a:r>
              <a:rPr lang="zh-CN"/>
              <a:t>失败了：寻找</a:t>
            </a:r>
            <a:r>
              <a:rPr lang="en-US"/>
              <a:t>MM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1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5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9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3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7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1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5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2024-11-18T11:02:19Z</dcterms:created>
  <dcterms:modified xsi:type="dcterms:W3CDTF">2024-11-18T11:02:19Z</dcterms:modified>
</cp:coreProperties>
</file>