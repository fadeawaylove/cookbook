
<file path=[Content_Types].xml><?xml version="1.0" encoding="utf-8"?>
<Types xmlns="http://schemas.openxmlformats.org/package/2006/content-types">
  <Default Extension="png" ContentType="image/png"/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slides/slide17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slides/slide13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14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3" Type="http://schemas.openxmlformats.org/officeDocument/2006/relationships/slide" Target="slides/slide3.xml" /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20" Type="http://schemas.openxmlformats.org/officeDocument/2006/relationships/slide" Target="slides/slide20.xml" /><Relationship Id="rId1" Type="http://schemas.openxmlformats.org/officeDocument/2006/relationships/slide" Target="slides/slide1.xml" /><Relationship Id="rId5" Type="http://schemas.openxmlformats.org/officeDocument/2006/relationships/slide" Target="slides/slide5.xml" /><Relationship Id="rId2" Type="http://schemas.openxmlformats.org/officeDocument/2006/relationships/slide" Target="slides/slide2.xml" /><Relationship Id="rId23" Type="http://schemas.openxmlformats.org/officeDocument/2006/relationships/viewProps" Target="viewProps.xml" /><Relationship Id="rId0" Type="http://schemas.openxmlformats.org/officeDocument/2006/relationships/slideMaster" Target="slideMasters/slideMaster1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1" Type="http://schemas.openxmlformats.org/officeDocument/2006/relationships/slide" Target="slides/slide11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1" Type="http://schemas.openxmlformats.org/officeDocument/2006/relationships/presProps" Target="presProps.xml" /><Relationship Id="rId22" Type="http://schemas.openxmlformats.org/officeDocument/2006/relationships/tableStyles" Target="tableStyles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8" Type="http://schemas.openxmlformats.org/officeDocument/2006/relationships/slideLayout" Target="../slideLayouts/slideLayout9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2" Type="http://schemas.openxmlformats.org/officeDocument/2006/relationships/slideLayout" Target="../slideLayouts/slideLayout3.xml" /><Relationship Id="rId10" Type="http://schemas.openxmlformats.org/officeDocument/2006/relationships/slideLayout" Target="../slideLayouts/slideLayout11.xml" /><Relationship Id="rId3" Type="http://schemas.openxmlformats.org/officeDocument/2006/relationships/slideLayout" Target="../slideLayouts/slideLayout4.xml" /><Relationship Id="rId9" Type="http://schemas.openxmlformats.org/officeDocument/2006/relationships/slideLayout" Target="../slideLayouts/slideLayout10.xml" /><Relationship Id="rId11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4.pn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5.png" /><Relationship Id="rId0" Type="http://schemas.openxmlformats.org/officeDocument/2006/relationships/slideLayout" Target="../slideLayouts/slideLayout2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7.pn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8.pn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2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2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2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/>
        </p:spPr>
      </p:pic>
      <p:sp>
        <p:nvSpPr>
          <p:cNvPr id="61" name=""/>
          <p:cNvSpPr txBox="true"/>
          <p:nvPr/>
        </p:nvSpPr>
        <p:spPr>
          <a:xfrm rot="0" flipH="false" flipV="false">
            <a:off x="7552567" y="909006"/>
            <a:ext cx="1773335" cy="730250"/>
          </a:xfrm>
          <a:prstGeom prst="rect">
            <a:avLst/>
          </a:prstGeom>
          <a:solidFill>
            <a:schemeClr val="accent1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400"/>
              <a:t>灵活定义</a:t>
            </a:r>
            <a:r>
              <a:rPr lang="en-US" sz="1400"/>
              <a:t>DTs</a:t>
            </a:r>
            <a:r>
              <a:rPr lang="zh-CN" sz="1400"/>
              <a:t>和</a:t>
            </a:r>
            <a:r>
              <a:rPr lang="en-US" sz="1400"/>
              <a:t>DBs</a:t>
            </a:r>
            <a:endParaRPr/>
          </a:p>
          <a:p>
            <a:pPr/>
            <a:r>
              <a:rPr lang="zh-CN" sz="1400"/>
              <a:t>因为电脑就是这样的</a:t>
            </a:r>
            <a:endParaRPr/>
          </a:p>
          <a:p>
            <a:pPr/>
            <a:r>
              <a:rPr lang="zh-CN" sz="1400"/>
              <a:t>电脑控制了市场</a:t>
            </a:r>
            <a:endParaRPr/>
          </a:p>
        </p:txBody>
      </p:sp>
      <p:sp>
        <p:nvSpPr>
          <p:cNvPr id="62" name=""/>
          <p:cNvSpPr txBox="true"/>
          <p:nvPr/>
        </p:nvSpPr>
        <p:spPr>
          <a:xfrm rot="0" flipH="false" flipV="false">
            <a:off x="12027462" y="4114800"/>
            <a:ext cx="1778000" cy="36830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TR</a:t>
            </a:r>
            <a:r>
              <a:rPr lang="zh-CN"/>
              <a:t>中总有</a:t>
            </a:r>
            <a:r>
              <a:rPr lang="en-US"/>
              <a:t>DT</a:t>
            </a:r>
            <a:r>
              <a:rPr lang="zh-CN"/>
              <a:t>和</a:t>
            </a:r>
            <a:r>
              <a:rPr lang="en-US"/>
              <a:t>DB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65" name="Content Placeholder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6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/>
        </p:spPr>
      </p:pic>
      <p:sp>
        <p:nvSpPr>
          <p:cNvPr id="67" name=""/>
          <p:cNvSpPr txBox="true"/>
          <p:nvPr/>
        </p:nvSpPr>
        <p:spPr>
          <a:xfrm rot="0" flipH="false" flipV="false">
            <a:off x="10498068" y="5222060"/>
            <a:ext cx="2273300" cy="641350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在</a:t>
            </a:r>
            <a:r>
              <a:rPr lang="en-US"/>
              <a:t>PB</a:t>
            </a:r>
            <a:r>
              <a:rPr lang="zh-CN"/>
              <a:t>结束的时候入场</a:t>
            </a:r>
            <a:endParaRPr/>
          </a:p>
          <a:p>
            <a:pPr/>
            <a:r>
              <a:rPr lang="zh-CN"/>
              <a:t>期待趋势延续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1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5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/>
        </p:spPr>
      </p:pic>
      <p:sp>
        <p:nvSpPr>
          <p:cNvPr id="76" name=""/>
          <p:cNvSpPr/>
          <p:nvPr/>
        </p:nvSpPr>
        <p:spPr>
          <a:xfrm rot="0" flipH="false" flipV="false">
            <a:off x="7916708" y="3373874"/>
            <a:ext cx="178024" cy="453153"/>
          </a:xfrm>
          <a:prstGeom prst="downArrow">
            <a:avLst/>
          </a:prstGeom>
          <a:solidFill>
            <a:schemeClr val="accent3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4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8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/>
        </p:spPr>
      </p:pic>
      <p:sp>
        <p:nvSpPr>
          <p:cNvPr id="7" name=""/>
          <p:cNvSpPr txBox="true"/>
          <p:nvPr/>
        </p:nvSpPr>
        <p:spPr>
          <a:xfrm rot="0" flipH="false" flipV="false">
            <a:off x="6296727" y="6767638"/>
            <a:ext cx="1778000" cy="914400"/>
          </a:xfrm>
          <a:prstGeom prst="rect">
            <a:avLst/>
          </a:prstGeom>
          <a:solidFill>
            <a:srgbClr val="00B050">
              <a:alpha val="100000"/>
            </a:srgb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连续</a:t>
            </a:r>
            <a:r>
              <a:rPr lang="en-US"/>
              <a:t>8</a:t>
            </a:r>
            <a:r>
              <a:rPr lang="zh-CN"/>
              <a:t>根阳线</a:t>
            </a:r>
            <a:endParaRPr/>
          </a:p>
          <a:p>
            <a:pPr/>
            <a:r>
              <a:rPr lang="zh-CN"/>
              <a:t>聪明的话不会在这里</a:t>
            </a:r>
            <a:r>
              <a:rPr lang="en-US"/>
              <a:t>sell</a:t>
            </a:r>
            <a:endParaRPr/>
          </a:p>
        </p:txBody>
      </p:sp>
      <p:cxnSp>
        <p:nvCxnSpPr>
          <p:cNvPr id="8" name=""/>
          <p:cNvCxnSpPr>
            <a:stCxn id="7" idx="0"/>
          </p:cNvCxnSpPr>
          <p:nvPr/>
        </p:nvCxnSpPr>
        <p:spPr>
          <a:xfrm rot="0" flipH="true" flipV="true">
            <a:off x="7042768" y="5545742"/>
            <a:ext cx="142958" cy="1221896"/>
          </a:xfrm>
          <a:prstGeom prst="straightConnector1"/>
          <a:ln w="25400">
            <a:solidFill>
              <a:schemeClr val="accent3">
                <a:lumMod val="75000"/>
                <a:alpha val="100000"/>
              </a:schemeClr>
            </a:solidFill>
            <a:prstDash val="solid"/>
            <a:tailEnd type="triangle" w="med" len="med"/>
          </a:ln>
        </p:spPr>
      </p:cxn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11" name="Content Placeholder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1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/>
        </p:spPr>
      </p:pic>
      <p:sp>
        <p:nvSpPr>
          <p:cNvPr id="13" name=""/>
          <p:cNvSpPr txBox="true"/>
          <p:nvPr/>
        </p:nvSpPr>
        <p:spPr>
          <a:xfrm rot="0" flipH="false" flipV="false">
            <a:off x="4898378" y="2567873"/>
            <a:ext cx="3105093" cy="641350"/>
          </a:xfrm>
          <a:prstGeom prst="rect">
            <a:avLst/>
          </a:prstGeom>
          <a:solidFill>
            <a:schemeClr val="accent1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当力度不够强，时间不够长的时候，通产都是小反转</a:t>
            </a:r>
            <a:endParaRPr/>
          </a:p>
        </p:txBody>
      </p:sp>
      <p:sp>
        <p:nvSpPr>
          <p:cNvPr id="14" name=""/>
          <p:cNvSpPr txBox="true"/>
          <p:nvPr/>
        </p:nvSpPr>
        <p:spPr>
          <a:xfrm rot="0" flipH="false" flipV="false">
            <a:off x="10384778" y="4663710"/>
            <a:ext cx="2538651" cy="1187450"/>
          </a:xfrm>
          <a:prstGeom prst="rect">
            <a:avLst/>
          </a:prstGeom>
          <a:solidFill>
            <a:schemeClr val="tx2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每当看到小反转</a:t>
            </a:r>
            <a:endParaRPr/>
          </a:p>
          <a:p>
            <a:pPr/>
            <a:r>
              <a:rPr lang="en-US"/>
              <a:t>1.</a:t>
            </a:r>
            <a:r>
              <a:rPr lang="zh-CN"/>
              <a:t>看作</a:t>
            </a:r>
            <a:r>
              <a:rPr lang="en-US"/>
              <a:t>Flag</a:t>
            </a:r>
            <a:endParaRPr/>
          </a:p>
          <a:p>
            <a:pPr/>
            <a:r>
              <a:rPr lang="en-US"/>
              <a:t>2.</a:t>
            </a:r>
            <a:r>
              <a:rPr lang="zh-CN"/>
              <a:t>看作</a:t>
            </a:r>
            <a:r>
              <a:rPr lang="en-US"/>
              <a:t>TR</a:t>
            </a:r>
            <a:endParaRPr/>
          </a:p>
          <a:p>
            <a:pPr/>
            <a:r>
              <a:rPr lang="zh-CN"/>
              <a:t>主趋势反转的概率很小</a:t>
            </a:r>
            <a:endParaRPr/>
          </a:p>
        </p:txBody>
      </p:sp>
      <p:sp>
        <p:nvSpPr>
          <p:cNvPr id="15" name=""/>
          <p:cNvSpPr txBox="true"/>
          <p:nvPr/>
        </p:nvSpPr>
        <p:spPr>
          <a:xfrm rot="0" flipH="false" flipV="false">
            <a:off x="9972085" y="958850"/>
            <a:ext cx="3655408" cy="64135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小反转通常也足够来进行一次交易</a:t>
            </a:r>
            <a:endParaRPr/>
          </a:p>
          <a:p>
            <a:pPr/>
            <a:r>
              <a:rPr lang="zh-CN"/>
              <a:t>（至少</a:t>
            </a:r>
            <a:r>
              <a:rPr lang="en-US"/>
              <a:t>scalp</a:t>
            </a:r>
            <a:r>
              <a:rPr lang="zh-CN"/>
              <a:t>）</a:t>
            </a:r>
            <a:endParaRPr/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/>
        </p:spPr>
      </p:pic>
      <p:sp>
        <p:nvSpPr>
          <p:cNvPr id="18" name=""/>
          <p:cNvSpPr txBox="true"/>
          <p:nvPr/>
        </p:nvSpPr>
        <p:spPr>
          <a:xfrm rot="0" flipH="false" flipV="false">
            <a:off x="5837055" y="1240779"/>
            <a:ext cx="3382301" cy="730250"/>
          </a:xfrm>
          <a:prstGeom prst="rect">
            <a:avLst/>
          </a:prstGeom>
          <a:solidFill>
            <a:schemeClr val="accent5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400"/>
              <a:t>只包含</a:t>
            </a:r>
            <a:r>
              <a:rPr lang="en-US" sz="1400"/>
              <a:t>2-4</a:t>
            </a:r>
            <a:r>
              <a:rPr lang="zh-CN" sz="1400"/>
              <a:t>根就是微型顶底</a:t>
            </a:r>
            <a:endParaRPr/>
          </a:p>
          <a:p>
            <a:pPr/>
            <a:r>
              <a:rPr lang="zh-CN" sz="1400"/>
              <a:t>因为很小，所以大反转概率很低</a:t>
            </a:r>
            <a:endParaRPr/>
          </a:p>
          <a:p>
            <a:pPr/>
            <a:r>
              <a:rPr lang="zh-CN" sz="1400"/>
              <a:t>如果配合大的</a:t>
            </a:r>
            <a:r>
              <a:rPr lang="en-US" sz="1400"/>
              <a:t>DT</a:t>
            </a:r>
            <a:r>
              <a:rPr lang="zh-CN" sz="1400"/>
              <a:t>或</a:t>
            </a:r>
            <a:r>
              <a:rPr lang="en-US" sz="1400"/>
              <a:t>DB</a:t>
            </a:r>
            <a:r>
              <a:rPr lang="zh-CN" sz="1400"/>
              <a:t>那么概率就提升很多</a:t>
            </a:r>
            <a:endParaRPr/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2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6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7" name=""/>
          <p:cNvSpPr txBox="true"/>
          <p:nvPr/>
        </p:nvSpPr>
        <p:spPr>
          <a:xfrm rot="0" flipH="false" flipV="false">
            <a:off x="7293621" y="1548276"/>
            <a:ext cx="2376810" cy="368299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小反转最终变为</a:t>
            </a:r>
            <a:r>
              <a:rPr lang="en-US"/>
              <a:t>Flag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1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5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6" name=""/>
          <p:cNvSpPr txBox="true"/>
          <p:nvPr/>
        </p:nvSpPr>
        <p:spPr>
          <a:xfrm rot="0" flipH="false" flipV="false">
            <a:off x="7423093" y="2544763"/>
            <a:ext cx="3522395" cy="64135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市场往某个方向多次尝试失败</a:t>
            </a:r>
            <a:endParaRPr/>
          </a:p>
          <a:p>
            <a:pPr/>
            <a:r>
              <a:rPr lang="zh-CN"/>
              <a:t>那么市场经常开始往反方向运动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1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Slide 1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Slide 2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Slide 2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2024-11-18T11:02:01Z</dcterms:created>
  <dcterms:modified xsi:type="dcterms:W3CDTF">2024-11-18T11:02:01Z</dcterms:modified>
</cp:coreProperties>
</file>