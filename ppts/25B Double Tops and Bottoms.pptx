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7" Type="http://schemas.openxmlformats.org/officeDocument/2006/relationships/tableStyles" Target="tableStyles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16" Type="http://schemas.openxmlformats.org/officeDocument/2006/relationships/presProps" Target="presProps.xml" /><Relationship Id="rId18" Type="http://schemas.openxmlformats.org/officeDocument/2006/relationships/viewProps" Target="viewProps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6" Type="http://schemas.openxmlformats.org/officeDocument/2006/relationships/slide" Target="slides/slide6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9" Type="http://schemas.openxmlformats.org/officeDocument/2006/relationships/slideLayout" Target="../slideLayouts/slideLayout10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6" Type="http://schemas.openxmlformats.org/officeDocument/2006/relationships/slideLayout" Target="../slideLayouts/slideLayout7.xml" /><Relationship Id="rId10" Type="http://schemas.openxmlformats.org/officeDocument/2006/relationships/slideLayout" Target="../slideLayouts/slideLayout11.xml" /><Relationship Id="rId8" Type="http://schemas.openxmlformats.org/officeDocument/2006/relationships/slideLayout" Target="../slideLayouts/slideLayout9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4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5" name=""/>
          <p:cNvSpPr txBox="true"/>
          <p:nvPr/>
        </p:nvSpPr>
        <p:spPr>
          <a:xfrm rot="0" flipH="false" flipV="false">
            <a:off x="439921" y="6945664"/>
            <a:ext cx="1863359" cy="520700"/>
          </a:xfrm>
          <a:prstGeom prst="rect">
            <a:avLst/>
          </a:prstGeom>
          <a:solidFill>
            <a:srgbClr val="92D05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 sz="1400"/>
              <a:t>DB</a:t>
            </a:r>
            <a:r>
              <a:rPr lang="zh-CN" sz="1400"/>
              <a:t>很小</a:t>
            </a:r>
            <a:endParaRPr/>
          </a:p>
          <a:p>
            <a:pPr/>
            <a:r>
              <a:rPr lang="zh-CN" sz="1400"/>
              <a:t>所以反转可能是</a:t>
            </a:r>
            <a:r>
              <a:rPr lang="en-US" sz="1400"/>
              <a:t>Minor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9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0" name=""/>
          <p:cNvSpPr txBox="true"/>
          <p:nvPr/>
        </p:nvSpPr>
        <p:spPr>
          <a:xfrm rot="0" flipH="false" flipV="false">
            <a:off x="2527412" y="5638800"/>
            <a:ext cx="2263522" cy="368299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市场不停地寻找确认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false" flipV="false">
            <a:off x="5294888" y="2357479"/>
            <a:ext cx="145656" cy="267037"/>
          </a:xfrm>
          <a:prstGeom prst="downArrow">
            <a:avLst/>
          </a:prstGeom>
          <a:solidFill>
            <a:schemeClr val="accent3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sp>
        <p:nvSpPr>
          <p:cNvPr id="42" name=""/>
          <p:cNvSpPr/>
          <p:nvPr/>
        </p:nvSpPr>
        <p:spPr>
          <a:xfrm rot="0" flipH="false" flipV="false">
            <a:off x="6131264" y="2731919"/>
            <a:ext cx="145656" cy="267037"/>
          </a:xfrm>
          <a:prstGeom prst="downArrow">
            <a:avLst/>
          </a:prstGeom>
          <a:solidFill>
            <a:schemeClr val="accent3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0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4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8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2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6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7" name=""/>
          <p:cNvSpPr txBox="true"/>
          <p:nvPr/>
        </p:nvSpPr>
        <p:spPr>
          <a:xfrm rot="0" flipH="false" flipV="false">
            <a:off x="9381367" y="4762500"/>
            <a:ext cx="1316753" cy="36830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失败的双底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2" name=""/>
          <p:cNvSpPr txBox="true"/>
          <p:nvPr/>
        </p:nvSpPr>
        <p:spPr>
          <a:xfrm rot="0" flipH="false" flipV="false">
            <a:off x="1746420" y="2521526"/>
            <a:ext cx="2073021" cy="9144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TR</a:t>
            </a:r>
            <a:r>
              <a:rPr lang="zh-CN"/>
              <a:t>突破的时候</a:t>
            </a:r>
            <a:endParaRPr/>
          </a:p>
          <a:p>
            <a:pPr/>
            <a:r>
              <a:rPr lang="zh-CN"/>
              <a:t>不要入场</a:t>
            </a:r>
            <a:endParaRPr/>
          </a:p>
          <a:p>
            <a:pPr/>
            <a:r>
              <a:rPr lang="zh-CN"/>
              <a:t>除非已经非常明确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0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2024-11-18T11:02:08Z</dcterms:created>
  <dcterms:modified xsi:type="dcterms:W3CDTF">2024-11-18T11:02:08Z</dcterms:modified>
</cp:coreProperties>
</file>