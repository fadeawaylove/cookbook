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23" Type="http://schemas.openxmlformats.org/officeDocument/2006/relationships/viewProps" Target="viewProps.xml" /><Relationship Id="rId7" Type="http://schemas.openxmlformats.org/officeDocument/2006/relationships/slide" Target="slides/slide7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7" Type="http://schemas.openxmlformats.org/officeDocument/2006/relationships/slide" Target="slides/slide17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21" Type="http://schemas.openxmlformats.org/officeDocument/2006/relationships/presProps" Target="presProps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9" Type="http://schemas.openxmlformats.org/officeDocument/2006/relationships/slideLayout" Target="../slideLayouts/slideLayout10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1" name=""/>
          <p:cNvSpPr txBox="true"/>
          <p:nvPr/>
        </p:nvSpPr>
        <p:spPr>
          <a:xfrm rot="0" flipH="false" flipV="false">
            <a:off x="10465699" y="909005"/>
            <a:ext cx="2150232" cy="36830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三角形，</a:t>
            </a:r>
            <a:r>
              <a:rPr lang="en-US"/>
              <a:t>TTR</a:t>
            </a:r>
            <a:r>
              <a:rPr lang="zh-CN"/>
              <a:t>的一种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6" name=""/>
          <p:cNvSpPr txBox="true"/>
          <p:nvPr/>
        </p:nvSpPr>
        <p:spPr>
          <a:xfrm rot="0" flipH="false" flipV="false">
            <a:off x="8895844" y="2211823"/>
            <a:ext cx="2109773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所有的</a:t>
            </a:r>
            <a:r>
              <a:rPr lang="en-US"/>
              <a:t>TTR</a:t>
            </a:r>
            <a:r>
              <a:rPr lang="zh-CN"/>
              <a:t>都是磁铁</a:t>
            </a:r>
            <a:endParaRPr/>
          </a:p>
        </p:txBody>
      </p:sp>
      <p:sp>
        <p:nvSpPr>
          <p:cNvPr id="67" name=""/>
          <p:cNvSpPr txBox="true"/>
          <p:nvPr/>
        </p:nvSpPr>
        <p:spPr>
          <a:xfrm rot="0" flipH="false" flipV="false">
            <a:off x="9365183" y="5764227"/>
            <a:ext cx="4343400" cy="36830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三角形，</a:t>
            </a:r>
            <a:r>
              <a:rPr lang="en-US"/>
              <a:t>late in a trend</a:t>
            </a:r>
            <a:r>
              <a:rPr lang="zh-CN"/>
              <a:t>，</a:t>
            </a:r>
            <a:r>
              <a:rPr lang="zh-CN"/>
              <a:t>通常是最终旗形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2" name=""/>
          <p:cNvSpPr txBox="true"/>
          <p:nvPr/>
        </p:nvSpPr>
        <p:spPr>
          <a:xfrm rot="0" flipH="false" flipV="false">
            <a:off x="5482579" y="925190"/>
            <a:ext cx="2975621" cy="368299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上升三角形有</a:t>
            </a:r>
            <a:r>
              <a:rPr lang="en-US"/>
              <a:t>Bull Trend Line</a:t>
            </a:r>
            <a:endParaRPr/>
          </a:p>
        </p:txBody>
      </p:sp>
      <p:sp>
        <p:nvSpPr>
          <p:cNvPr id="73" name=""/>
          <p:cNvSpPr txBox="true"/>
          <p:nvPr/>
        </p:nvSpPr>
        <p:spPr>
          <a:xfrm rot="0" flipH="false" flipV="false">
            <a:off x="4008255" y="2405695"/>
            <a:ext cx="5215148" cy="64135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一开始，趋势延续的概率更大</a:t>
            </a:r>
            <a:endParaRPr/>
          </a:p>
          <a:p>
            <a:pPr/>
            <a:r>
              <a:rPr lang="zh-CN"/>
              <a:t>但是随着</a:t>
            </a:r>
            <a:r>
              <a:rPr lang="en-US"/>
              <a:t>TTR</a:t>
            </a:r>
            <a:r>
              <a:rPr lang="zh-CN"/>
              <a:t>运行超过</a:t>
            </a:r>
            <a:r>
              <a:rPr lang="en-US"/>
              <a:t>20</a:t>
            </a:r>
            <a:r>
              <a:rPr lang="zh-CN"/>
              <a:t>根，向上向下的概率</a:t>
            </a:r>
            <a:r>
              <a:rPr lang="en-US"/>
              <a:t>55</a:t>
            </a:r>
            <a:r>
              <a:rPr lang="zh-CN"/>
              <a:t>开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7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8" name=""/>
          <p:cNvSpPr txBox="true"/>
          <p:nvPr/>
        </p:nvSpPr>
        <p:spPr>
          <a:xfrm rot="0" flipH="false" flipV="false">
            <a:off x="5246336" y="237366"/>
            <a:ext cx="2757136" cy="368299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下降三角形：下降趋势线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2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3" name=""/>
          <p:cNvSpPr txBox="true"/>
          <p:nvPr/>
        </p:nvSpPr>
        <p:spPr>
          <a:xfrm rot="0" flipH="false" flipV="false">
            <a:off x="2527412" y="5924550"/>
            <a:ext cx="871692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EX GAP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7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2024-11-18T11:01:42Z</dcterms:created>
  <dcterms:modified xsi:type="dcterms:W3CDTF">2024-11-18T11:01:42Z</dcterms:modified>
</cp:coreProperties>
</file>