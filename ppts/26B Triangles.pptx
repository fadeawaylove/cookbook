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slides/slide10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14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11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12" Type="http://schemas.openxmlformats.org/officeDocument/2006/relationships/slide" Target="slides/slide12.xml" /><Relationship Id="rId1" Type="http://schemas.openxmlformats.org/officeDocument/2006/relationships/slide" Target="slides/slide1.xml" /><Relationship Id="rId13" Type="http://schemas.openxmlformats.org/officeDocument/2006/relationships/slide" Target="slides/slide13.xml" /><Relationship Id="rId0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1" Type="http://schemas.openxmlformats.org/officeDocument/2006/relationships/slide" Target="slides/slide11.xml" /><Relationship Id="rId9" Type="http://schemas.openxmlformats.org/officeDocument/2006/relationships/slide" Target="slides/slide9.xml" /><Relationship Id="rId14" Type="http://schemas.openxmlformats.org/officeDocument/2006/relationships/slide" Target="slides/slide14.xml" /><Relationship Id="rId4" Type="http://schemas.openxmlformats.org/officeDocument/2006/relationships/slide" Target="slides/slide4.xml" /><Relationship Id="rId15" Type="http://schemas.openxmlformats.org/officeDocument/2006/relationships/presProps" Target="presProps.xml" /><Relationship Id="rId2" Type="http://schemas.openxmlformats.org/officeDocument/2006/relationships/slide" Target="slides/slide2.xml" /><Relationship Id="rId17" Type="http://schemas.openxmlformats.org/officeDocument/2006/relationships/viewProps" Target="viewProps.xml" /><Relationship Id="rId3" Type="http://schemas.openxmlformats.org/officeDocument/2006/relationships/slide" Target="slides/slide3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10" Type="http://schemas.openxmlformats.org/officeDocument/2006/relationships/slide" Target="slides/slide10.xml" /><Relationship Id="rId7" Type="http://schemas.openxmlformats.org/officeDocument/2006/relationships/slide" Target="slides/slide7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8" Type="http://schemas.openxmlformats.org/officeDocument/2006/relationships/slideLayout" Target="../slideLayouts/slideLayout9.xml" /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9" Type="http://schemas.openxmlformats.org/officeDocument/2006/relationships/slideLayout" Target="../slideLayouts/slideLayout10.xml" /><Relationship Id="rId10" Type="http://schemas.openxmlformats.org/officeDocument/2006/relationships/slideLayout" Target="../slideLayouts/slideLayout11.xml" /><Relationship Id="rId11" Type="http://schemas.openxmlformats.org/officeDocument/2006/relationships/theme" Target="../theme/theme1.xml" /><Relationship Id="rId0" Type="http://schemas.openxmlformats.org/officeDocument/2006/relationships/slideLayout" Target="../slideLayouts/slideLayout1.xml" /><Relationship Id="rId2" Type="http://schemas.openxmlformats.org/officeDocument/2006/relationships/slideLayout" Target="../slideLayouts/slideLayout3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9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0" name=""/>
          <p:cNvSpPr txBox="true"/>
          <p:nvPr/>
        </p:nvSpPr>
        <p:spPr>
          <a:xfrm rot="0" flipH="false" flipV="false">
            <a:off x="528680" y="909005"/>
            <a:ext cx="5128439" cy="368299"/>
          </a:xfrm>
          <a:prstGeom prst="rect">
            <a:avLst/>
          </a:prstGeom>
          <a:solidFill>
            <a:schemeClr val="accent4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扩大三角形（</a:t>
            </a:r>
            <a:r>
              <a:rPr lang="en-US"/>
              <a:t>ET</a:t>
            </a:r>
            <a:r>
              <a:rPr lang="zh-CN"/>
              <a:t>）：所有的大形态都是主趋势反转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4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8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2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6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0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4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5" name=""/>
          <p:cNvSpPr txBox="true"/>
          <p:nvPr/>
        </p:nvSpPr>
        <p:spPr>
          <a:xfrm rot="0" flipH="false" flipV="false">
            <a:off x="4739011" y="6832376"/>
            <a:ext cx="2279706" cy="914400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市场总是在创新高或者新低的时候反转，要做好准备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9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Slide 1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Slide 1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7" name=""/>
          <p:cNvSpPr txBox="true"/>
          <p:nvPr/>
        </p:nvSpPr>
        <p:spPr>
          <a:xfrm rot="0" flipH="false" flipV="false">
            <a:off x="6563765" y="5189692"/>
            <a:ext cx="2417270" cy="641350"/>
          </a:xfrm>
          <a:prstGeom prst="rect">
            <a:avLst/>
          </a:prstGeom>
          <a:solidFill>
            <a:schemeClr val="accent3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距离太远了</a:t>
            </a:r>
            <a:endParaRPr/>
          </a:p>
          <a:p>
            <a:pPr/>
            <a:r>
              <a:rPr lang="zh-CN"/>
              <a:t>电脑会忽略掉这个形态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1" name="Picture 3" descr="Slide 1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5" name="Picture 3" descr="Slide 1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2024-11-18T11:01:50Z</dcterms:created>
  <dcterms:modified xsi:type="dcterms:W3CDTF">2024-11-18T11:01:50Z</dcterms:modified>
</cp:coreProperties>
</file>