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slideLayouts/slideLayout11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Layouts/slideLayout9.xml" ContentType="application/vnd.openxmlformats-officedocument.presentationml.slideLayout+xml"/>
  <Override PartName="/docProps/app.xml" ContentType="application/vnd.openxmlformats-officedocument.extended-properties+xml"/>
  <Override PartName="/ppt/slides/slide4.xml" ContentType="application/vnd.openxmlformats-officedocument.presentationml.slid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8.xml" ContentType="application/vnd.openxmlformats-officedocument.presentationml.slideLayout+xml"/>
  <Override PartName="/ppt/slides/slide3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11.xml" ContentType="application/vnd.openxmlformats-officedocument.presentationml.slide+xml"/>
  <Override PartName="/ppt/slideLayouts/slideLayout10.xml" ContentType="application/vnd.openxmlformats-officedocument.presentationml.slideLayout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s/slide14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15.xml" ContentType="application/vnd.openxmlformats-officedocument.presentationml.slide+xml"/>
  <Override PartName="/ppt/slides/slide13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16.xml" ContentType="application/vnd.openxmlformats-officedocument.presentationml.slide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s/slide1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4630400" cy="8229600" type="screen4x3"/>
  <p:notesSz cx="6858000" cy="9144000"/>
  <p:defaultTextStyle>
    <a:defPPr>
      <a:defRPr lang="en-US"/>
    </a:defPPr>
    <a:lvl1pPr marL="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>
    <p:restoredLeft sz="15620"/>
    <p:restoredTop sz="94660"/>
  </p:normalViewPr>
  <p:slideViewPr>
    <p:cSldViewPr snapToGrid="false" snapToObjects="true">
      <p:cViewPr varScale="true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8" Type="http://schemas.openxmlformats.org/officeDocument/2006/relationships/slide" Target="slides/slide8.xml" /><Relationship Id="rId9" Type="http://schemas.openxmlformats.org/officeDocument/2006/relationships/slide" Target="slides/slide9.xml" /><Relationship Id="rId7" Type="http://schemas.openxmlformats.org/officeDocument/2006/relationships/slide" Target="slides/slide7.xml" /><Relationship Id="rId12" Type="http://schemas.openxmlformats.org/officeDocument/2006/relationships/slide" Target="slides/slide12.xml" /><Relationship Id="rId14" Type="http://schemas.openxmlformats.org/officeDocument/2006/relationships/slide" Target="slides/slide14.xml" /><Relationship Id="rId10" Type="http://schemas.openxmlformats.org/officeDocument/2006/relationships/slide" Target="slides/slide10.xml" /><Relationship Id="rId2" Type="http://schemas.openxmlformats.org/officeDocument/2006/relationships/slide" Target="slides/slide2.xml" /><Relationship Id="rId13" Type="http://schemas.openxmlformats.org/officeDocument/2006/relationships/slide" Target="slides/slide13.xml" /><Relationship Id="rId6" Type="http://schemas.openxmlformats.org/officeDocument/2006/relationships/slide" Target="slides/slide6.xml" /><Relationship Id="rId0" Type="http://schemas.openxmlformats.org/officeDocument/2006/relationships/slideMaster" Target="slideMasters/slideMaster1.xml" /><Relationship Id="rId15" Type="http://schemas.openxmlformats.org/officeDocument/2006/relationships/slide" Target="slides/slide15.xml" /><Relationship Id="rId5" Type="http://schemas.openxmlformats.org/officeDocument/2006/relationships/slide" Target="slides/slide5.xml" /><Relationship Id="rId16" Type="http://schemas.openxmlformats.org/officeDocument/2006/relationships/slide" Target="slides/slide16.xml" /><Relationship Id="rId1" Type="http://schemas.openxmlformats.org/officeDocument/2006/relationships/slide" Target="slides/slide1.xml" /><Relationship Id="rId17" Type="http://schemas.openxmlformats.org/officeDocument/2006/relationships/slide" Target="slides/slide17.xml" /><Relationship Id="rId18" Type="http://schemas.openxmlformats.org/officeDocument/2006/relationships/presProps" Target="presProps.xml" /><Relationship Id="rId11" Type="http://schemas.openxmlformats.org/officeDocument/2006/relationships/slide" Target="slides/slide11.xml" /><Relationship Id="rId3" Type="http://schemas.openxmlformats.org/officeDocument/2006/relationships/slide" Target="slides/slide3.xml" /><Relationship Id="rId19" Type="http://schemas.openxmlformats.org/officeDocument/2006/relationships/tableStyles" Target="tableStyles.xml" /><Relationship Id="rId20" Type="http://schemas.openxmlformats.org/officeDocument/2006/relationships/viewProps" Target="viewProps.xml" /><Relationship Id="rId4" Type="http://schemas.openxmlformats.org/officeDocument/2006/relationships/slide" Target="slides/slide4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fals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11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true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true" cap="all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true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23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true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true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30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true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true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true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true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39" name="Footer Placeholder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44" name="Footer Placeholder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48" name="Footer Placeholder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true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true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5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true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62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68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true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true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17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9" Type="http://schemas.openxmlformats.org/officeDocument/2006/relationships/slideLayout" Target="../slideLayouts/slideLayout10.xml" /><Relationship Id="rId6" Type="http://schemas.openxmlformats.org/officeDocument/2006/relationships/slideLayout" Target="../slideLayouts/slideLayout7.xml" /><Relationship Id="rId7" Type="http://schemas.openxmlformats.org/officeDocument/2006/relationships/slideLayout" Target="../slideLayouts/slideLayout8.xml" /><Relationship Id="rId5" Type="http://schemas.openxmlformats.org/officeDocument/2006/relationships/slideLayout" Target="../slideLayouts/slideLayout6.xml" /><Relationship Id="rId4" Type="http://schemas.openxmlformats.org/officeDocument/2006/relationships/slideLayout" Target="../slideLayouts/slideLayout5.xml" /><Relationship Id="rId1" Type="http://schemas.openxmlformats.org/officeDocument/2006/relationships/slideLayout" Target="../slideLayouts/slideLayout2.xml" /><Relationship Id="rId8" Type="http://schemas.openxmlformats.org/officeDocument/2006/relationships/slideLayout" Target="../slideLayouts/slideLayout9.xml" /><Relationship Id="rId11" Type="http://schemas.openxmlformats.org/officeDocument/2006/relationships/theme" Target="../theme/theme1.xml" /><Relationship Id="rId0" Type="http://schemas.openxmlformats.org/officeDocument/2006/relationships/slideLayout" Target="../slideLayouts/slideLayout1.xml" /><Relationship Id="rId3" Type="http://schemas.openxmlformats.org/officeDocument/2006/relationships/slideLayout" Target="../slideLayouts/slideLayout4.xml" /><Relationship Id="rId10" Type="http://schemas.openxmlformats.org/officeDocument/2006/relationships/slideLayout" Target="../slideLayouts/slideLayout11.xml" /><Relationship Id="rId2" Type="http://schemas.openxmlformats.org/officeDocument/2006/relationships/slideLayout" Target="../slideLayouts/slideLayout3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true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false">
            <a:normAutofit/>
          </a:bodyPr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false" eaLnBrk="true" latinLnBrk="false" hangingPunct="true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false" eaLnBrk="true" latinLnBrk="false" hangingPunct="true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false" eaLnBrk="true" latinLnBrk="false" hangingPunct="true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false" eaLnBrk="true" latinLnBrk="false" hangingPunct="true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false" eaLnBrk="true" latinLnBrk="false" hangingPunct="true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jp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10.jp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11.jp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12.jp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13.jp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14.jp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15.jp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16.jp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17.jp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2.jp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3.jpg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media/image4.jpg" /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media/image5.jpg" /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image" Target="media/image6.jpg" /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image" Target="media/image7.jpg" /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image" Target="media/image8.jpg" /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image" Target="media/image9.jpg" /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" name="Picture 3" descr="Slide 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0" name="Picture 3" descr="Slide 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4" name="Picture 3" descr="Slide 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8" name="Picture 3" descr="Slide 4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2" name="Picture 3" descr="Slide 5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6" name="Picture 3" descr="Slide 6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0" name="Picture 3" descr="Slide 7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4" name="Picture 3" descr="Slide 8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8" name="Picture 3" descr="Slide 9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" name="Picture 3" descr="Slide 10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2" name="Picture 3" descr="Slide 1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6" name="Picture 3" descr="Slide 1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0" name="Picture 3" descr="Slide 1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4" name="Picture 3" descr="Slide 14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8" name="Picture 3" descr="Slide 15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2" name="Picture 3" descr="Slide 16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6" name="Picture 3" descr="Slide 17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2024-11-18T11:01:24Z</dcterms:created>
  <dcterms:modified xsi:type="dcterms:W3CDTF">2024-11-18T11:01:24Z</dcterms:modified>
</cp:coreProperties>
</file>