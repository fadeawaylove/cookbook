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1" Type="http://schemas.openxmlformats.org/officeDocument/2006/relationships/slide" Target="slides/slide1.xml" /><Relationship Id="rId10" Type="http://schemas.openxmlformats.org/officeDocument/2006/relationships/viewProps" Target="viewProps.xml" /><Relationship Id="rId2" Type="http://schemas.openxmlformats.org/officeDocument/2006/relationships/slide" Target="slides/slide2.xml" /><Relationship Id="rId8" Type="http://schemas.openxmlformats.org/officeDocument/2006/relationships/presProps" Target="presProps.xml" /><Relationship Id="rId3" Type="http://schemas.openxmlformats.org/officeDocument/2006/relationships/slide" Target="slides/slide3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8" Type="http://schemas.openxmlformats.org/officeDocument/2006/relationships/slideLayout" Target="../slideLayouts/slideLayout9.xml" /><Relationship Id="rId3" Type="http://schemas.openxmlformats.org/officeDocument/2006/relationships/slideLayout" Target="../slideLayouts/slideLayout4.xml" /><Relationship Id="rId6" Type="http://schemas.openxmlformats.org/officeDocument/2006/relationships/slideLayout" Target="../slideLayouts/slideLayout7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2024-11-18T11:01:32Z</dcterms:created>
  <dcterms:modified xsi:type="dcterms:W3CDTF">2024-11-18T11:01:32Z</dcterms:modified>
</cp:coreProperties>
</file>