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5" Type="http://schemas.openxmlformats.org/officeDocument/2006/relationships/tableStyles" Target="tableStyles.xml" /><Relationship Id="rId12" Type="http://schemas.openxmlformats.org/officeDocument/2006/relationships/slide" Target="slides/slide12.xml" /><Relationship Id="rId16" Type="http://schemas.openxmlformats.org/officeDocument/2006/relationships/viewProps" Target="viewProps.xml" /><Relationship Id="rId14" Type="http://schemas.openxmlformats.org/officeDocument/2006/relationships/presProps" Target="presProps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7" Type="http://schemas.openxmlformats.org/officeDocument/2006/relationships/slideLayout" Target="../slideLayouts/slideLayout8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2024-11-18T11:01:14Z</dcterms:created>
  <dcterms:modified xsi:type="dcterms:W3CDTF">2024-11-18T11:01:14Z</dcterms:modified>
</cp:coreProperties>
</file>