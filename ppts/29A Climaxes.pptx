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slideLayouts/slideLayout8.xml" ContentType="application/vnd.openxmlformats-officedocument.presentationml.slideLayout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7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16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10.xml" ContentType="application/vnd.openxmlformats-officedocument.presentationml.slide+xml"/>
  <Override PartName="/ppt/slides/slide4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13" Type="http://schemas.openxmlformats.org/officeDocument/2006/relationships/slide" Target="slides/slide13.xml" /><Relationship Id="rId11" Type="http://schemas.openxmlformats.org/officeDocument/2006/relationships/slide" Target="slides/slide11.xml" /><Relationship Id="rId9" Type="http://schemas.openxmlformats.org/officeDocument/2006/relationships/slide" Target="slides/slide9.xml" /><Relationship Id="rId12" Type="http://schemas.openxmlformats.org/officeDocument/2006/relationships/slide" Target="slides/slide12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9" Type="http://schemas.openxmlformats.org/officeDocument/2006/relationships/tableStyles" Target="tableStyles.xml" /><Relationship Id="rId20" Type="http://schemas.openxmlformats.org/officeDocument/2006/relationships/viewProps" Target="viewProps.xml" /><Relationship Id="rId10" Type="http://schemas.openxmlformats.org/officeDocument/2006/relationships/slide" Target="slides/slide10.xml" /><Relationship Id="rId4" Type="http://schemas.openxmlformats.org/officeDocument/2006/relationships/slide" Target="slides/slide4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17" Type="http://schemas.openxmlformats.org/officeDocument/2006/relationships/slide" Target="slides/slide17.xml" /><Relationship Id="rId16" Type="http://schemas.openxmlformats.org/officeDocument/2006/relationships/slide" Target="slides/slide16.xml" /><Relationship Id="rId18" Type="http://schemas.openxmlformats.org/officeDocument/2006/relationships/presProps" Target="pres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4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8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Slide 1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Slide 1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2024-11-18T11:00:21Z</dcterms:created>
  <dcterms:modified xsi:type="dcterms:W3CDTF">2024-11-18T11:00:21Z</dcterms:modified>
</cp:coreProperties>
</file>