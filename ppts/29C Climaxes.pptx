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slides/slide1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25" Type="http://schemas.openxmlformats.org/officeDocument/2006/relationships/viewProps" Target="viewProps.xml" /><Relationship Id="rId24" Type="http://schemas.openxmlformats.org/officeDocument/2006/relationships/tableStyles" Target="tableStyles.xml" /><Relationship Id="rId9" Type="http://schemas.openxmlformats.org/officeDocument/2006/relationships/slide" Target="slides/slide9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21" Type="http://schemas.openxmlformats.org/officeDocument/2006/relationships/slide" Target="slides/slide2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0" Type="http://schemas.openxmlformats.org/officeDocument/2006/relationships/slide" Target="slides/slide10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23" Type="http://schemas.openxmlformats.org/officeDocument/2006/relationships/presProps" Target="presProps.xml" /><Relationship Id="rId20" Type="http://schemas.openxmlformats.org/officeDocument/2006/relationships/slide" Target="slides/slide20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9" Type="http://schemas.openxmlformats.org/officeDocument/2006/relationships/slideLayout" Target="../slideLayouts/slideLayout10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2024-11-18T11:00:39Z</dcterms:created>
  <dcterms:modified xsi:type="dcterms:W3CDTF">2024-11-18T11:00:39Z</dcterms:modified>
</cp:coreProperties>
</file>