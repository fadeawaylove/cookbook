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slides/slide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3" Type="http://schemas.openxmlformats.org/officeDocument/2006/relationships/slide" Target="slides/slide13.xml" /><Relationship Id="rId2" Type="http://schemas.openxmlformats.org/officeDocument/2006/relationships/slide" Target="slides/slide2.xml" /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0" Type="http://schemas.openxmlformats.org/officeDocument/2006/relationships/slideMaster" Target="slideMasters/slideMaster1.xml" /><Relationship Id="rId6" Type="http://schemas.openxmlformats.org/officeDocument/2006/relationships/slide" Target="slides/slide6.xml" /><Relationship Id="rId11" Type="http://schemas.openxmlformats.org/officeDocument/2006/relationships/slide" Target="slides/slide11.xml" /><Relationship Id="rId15" Type="http://schemas.openxmlformats.org/officeDocument/2006/relationships/presProps" Target="presProps.xml" /><Relationship Id="rId3" Type="http://schemas.openxmlformats.org/officeDocument/2006/relationships/slide" Target="slides/slide3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5" Type="http://schemas.openxmlformats.org/officeDocument/2006/relationships/slide" Target="slides/slide5.xml" /><Relationship Id="rId17" Type="http://schemas.openxmlformats.org/officeDocument/2006/relationships/viewProps" Target="viewProps.xml" /><Relationship Id="rId1" Type="http://schemas.openxmlformats.org/officeDocument/2006/relationships/slide" Target="slides/slide1.xml" /><Relationship Id="rId14" Type="http://schemas.openxmlformats.org/officeDocument/2006/relationships/slide" Target="slides/slide14.xml" /><Relationship Id="rId16" Type="http://schemas.openxmlformats.org/officeDocument/2006/relationships/tableStyles" Target="tableStyles.xml" /><Relationship Id="rId4" Type="http://schemas.openxmlformats.org/officeDocument/2006/relationships/slide" Target="slides/slide4.xml" /><Relationship Id="rId7" Type="http://schemas.openxmlformats.org/officeDocument/2006/relationships/slide" Target="slides/slide7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6" Type="http://schemas.openxmlformats.org/officeDocument/2006/relationships/slideLayout" Target="../slideLayouts/slideLayout7.xml" /><Relationship Id="rId7" Type="http://schemas.openxmlformats.org/officeDocument/2006/relationships/slideLayout" Target="../slideLayouts/slideLayout8.xml" /><Relationship Id="rId5" Type="http://schemas.openxmlformats.org/officeDocument/2006/relationships/slideLayout" Target="../slideLayouts/slideLayout6.xml" /><Relationship Id="rId9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5.xml" /><Relationship Id="rId0" Type="http://schemas.openxmlformats.org/officeDocument/2006/relationships/slideLayout" Target="../slideLayouts/slideLayout1.xml" /><Relationship Id="rId1" Type="http://schemas.openxmlformats.org/officeDocument/2006/relationships/slideLayout" Target="../slideLayouts/slideLayout2.xml" /><Relationship Id="rId2" Type="http://schemas.openxmlformats.org/officeDocument/2006/relationships/slideLayout" Target="../slideLayouts/slideLayout3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2024-11-18T11:00:58Z</dcterms:created>
  <dcterms:modified xsi:type="dcterms:W3CDTF">2024-11-18T11:00:58Z</dcterms:modified>
</cp:coreProperties>
</file>