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23" Type="http://schemas.openxmlformats.org/officeDocument/2006/relationships/viewProps" Target="viewProps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9" Type="http://schemas.openxmlformats.org/officeDocument/2006/relationships/slide" Target="slides/slide19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20" Type="http://schemas.openxmlformats.org/officeDocument/2006/relationships/slide" Target="slides/slide20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0" name=""/>
          <p:cNvSpPr txBox="true"/>
          <p:nvPr/>
        </p:nvSpPr>
        <p:spPr>
          <a:xfrm rot="0" flipH="false" flipV="false">
            <a:off x="480128" y="892821"/>
            <a:ext cx="4828696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数学期望要为正，这样长期做下去，才能赚钱</a:t>
            </a:r>
            <a:endParaRPr/>
          </a:p>
        </p:txBody>
      </p:sp>
      <p:sp>
        <p:nvSpPr>
          <p:cNvPr id="51" name=""/>
          <p:cNvSpPr txBox="true"/>
          <p:nvPr/>
        </p:nvSpPr>
        <p:spPr>
          <a:xfrm rot="0" flipH="false" flipV="false">
            <a:off x="480128" y="4629150"/>
            <a:ext cx="3666478" cy="64135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新手喜欢</a:t>
            </a:r>
            <a:r>
              <a:rPr lang="en-US"/>
              <a:t>low risk</a:t>
            </a:r>
            <a:r>
              <a:rPr lang="zh-CN"/>
              <a:t>，不想损失钱</a:t>
            </a:r>
            <a:endParaRPr/>
          </a:p>
          <a:p>
            <a:pPr/>
            <a:r>
              <a:rPr lang="zh-CN"/>
              <a:t>但是</a:t>
            </a:r>
            <a:r>
              <a:rPr lang="en-US"/>
              <a:t>low risk</a:t>
            </a:r>
            <a:r>
              <a:rPr lang="zh-CN"/>
              <a:t>也代表着</a:t>
            </a:r>
            <a:r>
              <a:rPr lang="en-US"/>
              <a:t>low probability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0" name=""/>
          <p:cNvSpPr txBox="true"/>
          <p:nvPr/>
        </p:nvSpPr>
        <p:spPr>
          <a:xfrm rot="0" flipH="false" flipV="false">
            <a:off x="376280" y="3416300"/>
            <a:ext cx="4031463" cy="36830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数学的优势，通常转瞬即逝，并且很小</a:t>
            </a:r>
            <a:endParaRPr/>
          </a:p>
        </p:txBody>
      </p:sp>
      <p:sp>
        <p:nvSpPr>
          <p:cNvPr id="61" name=""/>
          <p:cNvSpPr txBox="true"/>
          <p:nvPr/>
        </p:nvSpPr>
        <p:spPr>
          <a:xfrm rot="0" flipH="false" flipV="false">
            <a:off x="376280" y="3784600"/>
            <a:ext cx="5662176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即使最优秀的交易员，也无法一直做到高胜率高回报</a:t>
            </a:r>
            <a:endParaRPr/>
          </a:p>
        </p:txBody>
      </p:sp>
      <p:sp>
        <p:nvSpPr>
          <p:cNvPr id="62" name=""/>
          <p:cNvSpPr txBox="true"/>
          <p:nvPr/>
        </p:nvSpPr>
        <p:spPr>
          <a:xfrm rot="0" flipH="false" flipV="false">
            <a:off x="376280" y="4152900"/>
            <a:ext cx="7685185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但是如果能把握这微小的优势，持续不断的做下去，最终的回报会非常巨大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7" name=""/>
          <p:cNvSpPr txBox="true"/>
          <p:nvPr/>
        </p:nvSpPr>
        <p:spPr>
          <a:xfrm rot="0" flipH="false" flipV="false">
            <a:off x="7099413" y="107894"/>
            <a:ext cx="3736272" cy="64135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完美交易：高胜率、低风险不存在</a:t>
            </a:r>
            <a:endParaRPr/>
          </a:p>
          <a:p>
            <a:pPr/>
            <a:r>
              <a:rPr lang="zh-CN"/>
              <a:t>因为不会有人做对手盘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2" name=""/>
          <p:cNvSpPr txBox="true"/>
          <p:nvPr/>
        </p:nvSpPr>
        <p:spPr>
          <a:xfrm rot="0" flipH="false" flipV="false">
            <a:off x="391115" y="989926"/>
            <a:ext cx="4335083" cy="36830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随着市场循环，交易策略也应该跟着改变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5" name=""/>
          <p:cNvSpPr txBox="true"/>
          <p:nvPr/>
        </p:nvSpPr>
        <p:spPr>
          <a:xfrm rot="0" flipH="false" flipV="false">
            <a:off x="391115" y="989926"/>
            <a:ext cx="3376008" cy="641350"/>
          </a:xfrm>
          <a:prstGeom prst="rect">
            <a:avLst/>
          </a:prstGeom>
          <a:solidFill>
            <a:schemeClr val="bg2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赚钱的关键就是持续不断的学习</a:t>
            </a:r>
            <a:endParaRPr/>
          </a:p>
          <a:p>
            <a:pPr/>
            <a:r>
              <a:rPr lang="zh-CN"/>
              <a:t>如何持续不断的做</a:t>
            </a:r>
            <a:r>
              <a:rPr lang="en-US"/>
              <a:t>good trade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0" name=""/>
          <p:cNvSpPr txBox="true"/>
          <p:nvPr/>
        </p:nvSpPr>
        <p:spPr>
          <a:xfrm rot="0" flipH="false" flipV="false">
            <a:off x="552956" y="1022294"/>
            <a:ext cx="4019043" cy="36829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交易老手：每次都依据数学来进行交易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342563" y="1014202"/>
            <a:ext cx="3582074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成功概率</a:t>
            </a:r>
            <a:r>
              <a:rPr lang="en-US"/>
              <a:t> * </a:t>
            </a:r>
            <a:r>
              <a:rPr lang="zh-CN"/>
              <a:t>盈利</a:t>
            </a:r>
            <a:r>
              <a:rPr lang="en-US"/>
              <a:t> &gt; </a:t>
            </a:r>
            <a:r>
              <a:rPr lang="zh-CN"/>
              <a:t>失败概</a:t>
            </a:r>
            <a:r>
              <a:rPr lang="zh-CN"/>
              <a:t>率</a:t>
            </a:r>
            <a:r>
              <a:rPr lang="en-US"/>
              <a:t> * </a:t>
            </a:r>
            <a:r>
              <a:rPr lang="zh-CN"/>
              <a:t>亏损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2024-11-18T10:59:25Z</dcterms:created>
  <dcterms:modified xsi:type="dcterms:W3CDTF">2024-11-18T10:59:25Z</dcterms:modified>
</cp:coreProperties>
</file>