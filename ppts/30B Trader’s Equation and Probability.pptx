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Layouts/slideLayout5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24" Type="http://schemas.openxmlformats.org/officeDocument/2006/relationships/viewProps" Target="viewProps.xml" /><Relationship Id="rId23" Type="http://schemas.openxmlformats.org/officeDocument/2006/relationships/tableStyles" Target="tableStyles.xml" /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13" Type="http://schemas.openxmlformats.org/officeDocument/2006/relationships/slide" Target="slides/slide13.xml" /><Relationship Id="rId21" Type="http://schemas.openxmlformats.org/officeDocument/2006/relationships/slide" Target="slides/slide21.xml" /><Relationship Id="rId1" Type="http://schemas.openxmlformats.org/officeDocument/2006/relationships/slide" Target="slides/slide1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17" Type="http://schemas.openxmlformats.org/officeDocument/2006/relationships/slide" Target="slides/slide17.xml" /><Relationship Id="rId19" Type="http://schemas.openxmlformats.org/officeDocument/2006/relationships/slide" Target="slides/slide19.xml" /><Relationship Id="rId18" Type="http://schemas.openxmlformats.org/officeDocument/2006/relationships/slide" Target="slides/slide18.xml" /><Relationship Id="rId16" Type="http://schemas.openxmlformats.org/officeDocument/2006/relationships/slide" Target="slides/slide16.xml" /><Relationship Id="rId2" Type="http://schemas.openxmlformats.org/officeDocument/2006/relationships/slide" Target="slides/slide2.xml" /><Relationship Id="rId15" Type="http://schemas.openxmlformats.org/officeDocument/2006/relationships/slide" Target="slides/slide15.xml" /><Relationship Id="rId20" Type="http://schemas.openxmlformats.org/officeDocument/2006/relationships/slide" Target="slides/slide20.xml" /><Relationship Id="rId22" Type="http://schemas.openxmlformats.org/officeDocument/2006/relationships/presProps" Target="presProp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9" Type="http://schemas.openxmlformats.org/officeDocument/2006/relationships/slideLayout" Target="../slideLayouts/slideLayout10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3" Type="http://schemas.openxmlformats.org/officeDocument/2006/relationships/slideLayout" Target="../slideLayouts/slideLayout4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1" Type="http://schemas.openxmlformats.org/officeDocument/2006/relationships/slideLayout" Target="../slideLayouts/slideLayout2.xml" /><Relationship Id="rId2" Type="http://schemas.openxmlformats.org/officeDocument/2006/relationships/slideLayout" Target="../slideLayouts/slideLayout3.xml" /><Relationship Id="rId10" Type="http://schemas.openxmlformats.org/officeDocument/2006/relationships/slideLayout" Target="../slideLayouts/slideLayout1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1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2" name=""/>
          <p:cNvSpPr txBox="true"/>
          <p:nvPr/>
        </p:nvSpPr>
        <p:spPr>
          <a:xfrm rot="0" flipH="false" flipV="false">
            <a:off x="434947" y="989926"/>
            <a:ext cx="3773192" cy="64135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三个重要变量：</a:t>
            </a:r>
            <a:r>
              <a:rPr lang="zh-CN"/>
              <a:t>概率、</a:t>
            </a:r>
            <a:r>
              <a:rPr lang="zh-CN"/>
              <a:t>收益、</a:t>
            </a:r>
            <a:r>
              <a:rPr lang="zh-CN"/>
              <a:t>亏损</a:t>
            </a:r>
            <a:endParaRPr/>
          </a:p>
          <a:p>
            <a:pPr/>
            <a:r>
              <a:rPr lang="zh-CN"/>
              <a:t>简化为两个：概率、盈亏比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5" name=""/>
          <p:cNvSpPr txBox="true"/>
          <p:nvPr/>
        </p:nvSpPr>
        <p:spPr>
          <a:xfrm rot="0" flipH="false" flipV="false">
            <a:off x="358746" y="1119398"/>
            <a:ext cx="2223736" cy="64135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好的</a:t>
            </a:r>
            <a:r>
              <a:rPr lang="en-US"/>
              <a:t>RR</a:t>
            </a:r>
            <a:r>
              <a:rPr lang="zh-CN"/>
              <a:t>、好的胜率</a:t>
            </a:r>
            <a:endParaRPr/>
          </a:p>
          <a:p>
            <a:pPr/>
            <a:r>
              <a:rPr lang="zh-CN"/>
              <a:t>一般只能选择一个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9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0" name=""/>
          <p:cNvSpPr txBox="true"/>
          <p:nvPr/>
        </p:nvSpPr>
        <p:spPr>
          <a:xfrm rot="0" flipH="false" flipV="false">
            <a:off x="6265933" y="253550"/>
            <a:ext cx="3355946" cy="368300"/>
          </a:xfrm>
          <a:prstGeom prst="rect">
            <a:avLst/>
          </a:prstGeom>
          <a:solidFill>
            <a:schemeClr val="accent5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新手害怕亏损（而忽略了胜率）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4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8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2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6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0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3" name=""/>
          <p:cNvSpPr txBox="true"/>
          <p:nvPr/>
        </p:nvSpPr>
        <p:spPr>
          <a:xfrm rot="0" flipH="false" flipV="false">
            <a:off x="285470" y="949465"/>
            <a:ext cx="4286530" cy="368300"/>
          </a:xfrm>
          <a:prstGeom prst="rect">
            <a:avLst/>
          </a:prstGeom>
          <a:solidFill>
            <a:schemeClr val="accent4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RR</a:t>
            </a:r>
            <a:r>
              <a:rPr lang="zh-CN"/>
              <a:t>通常是确切的，概率从来都是不确定的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7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1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5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9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3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4" name=""/>
          <p:cNvSpPr txBox="true"/>
          <p:nvPr/>
        </p:nvSpPr>
        <p:spPr>
          <a:xfrm rot="0" flipH="false" flipV="false">
            <a:off x="126551" y="965650"/>
            <a:ext cx="2320166" cy="368299"/>
          </a:xfrm>
          <a:prstGeom prst="rect">
            <a:avLst/>
          </a:prstGeom>
          <a:solidFill>
            <a:schemeClr val="bg2">
              <a:lumMod val="5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下降趋势中深度回调</a:t>
            </a:r>
            <a:endParaRPr/>
          </a:p>
        </p:txBody>
      </p:sp>
      <p:sp>
        <p:nvSpPr>
          <p:cNvPr id="35" name=""/>
          <p:cNvSpPr txBox="true"/>
          <p:nvPr/>
        </p:nvSpPr>
        <p:spPr>
          <a:xfrm rot="0" flipH="false" flipV="false">
            <a:off x="6087908" y="2379789"/>
            <a:ext cx="2954042" cy="64135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200"/>
              <a:t>每次突破，都看左边</a:t>
            </a:r>
            <a:endParaRPr/>
          </a:p>
          <a:p>
            <a:pPr/>
            <a:r>
              <a:rPr lang="zh-CN" sz="1200"/>
              <a:t>这里向上突破，但是没有突破前一个高点</a:t>
            </a:r>
            <a:endParaRPr/>
          </a:p>
          <a:p>
            <a:pPr/>
            <a:r>
              <a:rPr lang="zh-CN" sz="1200"/>
              <a:t>所以更有可能是一个</a:t>
            </a:r>
            <a:r>
              <a:rPr lang="en-US" sz="1200"/>
              <a:t>Bull Leg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9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3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7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2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2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2024-11-18T10:59:32Z</dcterms:created>
  <dcterms:modified xsi:type="dcterms:W3CDTF">2024-11-18T10:59:32Z</dcterms:modified>
</cp:coreProperties>
</file>