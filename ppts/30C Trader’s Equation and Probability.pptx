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5" Type="http://schemas.openxmlformats.org/officeDocument/2006/relationships/viewProps" Target="viewProps.xml" /><Relationship Id="rId24" Type="http://schemas.openxmlformats.org/officeDocument/2006/relationships/tableStyles" Target="tableStyles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23" Type="http://schemas.openxmlformats.org/officeDocument/2006/relationships/presProps" Target="presProps.xml" /><Relationship Id="rId21" Type="http://schemas.openxmlformats.org/officeDocument/2006/relationships/slide" Target="slides/slide21.xml" /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22" Type="http://schemas.openxmlformats.org/officeDocument/2006/relationships/slide" Target="slides/slide22.xml" /><Relationship Id="rId2" Type="http://schemas.openxmlformats.org/officeDocument/2006/relationships/slide" Target="slides/slide2.xml" /><Relationship Id="rId20" Type="http://schemas.openxmlformats.org/officeDocument/2006/relationships/slide" Target="slides/slide20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5" name=""/>
          <p:cNvSpPr txBox="true"/>
          <p:nvPr/>
        </p:nvSpPr>
        <p:spPr>
          <a:xfrm rot="0" flipH="false" flipV="false">
            <a:off x="6225473" y="1685841"/>
            <a:ext cx="2700492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二次入场的</a:t>
            </a:r>
            <a:r>
              <a:rPr lang="en-US"/>
              <a:t>Z-Score</a:t>
            </a:r>
            <a:r>
              <a:rPr lang="zh-CN"/>
              <a:t>比较大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6" name=""/>
          <p:cNvSpPr txBox="true"/>
          <p:nvPr/>
        </p:nvSpPr>
        <p:spPr>
          <a:xfrm rot="0" flipH="false" flipV="false">
            <a:off x="504404" y="2224088"/>
            <a:ext cx="5810250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新手必须交易很小的交易，不然很快就会损失整个账户</a:t>
            </a:r>
            <a:endParaRPr/>
          </a:p>
          <a:p>
            <a:pPr/>
            <a:r>
              <a:rPr lang="zh-CN"/>
              <a:t>每笔交易亏损不要超过整个账户的</a:t>
            </a:r>
            <a:r>
              <a:rPr lang="en-US"/>
              <a:t>1%</a:t>
            </a:r>
            <a:endParaRPr/>
          </a:p>
        </p:txBody>
      </p:sp>
      <p:sp>
        <p:nvSpPr>
          <p:cNvPr id="87" name=""/>
          <p:cNvSpPr txBox="true"/>
          <p:nvPr/>
        </p:nvSpPr>
        <p:spPr>
          <a:xfrm rot="0" flipH="false" flipV="false">
            <a:off x="5958435" y="6006988"/>
            <a:ext cx="3954757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依然会亏损，但是这是学费</a:t>
            </a:r>
            <a:endParaRPr/>
          </a:p>
          <a:p>
            <a:pPr/>
            <a:r>
              <a:rPr lang="zh-CN"/>
              <a:t>初学者因为犯错所以一开始肯定会亏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1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2" name=""/>
          <p:cNvSpPr txBox="true"/>
          <p:nvPr/>
        </p:nvSpPr>
        <p:spPr>
          <a:xfrm rot="0" flipH="false" flipV="false">
            <a:off x="350655" y="989926"/>
            <a:ext cx="4140874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新手：用就算亏了也不在意的钱来交易</a:t>
            </a:r>
            <a:endParaRPr/>
          </a:p>
        </p:txBody>
      </p:sp>
      <p:sp>
        <p:nvSpPr>
          <p:cNvPr id="93" name=""/>
          <p:cNvSpPr txBox="true"/>
          <p:nvPr/>
        </p:nvSpPr>
        <p:spPr>
          <a:xfrm rot="0" flipH="false" flipV="false">
            <a:off x="6783823" y="6037838"/>
            <a:ext cx="4154417" cy="5207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>
                <a:solidFill>
                  <a:srgbClr val="FF0000">
                    <a:alpha val="100000"/>
                  </a:srgbClr>
                </a:solidFill>
              </a:rPr>
              <a:t>可以排除钱的干扰，从而理性的做出最正确的决定</a:t>
            </a:r>
            <a:endParaRPr/>
          </a:p>
          <a:p>
            <a:pPr/>
            <a:r>
              <a:rPr lang="zh-CN" sz="1400">
                <a:solidFill>
                  <a:srgbClr val="FF0000">
                    <a:alpha val="100000"/>
                  </a:srgbClr>
                </a:solidFill>
              </a:rPr>
              <a:t>不能变得富有，但是可以用最小的代价来学习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2024-11-18T10:59:47Z</dcterms:created>
  <dcterms:modified xsi:type="dcterms:W3CDTF">2024-11-18T10:59:47Z</dcterms:modified>
</cp:coreProperties>
</file>