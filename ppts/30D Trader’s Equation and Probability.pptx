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9" Type="http://schemas.openxmlformats.org/officeDocument/2006/relationships/slide" Target="slides/slide19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20" Type="http://schemas.openxmlformats.org/officeDocument/2006/relationships/presProps" Target="presProps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4" Type="http://schemas.openxmlformats.org/officeDocument/2006/relationships/slide" Target="slides/slide14.xml" /><Relationship Id="rId22" Type="http://schemas.openxmlformats.org/officeDocument/2006/relationships/viewProps" Target="viewProps.xml" /><Relationship Id="rId21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5149232" y="1281240"/>
            <a:ext cx="3183485" cy="3365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600"/>
              <a:t>买</a:t>
            </a:r>
            <a:r>
              <a:rPr lang="en-US" sz="1600"/>
              <a:t>50%PB</a:t>
            </a:r>
            <a:r>
              <a:rPr lang="zh-CN" sz="1600"/>
              <a:t>，至少</a:t>
            </a:r>
            <a:r>
              <a:rPr lang="en-US" sz="1600"/>
              <a:t>60%</a:t>
            </a:r>
            <a:r>
              <a:rPr lang="zh-CN" sz="1600"/>
              <a:t>概率测试前高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0" name=""/>
          <p:cNvSpPr txBox="true"/>
          <p:nvPr/>
        </p:nvSpPr>
        <p:spPr>
          <a:xfrm rot="0" flipH="false" flipV="false">
            <a:off x="8636899" y="1726301"/>
            <a:ext cx="3554314" cy="64135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RR</a:t>
            </a:r>
            <a:r>
              <a:rPr lang="zh-CN"/>
              <a:t>小于</a:t>
            </a:r>
            <a:r>
              <a:rPr lang="en-US"/>
              <a:t>2</a:t>
            </a:r>
            <a:r>
              <a:rPr lang="zh-CN"/>
              <a:t>，认为是坏的盈亏比</a:t>
            </a:r>
            <a:endParaRPr/>
          </a:p>
          <a:p>
            <a:pPr/>
            <a:r>
              <a:rPr lang="en-US"/>
              <a:t>probability</a:t>
            </a:r>
            <a:r>
              <a:rPr lang="zh-CN"/>
              <a:t>大于</a:t>
            </a:r>
            <a:r>
              <a:rPr lang="en-US"/>
              <a:t>60%</a:t>
            </a:r>
            <a:r>
              <a:rPr lang="zh-CN"/>
              <a:t>就认为高胜率</a:t>
            </a:r>
            <a:endParaRPr/>
          </a:p>
        </p:txBody>
      </p:sp>
      <p:sp>
        <p:nvSpPr>
          <p:cNvPr id="71" name=""/>
          <p:cNvSpPr txBox="true"/>
          <p:nvPr/>
        </p:nvSpPr>
        <p:spPr>
          <a:xfrm rot="0" flipH="false" flipV="false">
            <a:off x="4946931" y="5149233"/>
            <a:ext cx="2101681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看起来较强的趋势</a:t>
            </a:r>
            <a:endParaRPr/>
          </a:p>
          <a:p>
            <a:pPr/>
            <a:r>
              <a:rPr lang="zh-CN"/>
              <a:t>可以买</a:t>
            </a:r>
            <a:r>
              <a:rPr lang="en-US"/>
              <a:t>50%PB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6" name=""/>
          <p:cNvSpPr txBox="true"/>
          <p:nvPr/>
        </p:nvSpPr>
        <p:spPr>
          <a:xfrm rot="0" flipH="false" flipV="false">
            <a:off x="3563192" y="3416301"/>
            <a:ext cx="2943253" cy="368299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突破后，可以提升数学期望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2024-11-18T10:59:58Z</dcterms:created>
  <dcterms:modified xsi:type="dcterms:W3CDTF">2024-11-18T10:59:58Z</dcterms:modified>
</cp:coreProperties>
</file>