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slideLayouts/slideLayout5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slideLayouts/slideLayout10.xml" ContentType="application/vnd.openxmlformats-officedocument.presentationml.slideLayout+xml"/>
  <Override PartName="/ppt/slides/slide3.xml" ContentType="application/vnd.openxmlformats-officedocument.presentationml.slide+xml"/>
  <Override PartName="/ppt/slideLayouts/slideLayout8.xml" ContentType="application/vnd.openxmlformats-officedocument.presentationml.slideLayout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Layouts/slideLayout6.xml" ContentType="application/vnd.openxmlformats-officedocument.presentationml.slideLayout+xml"/>
  <Override PartName="/ppt/slides/slide6.xml" ContentType="application/vnd.openxmlformats-officedocument.presentationml.slide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4.xml" ContentType="application/vnd.openxmlformats-officedocument.presentationml.slideLayout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viewProps.xml" ContentType="application/vnd.openxmlformats-officedocument.presentationml.viewProps+xml"/>
  <Override PartName="/ppt/presentation.xml" ContentType="application/vnd.openxmlformats-officedocument.presentationml.presentation.main+xml"/>
  <Override PartName="/ppt/slides/slide15.xml" ContentType="application/vnd.openxmlformats-officedocument.presentationml.slide+xml"/>
  <Override PartName="/ppt/slides/slide22.xml" ContentType="application/vnd.openxmlformats-officedocument.presentationml.slide+xml"/>
  <Override PartName="/docProps/app.xml" ContentType="application/vnd.openxmlformats-officedocument.extended-propertie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21.xml" ContentType="application/vnd.openxmlformats-officedocument.presentationml.slide+xml"/>
  <Override PartName="/ppt/slides/slide9.xml" ContentType="application/vnd.openxmlformats-officedocument.presentationml.slide+xml"/>
  <Override PartName="/ppt/slideLayouts/slideLayout11.xml" ContentType="application/vnd.openxmlformats-officedocument.presentationml.slideLayout+xml"/>
  <Override PartName="/ppt/slides/slide12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slides/slide16.xml" ContentType="application/vnd.openxmlformats-officedocument.presentationml.slide+xml"/>
  <Override PartName="/ppt/tableStyles.xml" ContentType="application/vnd.openxmlformats-officedocument.presentationml.tableStyles+xml"/>
  <Override PartName="/ppt/slides/slide14.xml" ContentType="application/vnd.openxmlformats-officedocument.presentationml.slide+xml"/>
  <Override PartName="/ppt/slides/slide17.xml" ContentType="application/vnd.openxmlformats-officedocument.presentationml.slide+xml"/>
  <Override PartName="/ppt/slides/slide20.xml" ContentType="application/vnd.openxmlformats-officedocument.presentationml.slide+xml"/>
  <Override PartName="/ppt/slides/slide18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2" Type="http://schemas.openxmlformats.org/officeDocument/2006/relationships/extended-properties" Target="docProps/app.xml" /><Relationship Id="rId0" Type="http://schemas.openxmlformats.org/officeDocument/2006/relationships/officeDocument" Target="ppt/presentation.xml" /><Relationship Id="rId1" Type="http://schemas.openxmlformats.org/package/2006/relationships/metadata/core-properties" Target="docProps/core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firstSlideNum="1">
  <p:sldMasterIdLst>
    <p:sldMasterId id="2147483648" r:id="rId0"/>
  </p:sld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</p:sldIdLst>
  <p:sldSz cx="14630400" cy="8229600" type="screen4x3"/>
  <p:notesSz cx="6858000" cy="9144000"/>
  <p:defaultTextStyle>
    <a:defPPr>
      <a:defRPr lang="en-US"/>
    </a:defPPr>
    <a:lvl1pPr marL="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lastView="sldThumbnailView">
  <p:normalViewPr>
    <p:restoredLeft sz="15620"/>
    <p:restoredTop sz="94660"/>
  </p:normalViewPr>
  <p:slideViewPr>
    <p:cSldViewPr snapToGrid="false" snapToObjects="true">
      <p:cViewPr varScale="true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7" Type="http://schemas.openxmlformats.org/officeDocument/2006/relationships/slide" Target="slides/slide7.xml" /><Relationship Id="rId6" Type="http://schemas.openxmlformats.org/officeDocument/2006/relationships/slide" Target="slides/slide6.xml" /><Relationship Id="rId5" Type="http://schemas.openxmlformats.org/officeDocument/2006/relationships/slide" Target="slides/slide5.xml" /><Relationship Id="rId4" Type="http://schemas.openxmlformats.org/officeDocument/2006/relationships/slide" Target="slides/slide4.xml" /><Relationship Id="rId3" Type="http://schemas.openxmlformats.org/officeDocument/2006/relationships/slide" Target="slides/slide3.xml" /><Relationship Id="rId25" Type="http://schemas.openxmlformats.org/officeDocument/2006/relationships/viewProps" Target="viewProps.xml" /><Relationship Id="rId8" Type="http://schemas.openxmlformats.org/officeDocument/2006/relationships/slide" Target="slides/slide8.xml" /><Relationship Id="rId23" Type="http://schemas.openxmlformats.org/officeDocument/2006/relationships/presProps" Target="presProps.xml" /><Relationship Id="rId10" Type="http://schemas.openxmlformats.org/officeDocument/2006/relationships/slide" Target="slides/slide10.xml" /><Relationship Id="rId1" Type="http://schemas.openxmlformats.org/officeDocument/2006/relationships/slide" Target="slides/slide1.xml" /><Relationship Id="rId15" Type="http://schemas.openxmlformats.org/officeDocument/2006/relationships/slide" Target="slides/slide15.xml" /><Relationship Id="rId19" Type="http://schemas.openxmlformats.org/officeDocument/2006/relationships/slide" Target="slides/slide19.xml" /><Relationship Id="rId9" Type="http://schemas.openxmlformats.org/officeDocument/2006/relationships/slide" Target="slides/slide9.xml" /><Relationship Id="rId22" Type="http://schemas.openxmlformats.org/officeDocument/2006/relationships/slide" Target="slides/slide22.xml" /><Relationship Id="rId0" Type="http://schemas.openxmlformats.org/officeDocument/2006/relationships/slideMaster" Target="slideMasters/slideMaster1.xml" /><Relationship Id="rId12" Type="http://schemas.openxmlformats.org/officeDocument/2006/relationships/slide" Target="slides/slide12.xml" /><Relationship Id="rId16" Type="http://schemas.openxmlformats.org/officeDocument/2006/relationships/slide" Target="slides/slide16.xml" /><Relationship Id="rId11" Type="http://schemas.openxmlformats.org/officeDocument/2006/relationships/slide" Target="slides/slide11.xml" /><Relationship Id="rId24" Type="http://schemas.openxmlformats.org/officeDocument/2006/relationships/tableStyles" Target="tableStyles.xml" /><Relationship Id="rId14" Type="http://schemas.openxmlformats.org/officeDocument/2006/relationships/slide" Target="slides/slide14.xml" /><Relationship Id="rId17" Type="http://schemas.openxmlformats.org/officeDocument/2006/relationships/slide" Target="slides/slide17.xml" /><Relationship Id="rId20" Type="http://schemas.openxmlformats.org/officeDocument/2006/relationships/slide" Target="slides/slide20.xml" /><Relationship Id="rId18" Type="http://schemas.openxmlformats.org/officeDocument/2006/relationships/slide" Target="slides/slide18.xml" /><Relationship Id="rId13" Type="http://schemas.openxmlformats.org/officeDocument/2006/relationships/slide" Target="slides/slide13.xml" /><Relationship Id="rId2" Type="http://schemas.openxmlformats.org/officeDocument/2006/relationships/slide" Target="slides/slide2.xml" /><Relationship Id="rId21" Type="http://schemas.openxmlformats.org/officeDocument/2006/relationships/slide" Target="slides/slide21.xml" /></Relationships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2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3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4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5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6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7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8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9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0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true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true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/>
            <a:r>
              <a:rPr lang="en-US" smtClean="false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6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type="obj">
  <p:cSld name="Title and Content">
    <p:spTree>
      <p:nvGrpSpPr>
        <p:cNvPr id="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9" name="Content Placeholder 2"/>
          <p:cNvSpPr>
            <a:spLocks noGrp="true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10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11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12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p="http://schemas.openxmlformats.org/presentationml/2006/main" type="secHead">
  <p:cSld name="Section Header">
    <p:spTree>
      <p:nvGrpSpPr>
        <p:cNvPr id="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"/>
          <p:cNvSpPr>
            <a:spLocks noGrp="true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true" cap="all"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21" name="Text Placeholder 2"/>
          <p:cNvSpPr>
            <a:spLocks noGrp="true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22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23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24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p="http://schemas.openxmlformats.org/presentationml/2006/main" type="twoObj">
  <p:cSld name="Two Content"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27" name="Content Placeholder 2"/>
          <p:cNvSpPr>
            <a:spLocks noGrp="true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28" name="Content Placeholder 3"/>
          <p:cNvSpPr>
            <a:spLocks noGrp="true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29" name="Date Placeholder 4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30" name="Footer Placeholder 5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31" name="Slide Number Placeholder 6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p="http://schemas.openxmlformats.org/presentationml/2006/main" type="twoTxTwoObj">
  <p:cSld name="Comparison">
    <p:spTree>
      <p:nvGrpSpPr>
        <p:cNvPr id="3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itle 1"/>
          <p:cNvSpPr>
            <a:spLocks noGrp="true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34" name="Text Placeholder 2"/>
          <p:cNvSpPr>
            <a:spLocks noGrp="true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true"/>
            </a:lvl1pPr>
            <a:lvl2pPr marL="457200" indent="0">
              <a:buNone/>
              <a:defRPr sz="2000" b="true"/>
            </a:lvl2pPr>
            <a:lvl3pPr marL="914400" indent="0">
              <a:buNone/>
              <a:defRPr sz="1800" b="true"/>
            </a:lvl3pPr>
            <a:lvl4pPr marL="1371600" indent="0">
              <a:buNone/>
              <a:defRPr sz="1600" b="true"/>
            </a:lvl4pPr>
            <a:lvl5pPr marL="1828800" indent="0">
              <a:buNone/>
              <a:defRPr sz="1600" b="true"/>
            </a:lvl5pPr>
            <a:lvl6pPr marL="2286000" indent="0">
              <a:buNone/>
              <a:defRPr sz="1600" b="true"/>
            </a:lvl6pPr>
            <a:lvl7pPr marL="2743200" indent="0">
              <a:buNone/>
              <a:defRPr sz="1600" b="true"/>
            </a:lvl7pPr>
            <a:lvl8pPr marL="3200400" indent="0">
              <a:buNone/>
              <a:defRPr sz="1600" b="true"/>
            </a:lvl8pPr>
            <a:lvl9pPr marL="3657600" indent="0">
              <a:buNone/>
              <a:defRPr sz="1600" b="true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35" name="Content Placeholder 3"/>
          <p:cNvSpPr>
            <a:spLocks noGrp="true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36" name="Text Placeholder 4"/>
          <p:cNvSpPr>
            <a:spLocks noGrp="true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true"/>
            </a:lvl1pPr>
            <a:lvl2pPr marL="457200" indent="0">
              <a:buNone/>
              <a:defRPr sz="2000" b="true"/>
            </a:lvl2pPr>
            <a:lvl3pPr marL="914400" indent="0">
              <a:buNone/>
              <a:defRPr sz="1800" b="true"/>
            </a:lvl3pPr>
            <a:lvl4pPr marL="1371600" indent="0">
              <a:buNone/>
              <a:defRPr sz="1600" b="true"/>
            </a:lvl4pPr>
            <a:lvl5pPr marL="1828800" indent="0">
              <a:buNone/>
              <a:defRPr sz="1600" b="true"/>
            </a:lvl5pPr>
            <a:lvl6pPr marL="2286000" indent="0">
              <a:buNone/>
              <a:defRPr sz="1600" b="true"/>
            </a:lvl6pPr>
            <a:lvl7pPr marL="2743200" indent="0">
              <a:buNone/>
              <a:defRPr sz="1600" b="true"/>
            </a:lvl7pPr>
            <a:lvl8pPr marL="3200400" indent="0">
              <a:buNone/>
              <a:defRPr sz="1600" b="true"/>
            </a:lvl8pPr>
            <a:lvl9pPr marL="3657600" indent="0">
              <a:buNone/>
              <a:defRPr sz="1600" b="true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37" name="Content Placeholder 5"/>
          <p:cNvSpPr>
            <a:spLocks noGrp="true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38" name="Date Placeholder 6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39" name="Footer Placeholder 7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40" name="Slide Number Placeholder 8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p="http://schemas.openxmlformats.org/presentationml/2006/main" type="titleOnly">
  <p:cSld name="Title Only"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43" name="Date Placeholder 2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44" name="Footer Placeholder 3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45" name="Slide Number Placeholder 4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p="http://schemas.openxmlformats.org/presentationml/2006/main" type="blank">
  <p:cSld name="Blank">
    <p:spTree>
      <p:nvGrpSpPr>
        <p:cNvPr id="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Date Placeholder 1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48" name="Footer Placeholder 2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49" name="Slide Number Placeholder 3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p="http://schemas.openxmlformats.org/presentationml/2006/main" type="objTx">
  <p:cSld name="Content with Caption">
    <p:spTree>
      <p:nvGrpSpPr>
        <p:cNvPr id="5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itle 1"/>
          <p:cNvSpPr>
            <a:spLocks noGrp="true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true"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52" name="Content Placeholder 2"/>
          <p:cNvSpPr>
            <a:spLocks noGrp="true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53" name="Text Placeholder 3"/>
          <p:cNvSpPr>
            <a:spLocks noGrp="true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54" name="Date Placeholder 4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55" name="Footer Placeholder 5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56" name="Slide Number Placeholder 6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p="http://schemas.openxmlformats.org/presentationml/2006/main" type="picTx">
  <p:cSld name="Picture with Caption">
    <p:spTree>
      <p:nvGrpSpPr>
        <p:cNvPr id="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itle 1"/>
          <p:cNvSpPr>
            <a:spLocks noGrp="true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true"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59" name="Picture Placeholder 2"/>
          <p:cNvSpPr>
            <a:spLocks noGrp="true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/>
            <a:endParaRPr lang="en-US"/>
          </a:p>
        </p:txBody>
      </p:sp>
      <p:sp>
        <p:nvSpPr>
          <p:cNvPr id="60" name="Text Placeholder 3"/>
          <p:cNvSpPr>
            <a:spLocks noGrp="true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61" name="Date Placeholder 4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62" name="Footer Placeholder 5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63" name="Slide Number Placeholder 6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p="http://schemas.openxmlformats.org/presentationml/2006/main" type="vertTx">
  <p:cSld name="Title and Vertical Text">
    <p:spTree>
      <p:nvGrpSpPr>
        <p:cNvPr id="6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66" name="Vertical Text Placeholder 2"/>
          <p:cNvSpPr>
            <a:spLocks noGrp="true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67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68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69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p="http://schemas.openxmlformats.org/presentationml/2006/main" type="vertTitleAndTx">
  <p:cSld name="Vertical Title and Text"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Vertical Title 1"/>
          <p:cNvSpPr>
            <a:spLocks noGrp="true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15" name="Vertical Text Placeholder 2"/>
          <p:cNvSpPr>
            <a:spLocks noGrp="true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16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17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18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8" Type="http://schemas.openxmlformats.org/officeDocument/2006/relationships/slideLayout" Target="../slideLayouts/slideLayout9.xml" /><Relationship Id="rId7" Type="http://schemas.openxmlformats.org/officeDocument/2006/relationships/slideLayout" Target="../slideLayouts/slideLayout8.xml" /><Relationship Id="rId6" Type="http://schemas.openxmlformats.org/officeDocument/2006/relationships/slideLayout" Target="../slideLayouts/slideLayout7.xml" /><Relationship Id="rId9" Type="http://schemas.openxmlformats.org/officeDocument/2006/relationships/slideLayout" Target="../slideLayouts/slideLayout10.xml" /><Relationship Id="rId5" Type="http://schemas.openxmlformats.org/officeDocument/2006/relationships/slideLayout" Target="../slideLayouts/slideLayout6.xml" /><Relationship Id="rId1" Type="http://schemas.openxmlformats.org/officeDocument/2006/relationships/slideLayout" Target="../slideLayouts/slideLayout2.xml" /><Relationship Id="rId0" Type="http://schemas.openxmlformats.org/officeDocument/2006/relationships/slideLayout" Target="../slideLayouts/slideLayout1.xml" /><Relationship Id="rId10" Type="http://schemas.openxmlformats.org/officeDocument/2006/relationships/slideLayout" Target="../slideLayouts/slideLayout11.xml" /><Relationship Id="rId11" Type="http://schemas.openxmlformats.org/officeDocument/2006/relationships/theme" Target="../theme/theme1.xml" /><Relationship Id="rId2" Type="http://schemas.openxmlformats.org/officeDocument/2006/relationships/slideLayout" Target="../slideLayouts/slideLayout3.xml" /><Relationship Id="rId4" Type="http://schemas.openxmlformats.org/officeDocument/2006/relationships/slideLayout" Target="../slideLayouts/slideLayout5.xml" /><Relationship Id="rId3" Type="http://schemas.openxmlformats.org/officeDocument/2006/relationships/slideLayout" Target="../slideLayouts/slideLayout4.xml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true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false" anchor="ctr">
            <a:normAutofit/>
          </a:bodyPr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true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false">
            <a:normAutofit/>
          </a:bodyPr>
          <a:lstStyle/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true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false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true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false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endParaRPr lang="en-US"/>
          </a:p>
        </p:txBody>
      </p:sp>
      <p:sp>
        <p:nvSpPr>
          <p:cNvPr id="6" name="Slide Number Placeholder 5"/>
          <p:cNvSpPr>
            <a:spLocks noGrp="true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false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txStyles>
    <p:titleStyle>
      <a:lvl1pPr algn="ctr" defTabSz="457200" rtl="false" eaLnBrk="true" latinLnBrk="false" hangingPunct="true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false" eaLnBrk="true" latinLnBrk="false" hangingPunct="true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false" eaLnBrk="true" latinLnBrk="false" hangingPunct="true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false" eaLnBrk="true" latinLnBrk="false" hangingPunct="true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false" eaLnBrk="true" latinLnBrk="false" hangingPunct="true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false" eaLnBrk="true" latinLnBrk="false" hangingPunct="true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image" Target="media/image1.jpg" /><Relationship Id="rId0" Type="http://schemas.openxmlformats.org/officeDocument/2006/relationships/slideLayout" Target="../slideLayouts/slideLayout1.xml" 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image" Target="media/image12.jpg" /><Relationship Id="rId0" Type="http://schemas.openxmlformats.org/officeDocument/2006/relationships/slideLayout" Target="../slideLayouts/slideLayout1.xml" 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image" Target="media/image16.jpg" /><Relationship Id="rId0" Type="http://schemas.openxmlformats.org/officeDocument/2006/relationships/slideLayout" Target="../slideLayouts/slideLayout1.xml" 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image" Target="media/image17.jpg" /><Relationship Id="rId0" Type="http://schemas.openxmlformats.org/officeDocument/2006/relationships/slideLayout" Target="../slideLayouts/slideLayout1.xml" 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image" Target="media/image18.jpg" /><Relationship Id="rId0" Type="http://schemas.openxmlformats.org/officeDocument/2006/relationships/slideLayout" Target="../slideLayouts/slideLayout1.xml" 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image" Target="media/image19.jpg" /><Relationship Id="rId0" Type="http://schemas.openxmlformats.org/officeDocument/2006/relationships/slideLayout" Target="../slideLayouts/slideLayout1.xml" 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image" Target="media/image20.jpg" /><Relationship Id="rId0" Type="http://schemas.openxmlformats.org/officeDocument/2006/relationships/slideLayout" Target="../slideLayouts/slideLayout1.xml" 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image" Target="media/image21.jpg" /><Relationship Id="rId0" Type="http://schemas.openxmlformats.org/officeDocument/2006/relationships/slideLayout" Target="../slideLayouts/slideLayout1.xml" 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image" Target="media/image22.jpg" /><Relationship Id="rId0" Type="http://schemas.openxmlformats.org/officeDocument/2006/relationships/slideLayout" Target="../slideLayouts/slideLayout1.xml" 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image" Target="media/image2.jpg" /><Relationship Id="rId0" Type="http://schemas.openxmlformats.org/officeDocument/2006/relationships/slideLayout" Target="../slideLayouts/slideLayout1.xml" 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image" Target="media/image3.jpg" /><Relationship Id="rId0" Type="http://schemas.openxmlformats.org/officeDocument/2006/relationships/slideLayout" Target="../slideLayouts/slideLayout1.xml" 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image" Target="media/image4.jpg" /><Relationship Id="rId0" Type="http://schemas.openxmlformats.org/officeDocument/2006/relationships/slideLayout" Target="../slideLayouts/slideLayout1.xml" 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image" Target="media/image5.jpg" /><Relationship Id="rId0" Type="http://schemas.openxmlformats.org/officeDocument/2006/relationships/slideLayout" Target="../slideLayouts/slideLayout1.xml" 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image" Target="media/image6.jpg" /><Relationship Id="rId0" Type="http://schemas.openxmlformats.org/officeDocument/2006/relationships/slideLayout" Target="../slideLayouts/slideLayout1.xml" 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image" Target="media/image7.jpg" /><Relationship Id="rId0" Type="http://schemas.openxmlformats.org/officeDocument/2006/relationships/slideLayout" Target="../slideLayouts/slideLayout1.xml" 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image" Target="media/image8.jpg" /><Relationship Id="rId0" Type="http://schemas.openxmlformats.org/officeDocument/2006/relationships/slideLayout" Target="../slideLayouts/slideLayout1.xml" 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image" Target="media/image9.jpg" /><Relationship Id="rId0" Type="http://schemas.openxmlformats.org/officeDocument/2006/relationships/slideLayout" Target="../slideLayouts/slideLayout1.xml" 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image" Target="media/image10.jpg" /><Relationship Id="rId0" Type="http://schemas.openxmlformats.org/officeDocument/2006/relationships/slideLayout" Target="../slideLayouts/slideLayout1.xml" 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image" Target="media/image11.jpg" /><Relationship Id="rId0" Type="http://schemas.openxmlformats.org/officeDocument/2006/relationships/slideLayout" Target="../slideLayouts/slideLayout1.xml" 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image" Target="media/image13.jpg" /><Relationship Id="rId0" Type="http://schemas.openxmlformats.org/officeDocument/2006/relationships/slideLayout" Target="../slideLayouts/slideLayout1.xml" 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image" Target="media/image14.jpg" /><Relationship Id="rId0" Type="http://schemas.openxmlformats.org/officeDocument/2006/relationships/slideLayout" Target="../slideLayouts/slideLayout1.xml" /></Relationships>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image" Target="media/image15.jpg" /><Relationship Id="rId0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3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4" name="Picture 3" descr="Slide 1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48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49" name="Picture 3" descr="Slide 2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6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64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65" name="Picture 3" descr="Slide 3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6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68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69" name="Picture 3" descr="Slide 4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7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72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73" name="Picture 3" descr="Slide 5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7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76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77" name="Picture 3" descr="Slide 6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7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80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81" name="Picture 3" descr="Slide 7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8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84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85" name="Picture 3" descr="Slide 8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8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88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89" name="Picture 3" descr="Slide 9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7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8" name="Picture 3" descr="Slide 10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11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12" name="Picture 3" descr="Slide 11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15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16" name="Picture 3" descr="Slide 13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19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20" name="Picture 3" descr="Slide 14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23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24" name="Picture 3" descr="Slide 15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27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28" name="Picture 3" descr="Slide 16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31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32" name="Picture 3" descr="Slide 17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3" name=""/>
          <p:cNvSpPr txBox="true"/>
          <p:nvPr/>
        </p:nvSpPr>
        <p:spPr>
          <a:xfrm rot="0" flipH="false" flipV="false">
            <a:off x="1710117" y="3232150"/>
            <a:ext cx="3080817" cy="368300"/>
          </a:xfrm>
          <a:prstGeom prst="rect">
            <a:avLst/>
          </a:prstGeom>
          <a:solidFill>
            <a:schemeClr val="accent3">
              <a:lumMod val="60000"/>
              <a:lumOff val="40000"/>
              <a:alpha val="100000"/>
            </a:schemeClr>
          </a:solidFill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zh-CN"/>
              <a:t>需要大量的</a:t>
            </a:r>
            <a:r>
              <a:rPr lang="en-US"/>
              <a:t>Experience</a:t>
            </a:r>
            <a:r>
              <a:rPr lang="zh-CN"/>
              <a:t>！！！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3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36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37" name="Picture 3" descr="Slide 18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3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40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41" name="Picture 3" descr="Slide 19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4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44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45" name="Picture 3" descr="Slide 20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5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52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53" name="Picture 3" descr="Slide 21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5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56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57" name="Picture 3" descr="Slide 22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5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60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61" name="Picture 3" descr="Slide 23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true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true"/>
        </a:gradFill>
        <a:gradFill rotWithShape="true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false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false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false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false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true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true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Application>Tencent office</Application>
</Properties>
</file>

<file path=docProps/core.xml><?xml version="1.0" encoding="utf-8"?>
<cp:coreProperties xmlns:xsi="http://www.w3.org/2001/XMLSchema-instance" xmlns:dcmitype="http://purl.org/dc/dcmitype/" xmlns:dcterms="http://purl.org/dc/terms/" xmlns:cp="http://schemas.openxmlformats.org/package/2006/metadata/core-properties" xmlns:dc="http://purl.org/dc/elements/1.1/">
  <dcterms:created xsi:type="dcterms:W3CDTF">2024-11-18T11:00:07Z</dcterms:created>
  <dcterms:modified xsi:type="dcterms:W3CDTF">2024-11-18T11:00:07Z</dcterms:modified>
</cp:coreProperties>
</file>