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5" Type="http://schemas.openxmlformats.org/officeDocument/2006/relationships/presProps" Target="presProps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6" Type="http://schemas.openxmlformats.org/officeDocument/2006/relationships/tableStyles" Target="tableStyles.xml" /><Relationship Id="rId9" Type="http://schemas.openxmlformats.org/officeDocument/2006/relationships/slide" Target="slides/slide9.xml" /><Relationship Id="rId17" Type="http://schemas.openxmlformats.org/officeDocument/2006/relationships/viewProps" Target="viewProps.xml" /><Relationship Id="rId6" Type="http://schemas.openxmlformats.org/officeDocument/2006/relationships/slide" Target="slides/slide6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0" name=""/>
          <p:cNvSpPr txBox="true"/>
          <p:nvPr/>
        </p:nvSpPr>
        <p:spPr>
          <a:xfrm rot="0" flipH="false" flipV="false">
            <a:off x="561048" y="852361"/>
            <a:ext cx="4510972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两种个性，两种心态：剥头皮和波段交易者</a:t>
            </a:r>
            <a:endParaRPr/>
          </a:p>
        </p:txBody>
      </p:sp>
      <p:sp>
        <p:nvSpPr>
          <p:cNvPr id="31" name=""/>
          <p:cNvSpPr txBox="true"/>
          <p:nvPr/>
        </p:nvSpPr>
        <p:spPr>
          <a:xfrm rot="0" flipH="false" flipV="false">
            <a:off x="6678626" y="899986"/>
            <a:ext cx="2368718" cy="64135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波段交易者是大多数</a:t>
            </a:r>
            <a:endParaRPr/>
          </a:p>
          <a:p>
            <a:pPr/>
            <a:r>
              <a:rPr lang="zh-CN"/>
              <a:t>剥头皮交易者是少数</a:t>
            </a:r>
            <a:endParaRPr/>
          </a:p>
        </p:txBody>
      </p:sp>
      <p:sp>
        <p:nvSpPr>
          <p:cNvPr id="32" name=""/>
          <p:cNvSpPr txBox="true"/>
          <p:nvPr/>
        </p:nvSpPr>
        <p:spPr>
          <a:xfrm rot="0" flipH="false" flipV="false">
            <a:off x="5472914" y="5638800"/>
            <a:ext cx="1308661" cy="27305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 sz="1200"/>
              <a:t>2</a:t>
            </a:r>
            <a:r>
              <a:rPr lang="zh-CN" sz="1200"/>
              <a:t>次尝试，</a:t>
            </a:r>
            <a:r>
              <a:rPr lang="en-US" sz="1200"/>
              <a:t>50%PB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7" name=""/>
          <p:cNvSpPr txBox="true"/>
          <p:nvPr/>
        </p:nvSpPr>
        <p:spPr>
          <a:xfrm rot="0" flipH="false" flipV="false">
            <a:off x="561048" y="868545"/>
            <a:ext cx="3412591" cy="368299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剥头皮交易者：喜欢交易小反转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2" name=""/>
          <p:cNvSpPr txBox="true"/>
          <p:nvPr/>
        </p:nvSpPr>
        <p:spPr>
          <a:xfrm rot="0" flipH="false" flipV="false">
            <a:off x="447310" y="909006"/>
            <a:ext cx="4548285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波段交易者：不是必须在小反转的时候离场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7" name=""/>
          <p:cNvSpPr txBox="true"/>
          <p:nvPr/>
        </p:nvSpPr>
        <p:spPr>
          <a:xfrm rot="0" flipH="false" flipV="false">
            <a:off x="458324" y="892821"/>
            <a:ext cx="6309539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波段交易者：也可以在小反转的离场，如果可以二次入场的话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2" name=""/>
          <p:cNvSpPr txBox="true"/>
          <p:nvPr/>
        </p:nvSpPr>
        <p:spPr>
          <a:xfrm rot="0" flipH="false" flipV="false">
            <a:off x="480127" y="900913"/>
            <a:ext cx="4742438" cy="368300"/>
          </a:xfrm>
          <a:prstGeom prst="rect">
            <a:avLst/>
          </a:prstGeom>
          <a:solidFill>
            <a:schemeClr val="accent1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波段交易者：按照波段交易的计划来进行交易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1" name=""/>
          <p:cNvSpPr txBox="true"/>
          <p:nvPr/>
        </p:nvSpPr>
        <p:spPr>
          <a:xfrm rot="0" flipH="false" flipV="false">
            <a:off x="496311" y="836177"/>
            <a:ext cx="4194259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波段交易：意味着主趋势反转</a:t>
            </a:r>
            <a:r>
              <a:rPr lang="en-US"/>
              <a:t> </a:t>
            </a:r>
            <a:r>
              <a:rPr lang="zh-CN"/>
              <a:t>或</a:t>
            </a:r>
            <a:r>
              <a:rPr lang="en-US"/>
              <a:t> </a:t>
            </a:r>
            <a:r>
              <a:rPr lang="zh-CN"/>
              <a:t>突破</a:t>
            </a:r>
            <a:endParaRPr/>
          </a:p>
        </p:txBody>
      </p:sp>
      <p:sp>
        <p:nvSpPr>
          <p:cNvPr id="62" name=""/>
          <p:cNvSpPr txBox="true"/>
          <p:nvPr/>
        </p:nvSpPr>
        <p:spPr>
          <a:xfrm rot="0" flipH="false" flipV="false">
            <a:off x="7396120" y="1978025"/>
            <a:ext cx="4545476" cy="304800"/>
          </a:xfrm>
          <a:prstGeom prst="rect">
            <a:avLst/>
          </a:prstGeom>
          <a:solidFill>
            <a:schemeClr val="accent6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400"/>
              <a:t>大多数交易员应该只做他们认为能形成波段交易的机会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7" name=""/>
          <p:cNvSpPr txBox="true"/>
          <p:nvPr/>
        </p:nvSpPr>
        <p:spPr>
          <a:xfrm rot="0" flipH="false" flipV="false">
            <a:off x="6379671" y="1248871"/>
            <a:ext cx="4157058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2RR</a:t>
            </a:r>
            <a:r>
              <a:rPr lang="zh-CN"/>
              <a:t>的位置，可以先部分止盈来保护利润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3318408" y="6678626"/>
            <a:ext cx="3860800" cy="64135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使用波段交易的止损，然后学会加仓</a:t>
            </a:r>
            <a:endParaRPr/>
          </a:p>
          <a:p>
            <a:pPr/>
            <a:r>
              <a:rPr lang="zh-CN"/>
              <a:t>曾大胜率，同时增加风险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7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1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5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2024-11-18T10:58:27Z</dcterms:created>
  <dcterms:modified xsi:type="dcterms:W3CDTF">2024-11-18T10:58:27Z</dcterms:modified>
</cp:coreProperties>
</file>