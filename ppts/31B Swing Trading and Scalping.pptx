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3.xml" ContentType="application/vnd.openxmlformats-officedocument.presentationml.slide+xml"/>
  <Override PartName="/ppt/slides/slide13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10" Type="http://schemas.openxmlformats.org/officeDocument/2006/relationships/slide" Target="slides/slide10.xml" /><Relationship Id="rId7" Type="http://schemas.openxmlformats.org/officeDocument/2006/relationships/slide" Target="slides/slide7.xml" /><Relationship Id="rId0" Type="http://schemas.openxmlformats.org/officeDocument/2006/relationships/slideMaster" Target="slideMasters/slideMaster1.xml" /><Relationship Id="rId13" Type="http://schemas.openxmlformats.org/officeDocument/2006/relationships/slide" Target="slides/slide13.xml" /><Relationship Id="rId6" Type="http://schemas.openxmlformats.org/officeDocument/2006/relationships/slide" Target="slides/slide6.xml" /><Relationship Id="rId14" Type="http://schemas.openxmlformats.org/officeDocument/2006/relationships/slide" Target="slides/slide14.xml" /><Relationship Id="rId1" Type="http://schemas.openxmlformats.org/officeDocument/2006/relationships/slide" Target="slides/slide1.xml" /><Relationship Id="rId17" Type="http://schemas.openxmlformats.org/officeDocument/2006/relationships/viewProps" Target="viewProps.xml" 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4" Type="http://schemas.openxmlformats.org/officeDocument/2006/relationships/slide" Target="slides/slide4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9" Type="http://schemas.openxmlformats.org/officeDocument/2006/relationships/slide" Target="slides/slide9.xml" /><Relationship Id="rId5" Type="http://schemas.openxmlformats.org/officeDocument/2006/relationships/slide" Target="slides/slide5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5" Type="http://schemas.openxmlformats.org/officeDocument/2006/relationships/slideLayout" Target="../slideLayouts/slideLayout6.xml" /><Relationship Id="rId1" Type="http://schemas.openxmlformats.org/officeDocument/2006/relationships/slideLayout" Target="../slideLayouts/slideLayout2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0" Type="http://schemas.openxmlformats.org/officeDocument/2006/relationships/slideLayout" Target="../slideLayouts/slideLayout1.xml" /><Relationship Id="rId8" Type="http://schemas.openxmlformats.org/officeDocument/2006/relationships/slideLayout" Target="../slideLayouts/slideLayout9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4" Type="http://schemas.openxmlformats.org/officeDocument/2006/relationships/slideLayout" Target="../slideLayouts/slideLayout5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9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3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7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8" name=""/>
          <p:cNvSpPr txBox="true"/>
          <p:nvPr/>
        </p:nvSpPr>
        <p:spPr>
          <a:xfrm rot="0" flipH="false" flipV="false">
            <a:off x="593416" y="989926"/>
            <a:ext cx="2975621" cy="368299"/>
          </a:xfrm>
          <a:prstGeom prst="rect">
            <a:avLst/>
          </a:prstGeom>
          <a:solidFill>
            <a:schemeClr val="accent4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剥头皮交易者：回调就退出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2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3" name=""/>
          <p:cNvSpPr txBox="true"/>
          <p:nvPr/>
        </p:nvSpPr>
        <p:spPr>
          <a:xfrm rot="0" flipH="false" flipV="false">
            <a:off x="463944" y="925189"/>
            <a:ext cx="4229436" cy="368299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波段交易者：只允许测试入场点一次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7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8" name=""/>
          <p:cNvSpPr txBox="true"/>
          <p:nvPr/>
        </p:nvSpPr>
        <p:spPr>
          <a:xfrm rot="0" flipH="false" flipV="false">
            <a:off x="1655214" y="4857750"/>
            <a:ext cx="3149600" cy="730250"/>
          </a:xfrm>
          <a:prstGeom prst="rect">
            <a:avLst/>
          </a:prstGeom>
          <a:solidFill>
            <a:schemeClr val="accent5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1400"/>
              <a:t>第二次强势向下之后，</a:t>
            </a:r>
            <a:r>
              <a:rPr lang="en-US" sz="1400"/>
              <a:t>Bear</a:t>
            </a:r>
            <a:r>
              <a:rPr lang="zh-CN" sz="1400"/>
              <a:t>波段交易者不希望再向上测试入场点，所以会将</a:t>
            </a:r>
            <a:r>
              <a:rPr lang="en-US" sz="1400"/>
              <a:t>stop</a:t>
            </a:r>
            <a:r>
              <a:rPr lang="zh-CN" sz="1400"/>
              <a:t>移到入场点或者前高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7" name=""/>
          <p:cNvSpPr txBox="true"/>
          <p:nvPr/>
        </p:nvSpPr>
        <p:spPr>
          <a:xfrm rot="0" flipH="false" flipV="false">
            <a:off x="350655" y="957557"/>
            <a:ext cx="4108505" cy="368300"/>
          </a:xfrm>
          <a:prstGeom prst="rect">
            <a:avLst/>
          </a:prstGeom>
          <a:solidFill>
            <a:schemeClr val="accent4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如果</a:t>
            </a:r>
            <a:r>
              <a:rPr lang="en-US"/>
              <a:t>L2</a:t>
            </a:r>
            <a:r>
              <a:rPr lang="zh-CN"/>
              <a:t>卖出信号触发了：可以卖出多单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1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1" name=""/>
          <p:cNvSpPr txBox="true"/>
          <p:nvPr/>
        </p:nvSpPr>
        <p:spPr>
          <a:xfrm rot="0" flipH="false" flipV="false">
            <a:off x="192186" y="938367"/>
            <a:ext cx="4003309" cy="368300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如果前提不在生效：剥头皮交易者退出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5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2024-11-18T10:58:34Z</dcterms:created>
  <dcterms:modified xsi:type="dcterms:W3CDTF">2024-11-18T10:58:34Z</dcterms:modified>
</cp:coreProperties>
</file>