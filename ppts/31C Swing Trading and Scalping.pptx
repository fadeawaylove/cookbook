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4" Type="http://schemas.openxmlformats.org/officeDocument/2006/relationships/viewProps" Target="viewProps.xml" /><Relationship Id="rId13" Type="http://schemas.openxmlformats.org/officeDocument/2006/relationships/slide" Target="slides/slide13.xml" /><Relationship Id="rId7" Type="http://schemas.openxmlformats.org/officeDocument/2006/relationships/slide" Target="slides/slide7.xml" /><Relationship Id="rId0" Type="http://schemas.openxmlformats.org/officeDocument/2006/relationships/slideMaster" Target="slideMasters/slideMaster1.xml" /><Relationship Id="rId9" Type="http://schemas.openxmlformats.org/officeDocument/2006/relationships/slide" Target="slides/slide9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8" Type="http://schemas.openxmlformats.org/officeDocument/2006/relationships/slide" Target="slides/slide18.xml" /><Relationship Id="rId15" Type="http://schemas.openxmlformats.org/officeDocument/2006/relationships/slide" Target="slides/slide15.xml" /><Relationship Id="rId3" Type="http://schemas.openxmlformats.org/officeDocument/2006/relationships/slide" Target="slides/slide3.xml" /><Relationship Id="rId16" Type="http://schemas.openxmlformats.org/officeDocument/2006/relationships/slide" Target="slides/slide16.xml" /><Relationship Id="rId6" Type="http://schemas.openxmlformats.org/officeDocument/2006/relationships/slide" Target="slides/slide6.xml" /><Relationship Id="rId17" Type="http://schemas.openxmlformats.org/officeDocument/2006/relationships/slide" Target="slides/slide17.xml" /><Relationship Id="rId8" Type="http://schemas.openxmlformats.org/officeDocument/2006/relationships/slide" Target="slides/slide8.xml" 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4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0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1" name=""/>
          <p:cNvSpPr txBox="true"/>
          <p:nvPr/>
        </p:nvSpPr>
        <p:spPr>
          <a:xfrm rot="0">
            <a:off x="472035" y="892821"/>
            <a:ext cx="1778000" cy="36830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新手不要剥头皮</a:t>
            </a:r>
            <a:endParaRPr/>
          </a:p>
        </p:txBody>
      </p:sp>
      <p:sp>
        <p:nvSpPr>
          <p:cNvPr id="52" name=""/>
          <p:cNvSpPr txBox="true"/>
          <p:nvPr/>
        </p:nvSpPr>
        <p:spPr>
          <a:xfrm rot="0" flipH="false" flipV="false">
            <a:off x="8046180" y="2130425"/>
            <a:ext cx="3533971" cy="3048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400"/>
              <a:t>新手千万不能逆着趋势交易，哪怕趋势很弱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5" name=""/>
          <p:cNvSpPr txBox="true"/>
          <p:nvPr/>
        </p:nvSpPr>
        <p:spPr>
          <a:xfrm rot="0" flipH="false" flipV="false">
            <a:off x="463944" y="909005"/>
            <a:ext cx="5395139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只关注风险，而忘记了概率，逆着上涨趋势去做空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9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3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7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1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5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9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7" name=""/>
          <p:cNvSpPr txBox="true"/>
          <p:nvPr/>
        </p:nvSpPr>
        <p:spPr>
          <a:xfrm rot="0" flipH="false" flipV="false">
            <a:off x="6185012" y="6152644"/>
            <a:ext cx="4968509" cy="73025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400"/>
              <a:t>我曾经当了很多年的眼科医生，我也非常擅长做这个工作，也赚了很多钱，但是我并不开心，所以我停止当眼科医生。</a:t>
            </a:r>
            <a:endParaRPr/>
          </a:p>
          <a:p>
            <a:pPr/>
            <a:r>
              <a:rPr lang="zh-CN" sz="1400"/>
              <a:t>你不仅需要很好，你必须要开心（做这个事）。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3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4" name=""/>
          <p:cNvSpPr txBox="true"/>
          <p:nvPr/>
        </p:nvSpPr>
        <p:spPr>
          <a:xfrm rot="0" flipH="false" flipV="false">
            <a:off x="2794450" y="1151766"/>
            <a:ext cx="3315486" cy="641350"/>
          </a:xfrm>
          <a:prstGeom prst="rect">
            <a:avLst/>
          </a:prstGeom>
          <a:solidFill>
            <a:schemeClr val="accent1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还是那就话，大多数人都应该做波段交易，而不是剥头皮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8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2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6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2024-11-18T10:58:41Z</dcterms:created>
  <dcterms:modified xsi:type="dcterms:W3CDTF">2024-11-18T10:58:41Z</dcterms:modified>
</cp:coreProperties>
</file>