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6" Type="http://schemas.openxmlformats.org/officeDocument/2006/relationships/viewProps" Target="viewProps.xml" /><Relationship Id="rId25" Type="http://schemas.openxmlformats.org/officeDocument/2006/relationships/tableStyles" Target="tableStyles.xml" /><Relationship Id="rId24" Type="http://schemas.openxmlformats.org/officeDocument/2006/relationships/presProps" Target="presProps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5" Type="http://schemas.openxmlformats.org/officeDocument/2006/relationships/slide" Target="slides/slide15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17" Type="http://schemas.openxmlformats.org/officeDocument/2006/relationships/slide" Target="slides/slide17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9" name=""/>
          <p:cNvSpPr txBox="true"/>
          <p:nvPr/>
        </p:nvSpPr>
        <p:spPr>
          <a:xfrm rot="0" flipH="false" flipV="false">
            <a:off x="2641770" y="1841500"/>
            <a:ext cx="961955" cy="57785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600"/>
              <a:t>止损单</a:t>
            </a:r>
            <a:r>
              <a:rPr lang="en-US" sz="1600"/>
              <a:t>
</a:t>
            </a:r>
            <a:r>
              <a:rPr lang="zh-CN" sz="1600"/>
              <a:t>限价单</a:t>
            </a:r>
            <a:endParaRPr/>
          </a:p>
        </p:txBody>
      </p:sp>
      <p:sp>
        <p:nvSpPr>
          <p:cNvPr id="50" name=""/>
          <p:cNvSpPr txBox="true"/>
          <p:nvPr/>
        </p:nvSpPr>
        <p:spPr>
          <a:xfrm rot="0" flipH="false" flipV="false">
            <a:off x="6105525" y="5026494"/>
            <a:ext cx="4705350" cy="336550"/>
          </a:xfrm>
          <a:solidFill>
            <a:schemeClr val="tx2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pPr/>
            <a:endParaRPr sz="1600"/>
          </a:p>
        </p:txBody>
      </p:sp>
      <p:sp>
        <p:nvSpPr>
          <p:cNvPr id="51" name=""/>
          <p:cNvSpPr txBox="true"/>
          <p:nvPr/>
        </p:nvSpPr>
        <p:spPr>
          <a:xfrm rot="0" flipH="false" flipV="false">
            <a:off x="6320886" y="5026494"/>
            <a:ext cx="4571914" cy="336550"/>
          </a:xfrm>
          <a:prstGeom prst="rect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sz="1600"/>
              <a:t>大多数交易员都应该使用</a:t>
            </a:r>
            <a:r>
              <a:rPr sz="1600"/>
              <a:t>Stop Order</a:t>
            </a:r>
            <a:r>
              <a:rPr sz="1600"/>
              <a:t>入场或者出场</a:t>
            </a:r>
            <a:endParaRPr/>
          </a:p>
        </p:txBody>
      </p:sp>
      <p:sp>
        <p:nvSpPr>
          <p:cNvPr id="52" name=""/>
          <p:cNvSpPr txBox="true"/>
          <p:nvPr/>
        </p:nvSpPr>
        <p:spPr>
          <a:xfrm rot="0" flipH="false" flipV="false">
            <a:off x="9168072" y="3098203"/>
            <a:ext cx="3285607" cy="36830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入场后，马上设置保护性止损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3" name=""/>
          <p:cNvSpPr txBox="true"/>
          <p:nvPr/>
        </p:nvSpPr>
        <p:spPr>
          <a:xfrm rot="0" flipH="false" flipV="false">
            <a:off x="1439583" y="3683000"/>
            <a:ext cx="3524250" cy="8255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600"/>
              <a:t>保护性止损单是最重要的</a:t>
            </a:r>
            <a:r>
              <a:rPr lang="en-US" sz="1600"/>
              <a:t>
</a:t>
            </a:r>
            <a:r>
              <a:rPr lang="zh-CN" sz="1600"/>
              <a:t>不设置就</a:t>
            </a:r>
            <a:r>
              <a:rPr lang="zh-CN" sz="1600"/>
              <a:t>可能会扛单</a:t>
            </a:r>
            <a:endParaRPr/>
          </a:p>
          <a:p>
            <a:pPr/>
            <a:r>
              <a:rPr lang="zh-CN" sz="1600"/>
              <a:t>直到亏损无法接受然后止损出局</a:t>
            </a:r>
            <a:endParaRPr/>
          </a:p>
        </p:txBody>
      </p:sp>
      <p:sp>
        <p:nvSpPr>
          <p:cNvPr id="74" name=""/>
          <p:cNvSpPr txBox="true"/>
          <p:nvPr/>
        </p:nvSpPr>
        <p:spPr>
          <a:xfrm rot="0" flipH="false" flipV="false">
            <a:off x="442601" y="6804980"/>
            <a:ext cx="5056937" cy="641350"/>
          </a:xfrm>
          <a:prstGeom prst="rect">
            <a:avLst/>
          </a:prstGeom>
          <a:solidFill>
            <a:srgbClr val="D7E4BC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当处于亏损的交易中时，新手会拒绝承认失败</a:t>
            </a:r>
            <a:r>
              <a:rPr lang="en-US"/>
              <a:t>
</a:t>
            </a:r>
            <a:r>
              <a:rPr lang="zh-CN"/>
              <a:t>因为不想亏钱，害怕账户会消失，梦想破灭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9" name=""/>
          <p:cNvSpPr txBox="true"/>
          <p:nvPr/>
        </p:nvSpPr>
        <p:spPr>
          <a:xfrm rot="0" flipH="false" flipV="false">
            <a:off x="7538036" y="1009682"/>
            <a:ext cx="3396257" cy="368299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保护自己避免未知的黑天鹅事件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3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4" name=""/>
          <p:cNvSpPr txBox="true"/>
          <p:nvPr/>
        </p:nvSpPr>
        <p:spPr>
          <a:xfrm rot="0" flipH="false" flipV="false">
            <a:off x="2572614" y="1369295"/>
            <a:ext cx="3027199" cy="368300"/>
          </a:xfrm>
          <a:prstGeom prst="rect">
            <a:avLst/>
          </a:prstGeom>
          <a:solidFill>
            <a:schemeClr val="accent5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跳空缺口能导致巨大的亏损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9" name=""/>
          <p:cNvSpPr txBox="true"/>
          <p:nvPr/>
        </p:nvSpPr>
        <p:spPr>
          <a:xfrm rot="0" flipH="false" flipV="false">
            <a:off x="7980637" y="1946275"/>
            <a:ext cx="2179106" cy="368300"/>
          </a:xfrm>
          <a:prstGeom prst="rect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缺口导致保护失败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3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7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1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2024-11-18T10:58:02Z</dcterms:created>
  <dcterms:modified xsi:type="dcterms:W3CDTF">2024-11-18T10:58:02Z</dcterms:modified>
</cp:coreProperties>
</file>