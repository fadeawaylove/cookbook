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8" Type="http://schemas.openxmlformats.org/officeDocument/2006/relationships/viewProps" Target="viewProps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8630707" y="96818"/>
            <a:ext cx="4140200" cy="11874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最好用停损单入场</a:t>
            </a:r>
            <a:r>
              <a:rPr lang="en-US"/>
              <a:t>
</a:t>
            </a:r>
            <a:r>
              <a:rPr lang="zh-CN"/>
              <a:t>因为停损单要成交</a:t>
            </a:r>
            <a:endParaRPr/>
          </a:p>
          <a:p>
            <a:pPr/>
            <a:r>
              <a:rPr lang="zh-CN"/>
              <a:t>市场至少要向你做的方向运动一段距离</a:t>
            </a:r>
            <a:r>
              <a:rPr lang="en-US"/>
              <a:t>
</a:t>
            </a:r>
            <a:r>
              <a:rPr lang="zh-CN"/>
              <a:t>这可以稍微提高胜率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9" name=""/>
          <p:cNvSpPr txBox="true"/>
          <p:nvPr/>
        </p:nvSpPr>
        <p:spPr>
          <a:xfrm rot="0" flipH="false" flipV="false">
            <a:off x="179806" y="954357"/>
            <a:ext cx="2692581" cy="64135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停损单：最好是趋势中</a:t>
            </a:r>
            <a:endParaRPr/>
          </a:p>
          <a:p>
            <a:pPr/>
            <a:r>
              <a:rPr lang="zh-CN"/>
              <a:t>也就是顺着趋势的方向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7980638" y="6058092"/>
            <a:ext cx="3105801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本身就是买的突破前一根</a:t>
            </a:r>
            <a:r>
              <a:rPr lang="en-US"/>
              <a:t>K</a:t>
            </a:r>
            <a:r>
              <a:rPr lang="zh-CN"/>
              <a:t>线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0"/>
            <a:ext cx="14630400" cy="8229600"/>
          </a:xfrm>
          <a:prstGeom prst="rect">
            <a:avLst/>
          </a:prstGeom>
        </p:spPr>
      </p:pic>
      <p:sp>
        <p:nvSpPr>
          <p:cNvPr id="57" name=""/>
          <p:cNvSpPr txBox="true"/>
          <p:nvPr/>
        </p:nvSpPr>
        <p:spPr>
          <a:xfrm rot="0" flipH="false" flipV="false">
            <a:off x="553250" y="829876"/>
            <a:ext cx="3803650" cy="33655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600"/>
              <a:t>止损单不好做：意味着限价单好做</a:t>
            </a:r>
            <a:endParaRPr/>
          </a:p>
        </p:txBody>
      </p:sp>
      <p:sp>
        <p:nvSpPr>
          <p:cNvPr id="58" name=""/>
          <p:cNvSpPr txBox="true"/>
          <p:nvPr/>
        </p:nvSpPr>
        <p:spPr>
          <a:xfrm rot="0" flipH="false" flipV="false">
            <a:off x="457200" y="1943100"/>
            <a:ext cx="7315200" cy="336550"/>
          </a:xfrm>
          <a:solidFill>
            <a:schemeClr val="accent3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endParaRPr sz="1600"/>
          </a:p>
        </p:txBody>
      </p:sp>
      <p:sp>
        <p:nvSpPr>
          <p:cNvPr id="59" name=""/>
          <p:cNvSpPr txBox="true"/>
          <p:nvPr/>
        </p:nvSpPr>
        <p:spPr>
          <a:xfrm rot="0" flipH="false" flipV="false">
            <a:off x="553250" y="1936376"/>
            <a:ext cx="6400799" cy="336550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sz="1600"/>
              <a:t>如果方向不明确，很多十字星，影线很长，那么止损单入场胜率就不好</a:t>
            </a:r>
            <a:endParaRPr/>
          </a:p>
        </p:txBody>
      </p:sp>
      <p:sp>
        <p:nvSpPr>
          <p:cNvPr id="60" name=""/>
          <p:cNvSpPr txBox="true"/>
          <p:nvPr/>
        </p:nvSpPr>
        <p:spPr>
          <a:xfrm rot="0" flipH="false" flipV="false">
            <a:off x="4011065" y="5383755"/>
            <a:ext cx="4572000" cy="7302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大阳线，但是更可能是</a:t>
            </a:r>
            <a:r>
              <a:rPr lang="en-US" sz="1400"/>
              <a:t>TR</a:t>
            </a:r>
            <a:r>
              <a:rPr lang="zh-CN" sz="1400"/>
              <a:t>中，止损单买入胜率低</a:t>
            </a:r>
            <a:r>
              <a:rPr lang="en-US" sz="1400"/>
              <a:t>
K</a:t>
            </a:r>
            <a:r>
              <a:rPr lang="zh-CN" sz="1400"/>
              <a:t>线体积大，那么止损远，盈亏比也不行</a:t>
            </a:r>
            <a:r>
              <a:rPr lang="en-US" sz="1400"/>
              <a:t>
</a:t>
            </a:r>
            <a:r>
              <a:rPr lang="zh-CN" sz="1400"/>
              <a:t>所以</a:t>
            </a:r>
            <a:r>
              <a:rPr lang="en-US" sz="1400"/>
              <a:t>RR</a:t>
            </a:r>
            <a:r>
              <a:rPr lang="zh-CN" sz="1400"/>
              <a:t>和</a:t>
            </a:r>
            <a:r>
              <a:rPr lang="en-US" sz="1400"/>
              <a:t>P</a:t>
            </a:r>
            <a:r>
              <a:rPr lang="zh-CN" sz="1400"/>
              <a:t>都不是很好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5" name=""/>
          <p:cNvSpPr txBox="true"/>
          <p:nvPr/>
        </p:nvSpPr>
        <p:spPr>
          <a:xfrm rot="0" flipH="false" flipV="false">
            <a:off x="262794" y="1065007"/>
            <a:ext cx="6679729" cy="3683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强趋势中，不管用什么订单类型，最重要的是顺着趋势方向去做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2024-11-18T10:58:09Z</dcterms:created>
  <dcterms:modified xsi:type="dcterms:W3CDTF">2024-11-18T10:58:09Z</dcterms:modified>
</cp:coreProperties>
</file>