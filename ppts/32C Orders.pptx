
<file path=[Content_Types].xml><?xml version="1.0" encoding="utf-8"?>
<Types xmlns="http://schemas.openxmlformats.org/package/2006/content-types">
  <Default Extension="png" ContentType="image/png"/>
  <Default Extension="jpg" ContentType="image/jpeg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11.xml" ContentType="application/vnd.openxmlformats-officedocument.presentationml.slide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11" Type="http://schemas.openxmlformats.org/officeDocument/2006/relationships/slide" Target="slides/slide11.xml" /><Relationship Id="rId13" Type="http://schemas.openxmlformats.org/officeDocument/2006/relationships/slide" Target="slides/slide13.xml" /><Relationship Id="rId0" Type="http://schemas.openxmlformats.org/officeDocument/2006/relationships/slideMaster" Target="slideMasters/slideMaster1.xml" /><Relationship Id="rId6" Type="http://schemas.openxmlformats.org/officeDocument/2006/relationships/slide" Target="slides/slide6.xml" /><Relationship Id="rId10" Type="http://schemas.openxmlformats.org/officeDocument/2006/relationships/slide" Target="slides/slide10.xml" 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Relationship Id="rId2" Type="http://schemas.openxmlformats.org/officeDocument/2006/relationships/slide" Target="slides/slide2.xml" /><Relationship Id="rId12" Type="http://schemas.openxmlformats.org/officeDocument/2006/relationships/slide" Target="slides/slide12.xml" /><Relationship Id="rId1" Type="http://schemas.openxmlformats.org/officeDocument/2006/relationships/slide" Target="slides/slide1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14" Type="http://schemas.openxmlformats.org/officeDocument/2006/relationships/slide" Target="slides/slide14.xml" /><Relationship Id="rId7" Type="http://schemas.openxmlformats.org/officeDocument/2006/relationships/slide" Target="slides/slide7.xml" /><Relationship Id="rId5" Type="http://schemas.openxmlformats.org/officeDocument/2006/relationships/slide" Target="slides/slide5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8" Type="http://schemas.openxmlformats.org/officeDocument/2006/relationships/slideLayout" Target="../slideLayouts/slideLayout9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1" Type="http://schemas.openxmlformats.org/officeDocument/2006/relationships/slideLayout" Target="../slideLayouts/slideLayout2.xml" /><Relationship Id="rId4" Type="http://schemas.openxmlformats.org/officeDocument/2006/relationships/slideLayout" Target="../slideLayouts/slideLayout5.xml" /><Relationship Id="rId0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1.xml" /><Relationship Id="rId2" Type="http://schemas.openxmlformats.org/officeDocument/2006/relationships/slideLayout" Target="../slideLayouts/slideLayout3.xml" /><Relationship Id="rId11" Type="http://schemas.openxmlformats.org/officeDocument/2006/relationships/theme" Target="../theme/theme1.xml" /><Relationship Id="rId9" Type="http://schemas.openxmlformats.org/officeDocument/2006/relationships/slideLayout" Target="../slideLayouts/slideLayout10.xml" /><Relationship Id="rId7" Type="http://schemas.openxmlformats.org/officeDocument/2006/relationships/slideLayout" Target="../slideLayouts/slideLayout8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9.png" /><Relationship Id="rId0" Type="http://schemas.openxmlformats.org/officeDocument/2006/relationships/slideLayout" Target="../slideLayouts/slideLayout2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0.png" /><Relationship Id="rId0" Type="http://schemas.openxmlformats.org/officeDocument/2006/relationships/slideLayout" Target="../slideLayouts/slideLayout2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1.png" /><Relationship Id="rId0" Type="http://schemas.openxmlformats.org/officeDocument/2006/relationships/slideLayout" Target="../slideLayouts/slideLayout2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2.png" /><Relationship Id="rId0" Type="http://schemas.openxmlformats.org/officeDocument/2006/relationships/slideLayout" Target="../slideLayouts/slideLayout2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"/>
          <p:cNvSpPr txBox="true"/>
          <p:nvPr/>
        </p:nvSpPr>
        <p:spPr>
          <a:xfrm rot="0" flipH="false" flipV="false">
            <a:off x="1950208" y="1230982"/>
            <a:ext cx="3022813" cy="368299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价格行为决定了订单类型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9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3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4" name=""/>
          <p:cNvSpPr txBox="true"/>
          <p:nvPr/>
        </p:nvSpPr>
        <p:spPr>
          <a:xfrm rot="0" flipH="false" flipV="false">
            <a:off x="331951" y="857538"/>
            <a:ext cx="3050561" cy="368300"/>
          </a:xfrm>
          <a:prstGeom prst="rect">
            <a:avLst/>
          </a:prstGeom>
          <a:solidFill>
            <a:schemeClr val="accent1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不确定的时候：等待</a:t>
            </a:r>
            <a:r>
              <a:rPr lang="en-US"/>
              <a:t>2</a:t>
            </a:r>
            <a:r>
              <a:rPr lang="zh-CN"/>
              <a:t>次信号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37" name="Content Placeholder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38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/>
        </p:spPr>
      </p:pic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41" name="Content Placeholder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42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/>
        </p:spPr>
      </p:pic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itle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45" name="Content Placeholder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46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/>
        </p:spPr>
      </p:pic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endParaRPr/>
          </a:p>
        </p:txBody>
      </p:sp>
      <p:sp>
        <p:nvSpPr>
          <p:cNvPr id="49" name="Content Placeholder 2"/>
          <p:cNvSpPr>
            <a:spLocks noGrp="true"/>
          </p:cNvSpPr>
          <p:nvPr>
            <p:ph idx="1"/>
          </p:nvPr>
        </p:nvSpPr>
        <p:spPr/>
        <p:txBody>
          <a:bodyPr/>
          <a:p>
            <a:pPr/>
            <a:endParaRPr/>
          </a:p>
        </p:txBody>
      </p:sp>
      <p:pic>
        <p:nvPicPr>
          <p:cNvPr id="50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/>
        </p:spPr>
      </p:pic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4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8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3" name="Picture 3" descr="Slide 1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7" name="Picture 3" descr="Slide 1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1" name="Picture 3" descr="Slide 1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5" name="Picture 3" descr="Slide 1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2024-11-18T10:58:17Z</dcterms:created>
  <dcterms:modified xsi:type="dcterms:W3CDTF">2024-11-18T10:58:17Z</dcterms:modified>
</cp:coreProperties>
</file>