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8.xml" ContentType="application/vnd.openxmlformats-officedocument.presentationml.slide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21" Type="http://schemas.openxmlformats.org/officeDocument/2006/relationships/tableStyles" Target="tableStyles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7" Type="http://schemas.openxmlformats.org/officeDocument/2006/relationships/slide" Target="slides/slide7.xml" /><Relationship Id="rId22" Type="http://schemas.openxmlformats.org/officeDocument/2006/relationships/viewProps" Target="viewProps.xml" /><Relationship Id="rId19" Type="http://schemas.openxmlformats.org/officeDocument/2006/relationships/slide" Target="slides/slide19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8" Type="http://schemas.openxmlformats.org/officeDocument/2006/relationships/slide" Target="slides/slide8.xml" /><Relationship Id="rId20" Type="http://schemas.openxmlformats.org/officeDocument/2006/relationships/presProps" Target="pres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8" Type="http://schemas.openxmlformats.org/officeDocument/2006/relationships/slideLayout" Target="../slideLayouts/slideLayout9.xml" /><Relationship Id="rId2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1.xml" /><Relationship Id="rId4" Type="http://schemas.openxmlformats.org/officeDocument/2006/relationships/slideLayout" Target="../slideLayouts/slideLayout5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"/>
          <p:cNvSpPr txBox="true"/>
          <p:nvPr/>
        </p:nvSpPr>
        <p:spPr>
          <a:xfrm rot="0" flipH="false" flipV="false">
            <a:off x="3526972" y="3416301"/>
            <a:ext cx="2289756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止损决定了仓位大小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3" name=""/>
          <p:cNvSpPr txBox="true"/>
          <p:nvPr/>
        </p:nvSpPr>
        <p:spPr>
          <a:xfrm rot="0" flipH="false" flipV="false">
            <a:off x="7315200" y="926694"/>
            <a:ext cx="5484777" cy="36830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亏钱是交易的一部分，保护性止损保护你亏太多钱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7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1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5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6" name=""/>
          <p:cNvSpPr txBox="true"/>
          <p:nvPr/>
        </p:nvSpPr>
        <p:spPr>
          <a:xfrm rot="0" flipH="false" flipV="false">
            <a:off x="1371600" y="829876"/>
            <a:ext cx="3935676" cy="3683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新手：将市场看作不知道自己犯错的人</a:t>
            </a:r>
            <a:endParaRPr/>
          </a:p>
        </p:txBody>
      </p:sp>
      <p:sp>
        <p:nvSpPr>
          <p:cNvPr id="67" name=""/>
          <p:cNvSpPr txBox="true"/>
          <p:nvPr/>
        </p:nvSpPr>
        <p:spPr>
          <a:xfrm rot="0" flipH="false" flipV="false">
            <a:off x="10553252" y="2130425"/>
            <a:ext cx="2026962" cy="64135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想尽一切理由来否认，这不是真的</a:t>
            </a:r>
            <a:endParaRPr/>
          </a:p>
        </p:txBody>
      </p:sp>
      <p:sp>
        <p:nvSpPr>
          <p:cNvPr id="68" name=""/>
          <p:cNvSpPr txBox="true"/>
          <p:nvPr/>
        </p:nvSpPr>
        <p:spPr>
          <a:xfrm rot="0" flipH="false" flipV="false">
            <a:off x="5062241" y="6279392"/>
            <a:ext cx="3244113" cy="1187450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看到这么大的阴线，没有设置止损的新手，也许会认为市场犯错了，然后等着市场纠正错误，然后价格反弹上去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3" name=""/>
          <p:cNvSpPr txBox="true"/>
          <p:nvPr/>
        </p:nvSpPr>
        <p:spPr>
          <a:xfrm rot="0" flipH="false" flipV="false">
            <a:off x="511757" y="857538"/>
            <a:ext cx="3548401" cy="368299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新手：忽视了概率和趋势的改变</a:t>
            </a:r>
            <a:endParaRPr/>
          </a:p>
        </p:txBody>
      </p:sp>
      <p:sp>
        <p:nvSpPr>
          <p:cNvPr id="74" name=""/>
          <p:cNvSpPr txBox="true"/>
          <p:nvPr/>
        </p:nvSpPr>
        <p:spPr>
          <a:xfrm rot="0" flipH="false" flipV="false">
            <a:off x="10622408" y="4578351"/>
            <a:ext cx="3802828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突破还有跟随，概率是继续向下更大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8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9" name=""/>
          <p:cNvSpPr txBox="true"/>
          <p:nvPr/>
        </p:nvSpPr>
        <p:spPr>
          <a:xfrm rot="0" flipH="false" flipV="false">
            <a:off x="10719227" y="248962"/>
            <a:ext cx="3313269" cy="368299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新手：总是找原因来否认亏损</a:t>
            </a:r>
            <a:endParaRPr/>
          </a:p>
        </p:txBody>
      </p:sp>
      <p:sp>
        <p:nvSpPr>
          <p:cNvPr id="80" name=""/>
          <p:cNvSpPr txBox="true"/>
          <p:nvPr/>
        </p:nvSpPr>
        <p:spPr>
          <a:xfrm rot="0" flipH="false" flipV="false">
            <a:off x="8458200" y="5454650"/>
            <a:ext cx="4322951" cy="3683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找一切看似合理原因来证明继续持有多单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5" name=""/>
          <p:cNvSpPr txBox="true"/>
          <p:nvPr/>
        </p:nvSpPr>
        <p:spPr>
          <a:xfrm rot="0" flipH="false" flipV="false">
            <a:off x="9598894" y="235131"/>
            <a:ext cx="3133463" cy="368299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新手：因为害怕亏钱而亏钱</a:t>
            </a:r>
            <a:endParaRPr/>
          </a:p>
        </p:txBody>
      </p:sp>
      <p:sp>
        <p:nvSpPr>
          <p:cNvPr id="86" name=""/>
          <p:cNvSpPr txBox="true"/>
          <p:nvPr/>
        </p:nvSpPr>
        <p:spPr>
          <a:xfrm rot="0" flipH="false" flipV="false">
            <a:off x="5491010" y="1230982"/>
            <a:ext cx="4433602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不想去思考继续持有多有仓位的真实原因</a:t>
            </a:r>
            <a:r>
              <a:rPr lang="en-US"/>
              <a:t>
</a:t>
            </a:r>
            <a:r>
              <a:rPr lang="zh-CN"/>
              <a:t>当市场明显是要下跌</a:t>
            </a:r>
            <a:endParaRPr/>
          </a:p>
        </p:txBody>
      </p:sp>
      <p:sp>
        <p:nvSpPr>
          <p:cNvPr id="87" name=""/>
          <p:cNvSpPr txBox="true"/>
          <p:nvPr/>
        </p:nvSpPr>
        <p:spPr>
          <a:xfrm rot="0" flipH="false" flipV="false">
            <a:off x="10733058" y="3430153"/>
            <a:ext cx="3133471" cy="201295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必须克服这个想法，因为当进行交易的时候，肯定会有亏损。</a:t>
            </a:r>
            <a:r>
              <a:rPr lang="en-US"/>
              <a:t>
</a:t>
            </a:r>
            <a:r>
              <a:rPr lang="zh-CN"/>
              <a:t>但是随着能力不断变强，亏的频率和金额都会变少。</a:t>
            </a:r>
            <a:r>
              <a:rPr lang="en-US"/>
              <a:t>
</a:t>
            </a:r>
            <a:r>
              <a:rPr lang="zh-CN"/>
              <a:t>毕竟即使是资深交易员有时也会亏钱。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1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2" name=""/>
          <p:cNvSpPr txBox="true"/>
          <p:nvPr/>
        </p:nvSpPr>
        <p:spPr>
          <a:xfrm rot="0" flipH="false" flipV="false">
            <a:off x="276625" y="885200"/>
            <a:ext cx="5457115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随着继续下跌：新手找到新的理由来继续持有多单</a:t>
            </a:r>
            <a:endParaRPr/>
          </a:p>
        </p:txBody>
      </p:sp>
      <p:sp>
        <p:nvSpPr>
          <p:cNvPr id="93" name=""/>
          <p:cNvSpPr txBox="true"/>
          <p:nvPr/>
        </p:nvSpPr>
        <p:spPr>
          <a:xfrm rot="0" flipH="false" flipV="false">
            <a:off x="10650071" y="2392808"/>
            <a:ext cx="2773850" cy="64135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时刻保持逻辑思考很重要</a:t>
            </a:r>
            <a:r>
              <a:rPr lang="en-US"/>
              <a:t>
</a:t>
            </a:r>
            <a:r>
              <a:rPr lang="zh-CN"/>
              <a:t>因为专业交易员就是这样</a:t>
            </a:r>
            <a:endParaRPr/>
          </a:p>
        </p:txBody>
      </p:sp>
      <p:sp>
        <p:nvSpPr>
          <p:cNvPr id="94" name=""/>
          <p:cNvSpPr txBox="true"/>
          <p:nvPr/>
        </p:nvSpPr>
        <p:spPr>
          <a:xfrm rot="0" flipH="false" flipV="false">
            <a:off x="1161826" y="6708161"/>
            <a:ext cx="3216451" cy="9144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高手错的时候他们也很清楚</a:t>
            </a:r>
            <a:r>
              <a:rPr lang="en-US"/>
              <a:t>
</a:t>
            </a:r>
            <a:r>
              <a:rPr lang="zh-CN"/>
              <a:t>他们也会亏损离场当做错的时候，只是更早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" name=""/>
          <p:cNvSpPr txBox="true"/>
          <p:nvPr/>
        </p:nvSpPr>
        <p:spPr>
          <a:xfrm rot="0" flipH="false" flipV="false">
            <a:off x="7772400" y="235131"/>
            <a:ext cx="2649071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最终放弃：在价格底部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"/>
          <p:cNvSpPr txBox="true"/>
          <p:nvPr/>
        </p:nvSpPr>
        <p:spPr>
          <a:xfrm rot="0" flipH="false" flipV="false">
            <a:off x="10221301" y="193638"/>
            <a:ext cx="2123781" cy="91440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交易专家：只看到了抛售高潮，而不是世界末日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9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0" name=""/>
          <p:cNvSpPr txBox="true"/>
          <p:nvPr/>
        </p:nvSpPr>
        <p:spPr>
          <a:xfrm rot="0" flipH="false" flipV="false">
            <a:off x="10013833" y="304288"/>
            <a:ext cx="3382426" cy="368299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交易专家：做相反的事然后做多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2024-11-18T10:56:49Z</dcterms:created>
  <dcterms:modified xsi:type="dcterms:W3CDTF">2024-11-18T10:56:49Z</dcterms:modified>
</cp:coreProperties>
</file>