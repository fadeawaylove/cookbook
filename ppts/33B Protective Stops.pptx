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15" Type="http://schemas.openxmlformats.org/officeDocument/2006/relationships/viewProps" Target="viewProps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14" Type="http://schemas.openxmlformats.org/officeDocument/2006/relationships/tableStyles" Target="tableStyles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3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2" name=""/>
          <p:cNvSpPr txBox="true"/>
          <p:nvPr/>
        </p:nvSpPr>
        <p:spPr>
          <a:xfrm rot="0" flipH="false" flipV="false">
            <a:off x="7676349" y="290457"/>
            <a:ext cx="3244113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止损被打掉后，会发生什么？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373444" y="871369"/>
            <a:ext cx="2787682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打掉止损，可能形成突破</a:t>
            </a:r>
            <a:endParaRPr/>
          </a:p>
        </p:txBody>
      </p:sp>
      <p:sp>
        <p:nvSpPr>
          <p:cNvPr id="28" name=""/>
          <p:cNvSpPr txBox="true"/>
          <p:nvPr/>
        </p:nvSpPr>
        <p:spPr>
          <a:xfrm rot="0" flipH="false" flipV="false">
            <a:off x="8174275" y="2224089"/>
            <a:ext cx="5152827" cy="6413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多头知道双顶这里空头会止损，所以一但突破，多头会买入，止盈目标是</a:t>
            </a:r>
            <a:r>
              <a:rPr lang="en-US"/>
              <a:t>TR</a:t>
            </a:r>
            <a:r>
              <a:rPr lang="zh-CN"/>
              <a:t>的</a:t>
            </a:r>
            <a:r>
              <a:rPr lang="en-US"/>
              <a:t>MM</a:t>
            </a:r>
            <a:endParaRPr/>
          </a:p>
        </p:txBody>
      </p:sp>
      <p:sp>
        <p:nvSpPr>
          <p:cNvPr id="29" name=""/>
          <p:cNvSpPr txBox="true"/>
          <p:nvPr/>
        </p:nvSpPr>
        <p:spPr>
          <a:xfrm rot="0" flipH="false" flipV="false">
            <a:off x="3070540" y="3443984"/>
            <a:ext cx="3603726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</a:t>
            </a:r>
            <a:r>
              <a:rPr lang="en-US"/>
              <a:t>buy close of follow-through
</a:t>
            </a:r>
            <a:r>
              <a:rPr lang="zh-CN"/>
              <a:t>买</a:t>
            </a:r>
            <a:r>
              <a:rPr lang="en-US"/>
              <a:t>H1</a:t>
            </a:r>
            <a:r>
              <a:rPr lang="zh-CN"/>
              <a:t>、买</a:t>
            </a:r>
            <a:r>
              <a:rPr lang="en-US"/>
              <a:t>H2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4" name=""/>
          <p:cNvSpPr txBox="true"/>
          <p:nvPr/>
        </p:nvSpPr>
        <p:spPr>
          <a:xfrm rot="0" flipH="false" flipV="false">
            <a:off x="290456" y="843706"/>
            <a:ext cx="4060157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打掉止损：能产生反转的二次入场机会</a:t>
            </a:r>
            <a:endParaRPr/>
          </a:p>
        </p:txBody>
      </p:sp>
      <p:sp>
        <p:nvSpPr>
          <p:cNvPr id="35" name=""/>
          <p:cNvSpPr txBox="true"/>
          <p:nvPr/>
        </p:nvSpPr>
        <p:spPr>
          <a:xfrm rot="0" flipH="false" flipV="false">
            <a:off x="5283541" y="1212005"/>
            <a:ext cx="3257944" cy="9144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到了</a:t>
            </a:r>
            <a:r>
              <a:rPr lang="en-US"/>
              <a:t>MM</a:t>
            </a:r>
            <a:r>
              <a:rPr lang="zh-CN"/>
              <a:t>止盈位，同时也稍微超越了前高形成双顶</a:t>
            </a:r>
            <a:r>
              <a:rPr lang="en-US"/>
              <a:t>
</a:t>
            </a:r>
            <a:r>
              <a:rPr lang="zh-CN"/>
              <a:t>此时做反转的机会就来了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9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4" name=""/>
          <p:cNvSpPr txBox="true"/>
          <p:nvPr/>
        </p:nvSpPr>
        <p:spPr>
          <a:xfrm rot="0" flipH="false" flipV="false">
            <a:off x="7427387" y="6279393"/>
            <a:ext cx="6400800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随着</a:t>
            </a:r>
            <a:r>
              <a:rPr lang="en-US"/>
              <a:t>bull trend</a:t>
            </a:r>
            <a:r>
              <a:rPr lang="zh-CN"/>
              <a:t>的展开，将止损移动到最近的</a:t>
            </a:r>
            <a:r>
              <a:rPr lang="en-US"/>
              <a:t>major higher low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9" name=""/>
          <p:cNvSpPr txBox="true"/>
          <p:nvPr/>
        </p:nvSpPr>
        <p:spPr>
          <a:xfrm rot="0" flipH="false" flipV="false">
            <a:off x="2946059" y="2130425"/>
            <a:ext cx="4563546" cy="3683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在下面做多，应该在</a:t>
            </a:r>
            <a:r>
              <a:rPr lang="en-US"/>
              <a:t>Wedge Top</a:t>
            </a:r>
            <a:r>
              <a:rPr lang="zh-CN"/>
              <a:t>的地方离场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4" name=""/>
          <p:cNvSpPr txBox="true"/>
          <p:nvPr/>
        </p:nvSpPr>
        <p:spPr>
          <a:xfrm rot="0" flipH="false" flipV="false">
            <a:off x="4204703" y="4629150"/>
            <a:ext cx="5816728" cy="6413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没有在</a:t>
            </a:r>
            <a:r>
              <a:rPr lang="en-US"/>
              <a:t>1st</a:t>
            </a:r>
            <a:r>
              <a:rPr lang="zh-CN"/>
              <a:t>地方离场，看着开始下跌心里就慌了，然后将止损移到最近的一个低点（不是</a:t>
            </a:r>
            <a:r>
              <a:rPr lang="en-US"/>
              <a:t>major higher low</a:t>
            </a:r>
            <a:r>
              <a:rPr lang="zh-CN"/>
              <a:t>）</a:t>
            </a:r>
            <a:endParaRPr/>
          </a:p>
        </p:txBody>
      </p:sp>
      <p:sp>
        <p:nvSpPr>
          <p:cNvPr id="55" name=""/>
          <p:cNvSpPr txBox="true"/>
          <p:nvPr/>
        </p:nvSpPr>
        <p:spPr>
          <a:xfrm rot="0" flipH="false" flipV="false">
            <a:off x="482600" y="885201"/>
            <a:ext cx="4089400" cy="36830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死臭鼬止损：在两个有道理的止损中间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0" name=""/>
          <p:cNvSpPr txBox="true"/>
          <p:nvPr/>
        </p:nvSpPr>
        <p:spPr>
          <a:xfrm rot="0" flipH="false" flipV="false">
            <a:off x="8589212" y="262794"/>
            <a:ext cx="2898332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新手：止损放在信号</a:t>
            </a:r>
            <a:r>
              <a:rPr lang="en-US"/>
              <a:t>K</a:t>
            </a:r>
            <a:r>
              <a:rPr lang="zh-CN"/>
              <a:t>下面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7316737" y="235131"/>
            <a:ext cx="3050475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强势突破：使用正确的止损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2024-11-18T10:56:57Z</dcterms:created>
  <dcterms:modified xsi:type="dcterms:W3CDTF">2024-11-18T10:56:57Z</dcterms:modified>
</cp:coreProperties>
</file>