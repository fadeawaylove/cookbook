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20" Type="http://schemas.openxmlformats.org/officeDocument/2006/relationships/tableStyles" Target="tableStyles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18" Type="http://schemas.openxmlformats.org/officeDocument/2006/relationships/slide" Target="slides/slide18.xml" /><Relationship Id="rId6" Type="http://schemas.openxmlformats.org/officeDocument/2006/relationships/slide" Target="slides/slide6.xml" /><Relationship Id="rId15" Type="http://schemas.openxmlformats.org/officeDocument/2006/relationships/slide" Target="slides/slide15.xml" /><Relationship Id="rId21" Type="http://schemas.openxmlformats.org/officeDocument/2006/relationships/viewProps" Target="viewProps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8" Type="http://schemas.openxmlformats.org/officeDocument/2006/relationships/slideLayout" Target="../slideLayouts/slideLayout9.xml" /><Relationship Id="rId1" Type="http://schemas.openxmlformats.org/officeDocument/2006/relationships/slideLayout" Target="../slideLayouts/slideLayout2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6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7" name=""/>
          <p:cNvSpPr txBox="true"/>
          <p:nvPr/>
        </p:nvSpPr>
        <p:spPr>
          <a:xfrm rot="0" flipH="false" flipV="false">
            <a:off x="9087138" y="276625"/>
            <a:ext cx="4032495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多头趋势：有可能跌到</a:t>
            </a:r>
            <a:r>
              <a:rPr lang="en-US"/>
              <a:t>Minor HL</a:t>
            </a:r>
            <a:r>
              <a:rPr lang="zh-CN"/>
              <a:t>下面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1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5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9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3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7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1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5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76" name=""/>
          <p:cNvSpPr txBox="true"/>
          <p:nvPr/>
        </p:nvSpPr>
        <p:spPr>
          <a:xfrm rot="0" flipH="false" flipV="false">
            <a:off x="456517" y="816045"/>
            <a:ext cx="4115483" cy="368300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如果前提改变：不要等着止损被打掉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3" name=""/>
          <p:cNvSpPr txBox="true"/>
          <p:nvPr/>
        </p:nvSpPr>
        <p:spPr>
          <a:xfrm rot="0" flipH="false" flipV="false">
            <a:off x="5537200" y="235131"/>
            <a:ext cx="1778000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空头趋势：加仓</a:t>
            </a:r>
            <a:endParaRPr/>
          </a:p>
        </p:txBody>
      </p:sp>
      <p:sp>
        <p:nvSpPr>
          <p:cNvPr id="14" name=""/>
          <p:cNvSpPr txBox="true"/>
          <p:nvPr/>
        </p:nvSpPr>
        <p:spPr>
          <a:xfrm rot="0" flipH="false" flipV="false">
            <a:off x="6066588" y="2946059"/>
            <a:ext cx="2497225" cy="368299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空头突破并且有跟随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0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4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2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2024-11-18T10:57:11Z</dcterms:created>
  <dcterms:modified xsi:type="dcterms:W3CDTF">2024-11-18T10:57:11Z</dcterms:modified>
</cp:coreProperties>
</file>