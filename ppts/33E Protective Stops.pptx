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Layouts/slideLayout9.xml" ContentType="application/vnd.openxmlformats-officedocument.presentationml.slideLayout+xml"/>
  <Override PartName="/docProps/app.xml" ContentType="application/vnd.openxmlformats-officedocument.extended-properties+xml"/>
  <Override PartName="/ppt/slides/slide12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3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6.xml" ContentType="application/vnd.openxmlformats-officedocument.presentationml.slide+xml"/>
  <Override PartName="/ppt/slides/slide9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7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11.xml" ContentType="application/vnd.openxmlformats-officedocument.presentationml.slide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slides/slide4.xml" ContentType="application/vnd.openxmlformats-officedocument.presentationml.slide+xml"/>
  <Override PartName="/ppt/slides/slide10.xml" ContentType="application/vnd.openxmlformats-officedocument.presentationml.slide+xml"/>
  <Override PartName="/ppt/slideLayouts/slideLayout10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4630400" cy="8229600" type="screen4x3"/>
  <p:notesSz cx="6858000" cy="9144000"/>
  <p:defaultTextStyle>
    <a:defPPr>
      <a:defRPr lang="en-US"/>
    </a:defPPr>
    <a:lvl1pPr marL="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>
    <p:restoredLeft sz="15620"/>
    <p:restoredTop sz="94660"/>
  </p:normalViewPr>
  <p:slideViewPr>
    <p:cSldViewPr snapToGrid="false" snapToObjects="true">
      <p:cViewPr varScale="true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slide" Target="slides/slide9.xml" /><Relationship Id="rId6" Type="http://schemas.openxmlformats.org/officeDocument/2006/relationships/slide" Target="slides/slide6.xml" /><Relationship Id="rId3" Type="http://schemas.openxmlformats.org/officeDocument/2006/relationships/slide" Target="slides/slide3.xml" /><Relationship Id="rId7" Type="http://schemas.openxmlformats.org/officeDocument/2006/relationships/slide" Target="slides/slide7.xml" /><Relationship Id="rId2" Type="http://schemas.openxmlformats.org/officeDocument/2006/relationships/slide" Target="slides/slide2.xml" /><Relationship Id="rId8" Type="http://schemas.openxmlformats.org/officeDocument/2006/relationships/slide" Target="slides/slide8.xml" /><Relationship Id="rId5" Type="http://schemas.openxmlformats.org/officeDocument/2006/relationships/slide" Target="slides/slide5.xml" /><Relationship Id="rId15" Type="http://schemas.openxmlformats.org/officeDocument/2006/relationships/viewProps" Target="viewProps.xml" /><Relationship Id="rId1" Type="http://schemas.openxmlformats.org/officeDocument/2006/relationships/slide" Target="slides/slide1.xml" /><Relationship Id="rId4" Type="http://schemas.openxmlformats.org/officeDocument/2006/relationships/slide" Target="slides/slide4.xml" /><Relationship Id="rId0" Type="http://schemas.openxmlformats.org/officeDocument/2006/relationships/slideMaster" Target="slideMasters/slideMaster1.xml" /><Relationship Id="rId10" Type="http://schemas.openxmlformats.org/officeDocument/2006/relationships/slide" Target="slides/slide10.xml" /><Relationship Id="rId14" Type="http://schemas.openxmlformats.org/officeDocument/2006/relationships/tableStyles" Target="tableStyles.xml" /><Relationship Id="rId11" Type="http://schemas.openxmlformats.org/officeDocument/2006/relationships/slide" Target="slides/slide11.xml" /><Relationship Id="rId13" Type="http://schemas.openxmlformats.org/officeDocument/2006/relationships/presProps" Target="presProps.xml" /><Relationship Id="rId12" Type="http://schemas.openxmlformats.org/officeDocument/2006/relationships/slide" Target="slides/slide12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fals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11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true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true" cap="all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true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23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true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true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30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true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true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true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true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39" name="Footer Placeholder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44" name="Footer Placeholder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48" name="Footer Placeholder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true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true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5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true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62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68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true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true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17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8" Type="http://schemas.openxmlformats.org/officeDocument/2006/relationships/slideLayout" Target="../slideLayouts/slideLayout9.xml" /><Relationship Id="rId7" Type="http://schemas.openxmlformats.org/officeDocument/2006/relationships/slideLayout" Target="../slideLayouts/slideLayout8.xml" /><Relationship Id="rId6" Type="http://schemas.openxmlformats.org/officeDocument/2006/relationships/slideLayout" Target="../slideLayouts/slideLayout7.xml" /><Relationship Id="rId5" Type="http://schemas.openxmlformats.org/officeDocument/2006/relationships/slideLayout" Target="../slideLayouts/slideLayout6.xml" /><Relationship Id="rId1" Type="http://schemas.openxmlformats.org/officeDocument/2006/relationships/slideLayout" Target="../slideLayouts/slideLayout2.xml" /><Relationship Id="rId0" Type="http://schemas.openxmlformats.org/officeDocument/2006/relationships/slideLayout" Target="../slideLayouts/slideLayout1.xml" /><Relationship Id="rId9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5.xml" /><Relationship Id="rId2" Type="http://schemas.openxmlformats.org/officeDocument/2006/relationships/slideLayout" Target="../slideLayouts/slideLayout3.xml" /><Relationship Id="rId3" Type="http://schemas.openxmlformats.org/officeDocument/2006/relationships/slideLayout" Target="../slideLayouts/slideLayout4.xml" /><Relationship Id="rId10" Type="http://schemas.openxmlformats.org/officeDocument/2006/relationships/slideLayout" Target="../slideLayouts/slideLayout11.xml" /><Relationship Id="rId11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true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false">
            <a:normAutofit/>
          </a:bodyPr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false" eaLnBrk="true" latinLnBrk="false" hangingPunct="true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false" eaLnBrk="true" latinLnBrk="false" hangingPunct="true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false" eaLnBrk="true" latinLnBrk="false" hangingPunct="true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false" eaLnBrk="true" latinLnBrk="false" hangingPunct="true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false" eaLnBrk="true" latinLnBrk="false" hangingPunct="true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jp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5.jp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6.jp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7.jp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8.jp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9.jp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10.jp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11.jp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12.jp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jp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3.jp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4.jpg" /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" name="Picture 3" descr="Slide 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0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1" name="Picture 3" descr="Slide 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2" name=""/>
          <p:cNvSpPr txBox="true"/>
          <p:nvPr/>
        </p:nvSpPr>
        <p:spPr>
          <a:xfrm rot="0" flipH="false" flipV="false">
            <a:off x="525588" y="719226"/>
            <a:ext cx="5304971" cy="641350"/>
          </a:xfrm>
          <a:prstGeom prst="rect">
            <a:avLst/>
          </a:prstGeom>
          <a:solidFill>
            <a:schemeClr val="accent2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大止损的目的是给时间让前提来形成</a:t>
            </a:r>
            <a:r>
              <a:rPr lang="en-US"/>
              <a:t>
</a:t>
            </a:r>
            <a:r>
              <a:rPr lang="zh-CN"/>
              <a:t>不要想着让止损被打掉，一旦前提不存在马上退出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6" name="Picture 3" descr="Slide 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7" name=""/>
          <p:cNvSpPr txBox="true"/>
          <p:nvPr/>
        </p:nvSpPr>
        <p:spPr>
          <a:xfrm rot="0" flipH="false" flipV="false">
            <a:off x="553250" y="940525"/>
            <a:ext cx="4890033" cy="368300"/>
          </a:xfrm>
          <a:prstGeom prst="rect">
            <a:avLst/>
          </a:prstGeom>
          <a:solidFill>
            <a:schemeClr val="accent5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空头在扩大三角形顶部做空，很强的卖出信号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0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1" name="Picture 3" descr="Slide 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4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5" name="Picture 3" descr="Slide 5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8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9" name="Picture 3" descr="Slide 6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2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3" name="Picture 3" descr="Slide 7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6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7" name="Picture 3" descr="Slide 8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48" name=""/>
          <p:cNvSpPr txBox="true"/>
          <p:nvPr/>
        </p:nvSpPr>
        <p:spPr>
          <a:xfrm rot="0" flipH="false" flipV="false">
            <a:off x="9183957" y="248962"/>
            <a:ext cx="3174957" cy="368299"/>
          </a:xfrm>
          <a:prstGeom prst="rect">
            <a:avLst/>
          </a:prstGeom>
          <a:solidFill>
            <a:schemeClr val="accent3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保护性止损：放在信号</a:t>
            </a:r>
            <a:r>
              <a:rPr lang="en-US"/>
              <a:t>K</a:t>
            </a:r>
            <a:r>
              <a:rPr lang="zh-CN"/>
              <a:t>下面</a:t>
            </a:r>
            <a:endParaRPr/>
          </a:p>
        </p:txBody>
      </p:sp>
      <p:sp>
        <p:nvSpPr>
          <p:cNvPr id="49" name=""/>
          <p:cNvSpPr txBox="true"/>
          <p:nvPr/>
        </p:nvSpPr>
        <p:spPr>
          <a:xfrm rot="0" flipH="false" flipV="false">
            <a:off x="9764870" y="5366529"/>
            <a:ext cx="3174936" cy="641350"/>
          </a:xfrm>
          <a:prstGeom prst="rect">
            <a:avLst/>
          </a:prstGeom>
          <a:solidFill>
            <a:schemeClr val="accent3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如果止损出局，如果继续有反转信号，可以继续入场做多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2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3" name="Picture 3" descr="Slide 9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" name="Picture 3" descr="Slide 10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9" name=""/>
          <p:cNvSpPr txBox="true"/>
          <p:nvPr/>
        </p:nvSpPr>
        <p:spPr>
          <a:xfrm rot="0" flipH="false" flipV="false">
            <a:off x="685800" y="5767636"/>
            <a:ext cx="3908014" cy="914400"/>
          </a:xfrm>
          <a:prstGeom prst="rect">
            <a:avLst/>
          </a:prstGeom>
          <a:solidFill>
            <a:schemeClr val="accent3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知道快到底了，但不确定底在哪里</a:t>
            </a:r>
            <a:r>
              <a:rPr lang="en-US"/>
              <a:t>
</a:t>
            </a:r>
            <a:r>
              <a:rPr lang="zh-CN"/>
              <a:t>买入后将止损放在</a:t>
            </a:r>
            <a:r>
              <a:rPr lang="en-US"/>
              <a:t>MM
</a:t>
            </a:r>
            <a:r>
              <a:rPr lang="zh-CN"/>
              <a:t>给市场时间来把行情走出来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2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3" name="Picture 3" descr="Slide 1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6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7" name="Picture 3" descr="Slide 1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2024-11-18T10:57:20Z</dcterms:created>
  <dcterms:modified xsi:type="dcterms:W3CDTF">2024-11-18T10:57:20Z</dcterms:modified>
</cp:coreProperties>
</file>