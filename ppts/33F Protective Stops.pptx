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docProps/app.xml" ContentType="application/vnd.openxmlformats-officedocument.extended-properties+xml"/>
  <Override PartName="/ppt/slideLayouts/slideLayout9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5.xml" ContentType="application/vnd.openxmlformats-officedocument.presentationml.slideLayout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7" Type="http://schemas.openxmlformats.org/officeDocument/2006/relationships/slide" Target="slides/slide7.xml" /><Relationship Id="rId12" Type="http://schemas.openxmlformats.org/officeDocument/2006/relationships/slide" Target="slides/slide12.xml" /><Relationship Id="rId13" Type="http://schemas.openxmlformats.org/officeDocument/2006/relationships/slide" Target="slides/slide13.xml" /><Relationship Id="rId16" Type="http://schemas.openxmlformats.org/officeDocument/2006/relationships/presProps" Target="presProps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0" Type="http://schemas.openxmlformats.org/officeDocument/2006/relationships/slideMaster" Target="slideMasters/slideMaster1.xml" /><Relationship Id="rId8" Type="http://schemas.openxmlformats.org/officeDocument/2006/relationships/slide" Target="slides/slide8.xml" /><Relationship Id="rId1" Type="http://schemas.openxmlformats.org/officeDocument/2006/relationships/slide" Target="slides/slide1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7" Type="http://schemas.openxmlformats.org/officeDocument/2006/relationships/tableStyles" Target="tableStyles.xml" /><Relationship Id="rId6" Type="http://schemas.openxmlformats.org/officeDocument/2006/relationships/slide" Target="slides/slide6.xml" /><Relationship Id="rId4" Type="http://schemas.openxmlformats.org/officeDocument/2006/relationships/slide" Target="slides/slide4.xml" /><Relationship Id="rId18" Type="http://schemas.openxmlformats.org/officeDocument/2006/relationships/viewProps" Target="viewProps.xml" /><Relationship Id="rId2" Type="http://schemas.openxmlformats.org/officeDocument/2006/relationships/slide" Target="slides/slide2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9" Type="http://schemas.openxmlformats.org/officeDocument/2006/relationships/slideLayout" Target="../slideLayouts/slideLayout10.xml" /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Relationship Id="rId4" Type="http://schemas.openxmlformats.org/officeDocument/2006/relationships/slideLayout" Target="../slideLayouts/slideLayout5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3" name=""/>
          <p:cNvSpPr txBox="true"/>
          <p:nvPr/>
        </p:nvSpPr>
        <p:spPr>
          <a:xfrm rot="0" flipH="false" flipV="false">
            <a:off x="11632090" y="235131"/>
            <a:ext cx="2843007" cy="368299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等距移动：阶梯上涨通道</a:t>
            </a:r>
            <a:endParaRPr/>
          </a:p>
        </p:txBody>
      </p:sp>
      <p:sp>
        <p:nvSpPr>
          <p:cNvPr id="34" name=""/>
          <p:cNvSpPr txBox="true"/>
          <p:nvPr/>
        </p:nvSpPr>
        <p:spPr>
          <a:xfrm rot="0" flipH="false" flipV="false">
            <a:off x="6033931" y="871369"/>
            <a:ext cx="4848539" cy="368299"/>
          </a:xfrm>
          <a:prstGeom prst="rect">
            <a:avLst/>
          </a:prstGeom>
          <a:solidFill>
            <a:schemeClr val="accent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楔形顶通常有重叠，下一次突破力度通常更小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8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9" name=""/>
          <p:cNvSpPr txBox="true"/>
          <p:nvPr/>
        </p:nvSpPr>
        <p:spPr>
          <a:xfrm rot="0" flipH="false" flipV="false">
            <a:off x="1936376" y="5449516"/>
            <a:ext cx="3549650" cy="914400"/>
          </a:xfrm>
          <a:prstGeom prst="rect">
            <a:avLst/>
          </a:prstGeom>
          <a:solidFill>
            <a:schemeClr val="accent3">
              <a:lumMod val="60000"/>
              <a:lumOff val="4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止损放在这里</a:t>
            </a:r>
            <a:endParaRPr/>
          </a:p>
          <a:p>
            <a:pPr/>
            <a:r>
              <a:rPr lang="zh-CN"/>
              <a:t>不应该补上这个缺口</a:t>
            </a:r>
            <a:endParaRPr/>
          </a:p>
          <a:p>
            <a:pPr/>
            <a:r>
              <a:rPr lang="zh-CN"/>
              <a:t>如果</a:t>
            </a:r>
            <a:r>
              <a:rPr lang="en-US"/>
              <a:t>bull trend</a:t>
            </a:r>
            <a:r>
              <a:rPr lang="zh-CN"/>
              <a:t>的前提还成立的话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3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4" name=""/>
          <p:cNvSpPr txBox="true"/>
          <p:nvPr/>
        </p:nvSpPr>
        <p:spPr>
          <a:xfrm rot="0" flipH="false" flipV="false">
            <a:off x="6556017" y="829875"/>
            <a:ext cx="4286154" cy="368300"/>
          </a:xfrm>
          <a:prstGeom prst="rect">
            <a:avLst/>
          </a:prstGeom>
          <a:solidFill>
            <a:schemeClr val="accent3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强趋势：为什么止损放在超过</a:t>
            </a:r>
            <a:r>
              <a:rPr lang="en-US"/>
              <a:t>50%PB</a:t>
            </a:r>
            <a:r>
              <a:rPr lang="zh-CN"/>
              <a:t>一点</a:t>
            </a:r>
            <a:endParaRPr/>
          </a:p>
        </p:txBody>
      </p:sp>
      <p:sp>
        <p:nvSpPr>
          <p:cNvPr id="45" name=""/>
          <p:cNvSpPr txBox="true"/>
          <p:nvPr/>
        </p:nvSpPr>
        <p:spPr>
          <a:xfrm rot="0" flipH="false" flipV="false">
            <a:off x="450776" y="750500"/>
            <a:ext cx="4605212" cy="577850"/>
          </a:xfrm>
          <a:prstGeom prst="rect">
            <a:avLst/>
          </a:prstGeom>
          <a:solidFill>
            <a:schemeClr val="accent4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 sz="1600"/>
              <a:t>强上涨趋势，多头会买入</a:t>
            </a:r>
            <a:r>
              <a:rPr lang="en-US" sz="1600"/>
              <a:t>50%PB</a:t>
            </a:r>
            <a:r>
              <a:rPr lang="zh-CN" sz="1600"/>
              <a:t>，如果跌破</a:t>
            </a:r>
            <a:r>
              <a:rPr lang="en-US" sz="1600"/>
              <a:t>50%</a:t>
            </a:r>
            <a:r>
              <a:rPr lang="zh-CN" sz="1600"/>
              <a:t>很多，那么强上涨趋势的前提不太可能成立了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9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3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6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7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0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1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64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5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66" name=""/>
          <p:cNvSpPr txBox="true"/>
          <p:nvPr/>
        </p:nvSpPr>
        <p:spPr>
          <a:xfrm rot="0" flipH="false" flipV="false">
            <a:off x="7219918" y="1383126"/>
            <a:ext cx="4392108" cy="368300"/>
          </a:xfrm>
          <a:prstGeom prst="rect">
            <a:avLst/>
          </a:prstGeom>
          <a:solidFill>
            <a:schemeClr val="accent3">
              <a:lumMod val="20000"/>
              <a:lumOff val="8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zh-CN"/>
              <a:t>将止损放在小信号</a:t>
            </a:r>
            <a:r>
              <a:rPr lang="en-US"/>
              <a:t>K</a:t>
            </a:r>
            <a:r>
              <a:rPr lang="zh-CN"/>
              <a:t>的下面不是个好做法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2024-11-18T10:57:27Z</dcterms:created>
  <dcterms:modified xsi:type="dcterms:W3CDTF">2024-11-18T10:57:27Z</dcterms:modified>
</cp:coreProperties>
</file>