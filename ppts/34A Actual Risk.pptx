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14.xml" ContentType="application/vnd.openxmlformats-officedocument.presentationml.slide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5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5.xml" ContentType="application/vnd.openxmlformats-officedocument.presentationml.slide+xml"/>
  <Override PartName="/ppt/slides/slide1.xml" ContentType="application/vnd.openxmlformats-officedocument.presentationml.slide+xml"/>
  <Override PartName="/ppt/slideLayouts/slideLayout6.xml" ContentType="application/vnd.openxmlformats-officedocument.presentationml.slideLayout+xml"/>
  <Override PartName="/ppt/slides/slide11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0.xml" ContentType="application/vnd.openxmlformats-officedocument.presentationml.slideLayout+xml"/>
  <Override PartName="/ppt/slides/slide3.xml" ContentType="application/vnd.openxmlformats-officedocument.presentationml.slide+xml"/>
  <Override PartName="/ppt/slideLayouts/slideLayout8.xml" ContentType="application/vnd.openxmlformats-officedocument.presentationml.slideLayout+xml"/>
  <Override PartName="/ppt/slides/slide6.xml" ContentType="application/vnd.openxmlformats-officedocument.presentationml.slide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ppt/slides/slide7.xml" ContentType="application/vnd.openxmlformats-officedocument.presentationml.slide+xml"/>
  <Override PartName="/ppt/slideLayouts/slideLayout2.xml" ContentType="application/vnd.openxmlformats-officedocument.presentationml.slideLayout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docProps/app.xml" ContentType="application/vnd.openxmlformats-officedocument.extended-properties+xml"/>
  <Override PartName="/ppt/presentation.xml" ContentType="application/vnd.openxmlformats-officedocument.presentationml.presentation.main+xml"/>
</Types>
</file>

<file path=_rels/.rels><?xml version="1.0" encoding="UTF-8" standalone="yes"?><Relationships xmlns="http://schemas.openxmlformats.org/package/2006/relationships"><Relationship Id="rId2" Type="http://schemas.openxmlformats.org/officeDocument/2006/relationships/extended-properties" Target="docProps/app.xml" /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firstSlideNum="1">
  <p:sldMasterIdLst>
    <p:sldMasterId id="2147483648" r:id="rId0"/>
  </p:sld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4630400" cy="8229600" type="screen4x3"/>
  <p:notesSz cx="6858000" cy="9144000"/>
  <p:defaultTextStyle>
    <a:defPPr>
      <a:defRPr lang="en-US"/>
    </a:defPPr>
    <a:lvl1pPr marL="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false" eaLnBrk="true" latinLnBrk="false" hangingPunct="true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lastView="sldThumbnailView">
  <p:normalViewPr>
    <p:restoredLeft sz="15620"/>
    <p:restoredTop sz="94660"/>
  </p:normalViewPr>
  <p:slideViewPr>
    <p:cSldViewPr snapToGrid="false" snapToObjects="true">
      <p:cViewPr varScale="true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8" Type="http://schemas.openxmlformats.org/officeDocument/2006/relationships/slide" Target="slides/slide8.xml" /><Relationship Id="rId12" Type="http://schemas.openxmlformats.org/officeDocument/2006/relationships/slide" Target="slides/slide12.xml" /><Relationship Id="rId11" Type="http://schemas.openxmlformats.org/officeDocument/2006/relationships/slide" Target="slides/slide11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0" Type="http://schemas.openxmlformats.org/officeDocument/2006/relationships/slide" Target="slides/slide10.xml" /><Relationship Id="rId7" Type="http://schemas.openxmlformats.org/officeDocument/2006/relationships/slide" Target="slides/slide7.xml" /><Relationship Id="rId14" Type="http://schemas.openxmlformats.org/officeDocument/2006/relationships/slide" Target="slides/slide14.xml" /><Relationship Id="rId15" Type="http://schemas.openxmlformats.org/officeDocument/2006/relationships/slide" Target="slides/slide15.xml" /><Relationship Id="rId16" Type="http://schemas.openxmlformats.org/officeDocument/2006/relationships/presProps" Target="presProps.xml" /><Relationship Id="rId4" Type="http://schemas.openxmlformats.org/officeDocument/2006/relationships/slide" Target="slides/slide4.xml" /><Relationship Id="rId2" Type="http://schemas.openxmlformats.org/officeDocument/2006/relationships/slide" Target="slides/slide2.xml" /><Relationship Id="rId18" Type="http://schemas.openxmlformats.org/officeDocument/2006/relationships/viewProps" Target="viewProps.xml" /><Relationship Id="rId3" Type="http://schemas.openxmlformats.org/officeDocument/2006/relationships/slide" Target="slides/slide3.xml" /><Relationship Id="rId1" Type="http://schemas.openxmlformats.org/officeDocument/2006/relationships/slide" Target="slides/slide1.xml" /><Relationship Id="rId5" Type="http://schemas.openxmlformats.org/officeDocument/2006/relationships/slide" Target="slides/slide5.xml" /><Relationship Id="rId17" Type="http://schemas.openxmlformats.org/officeDocument/2006/relationships/tableStyles" Target="tableStyles.xml" /><Relationship Id="rId6" Type="http://schemas.openxmlformats.org/officeDocument/2006/relationships/slide" Target="slides/slide6.xml" /></Relationships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2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3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4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5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6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7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8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9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0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_rels/slideLayout1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/>
            <a:r>
              <a:rPr lang="en-US" smtClean="false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type="obj">
  <p:cSld name="Title and Content">
    <p:spTree>
      <p:nvGrpSpPr>
        <p:cNvPr id="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9" name="Content Placeholder 2"/>
          <p:cNvSpPr>
            <a:spLocks noGrp="true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0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1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2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type="secHead">
  <p:cSld name="Section Header">
    <p:spTree>
      <p:nvGrpSpPr>
        <p:cNvPr id="1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1"/>
          <p:cNvSpPr>
            <a:spLocks noGrp="true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true" cap="all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1" name="Text Placeholder 2"/>
          <p:cNvSpPr>
            <a:spLocks noGrp="true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22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23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24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type="twoObj">
  <p:cSld name="Two Content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27" name="Content Placeholder 2"/>
          <p:cNvSpPr>
            <a:spLocks noGrp="true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8" name="Content Placeholder 3"/>
          <p:cNvSpPr>
            <a:spLocks noGrp="true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29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0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31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type="twoTxTwoObj">
  <p:cSld name="Comparison">
    <p:spTree>
      <p:nvGrpSpPr>
        <p:cNvPr id="3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itle 1"/>
          <p:cNvSpPr>
            <a:spLocks noGrp="true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4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5" name="Content Placeholder 3"/>
          <p:cNvSpPr>
            <a:spLocks noGrp="true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6" name="Text Placeholder 4"/>
          <p:cNvSpPr>
            <a:spLocks noGrp="true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true"/>
            </a:lvl1pPr>
            <a:lvl2pPr marL="457200" indent="0">
              <a:buNone/>
              <a:defRPr sz="2000" b="true"/>
            </a:lvl2pPr>
            <a:lvl3pPr marL="914400" indent="0">
              <a:buNone/>
              <a:defRPr sz="1800" b="true"/>
            </a:lvl3pPr>
            <a:lvl4pPr marL="1371600" indent="0">
              <a:buNone/>
              <a:defRPr sz="1600" b="true"/>
            </a:lvl4pPr>
            <a:lvl5pPr marL="1828800" indent="0">
              <a:buNone/>
              <a:defRPr sz="1600" b="true"/>
            </a:lvl5pPr>
            <a:lvl6pPr marL="2286000" indent="0">
              <a:buNone/>
              <a:defRPr sz="1600" b="true"/>
            </a:lvl6pPr>
            <a:lvl7pPr marL="2743200" indent="0">
              <a:buNone/>
              <a:defRPr sz="1600" b="true"/>
            </a:lvl7pPr>
            <a:lvl8pPr marL="3200400" indent="0">
              <a:buNone/>
              <a:defRPr sz="1600" b="true"/>
            </a:lvl8pPr>
            <a:lvl9pPr marL="3657600" indent="0">
              <a:buNone/>
              <a:defRPr sz="1600" b="true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37" name="Content Placeholder 5"/>
          <p:cNvSpPr>
            <a:spLocks noGrp="true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38" name="Date Placeholder 6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39" name="Footer Placeholder 7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0" name="Slide Number Placeholder 8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type="titleOnly">
  <p:cSld name="Title Only"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43" name="Date Placeholder 2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4" name="Footer Placeholder 3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5" name="Slide Number Placeholder 4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type="blank">
  <p:cSld name="Blank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Date Placeholder 1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48" name="Footer Placeholder 2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49" name="Slide Number Placeholder 3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type="objTx">
  <p:cSld name="Content with Caption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itle 1"/>
          <p:cNvSpPr>
            <a:spLocks noGrp="true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2" name="Content Placeholder 2"/>
          <p:cNvSpPr>
            <a:spLocks noGrp="true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53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54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5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56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type="picTx">
  <p:cSld name="Picture with Caption"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true"/>
            </a:lvl1pPr>
          </a:lstStyle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59" name="Picture Placeholder 2"/>
          <p:cNvSpPr>
            <a:spLocks noGrp="true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/>
            <a:endParaRPr lang="en-US"/>
          </a:p>
        </p:txBody>
      </p:sp>
      <p:sp>
        <p:nvSpPr>
          <p:cNvPr id="60" name="Text Placeholder 3"/>
          <p:cNvSpPr>
            <a:spLocks noGrp="true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false"/>
              <a:t>Click to edit Master text styles</a:t>
            </a:r>
            <a:endParaRPr/>
          </a:p>
        </p:txBody>
      </p:sp>
      <p:sp>
        <p:nvSpPr>
          <p:cNvPr id="61" name="Date Placeholder 4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2" name="Footer Placeholder 5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3" name="Slide Number Placeholder 6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type="vertTx">
  <p:cSld name="Title and Vertical Text">
    <p:spTree>
      <p:nvGrpSpPr>
        <p:cNvPr id="6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Title 1"/>
          <p:cNvSpPr>
            <a:spLocks noGrp="true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66" name="Vertical Text Placeholder 2"/>
          <p:cNvSpPr>
            <a:spLocks noGrp="true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67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68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69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type="vertTitleAndTx">
  <p:cSld name="Vertical Title and Text"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ertical Title 1"/>
          <p:cNvSpPr>
            <a:spLocks noGrp="true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15" name="Vertical Text Placeholder 2"/>
          <p:cNvSpPr>
            <a:spLocks noGrp="true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16" name="Date Placeholder 3"/>
          <p:cNvSpPr>
            <a:spLocks noGrp="true"/>
          </p:cNvSpPr>
          <p:nvPr>
            <p:ph type="dt" sz="half" idx="10"/>
          </p:nvPr>
        </p:nvSpPr>
        <p:spPr/>
        <p:txBody>
          <a:bodyPr/>
          <a:lstStyle/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17" name="Footer Placeholder 4"/>
          <p:cNvSpPr>
            <a:spLocks noGrp="true"/>
          </p:cNvSpPr>
          <p:nvPr>
            <p:ph type="ftr" sz="quarter" idx="11"/>
          </p:nvPr>
        </p:nvSpPr>
        <p:spPr/>
        <p:txBody>
          <a:bodyPr/>
          <a:lstStyle/>
          <a:p>
            <a:pPr/>
            <a:endParaRPr lang="en-US"/>
          </a:p>
        </p:txBody>
      </p:sp>
      <p:sp>
        <p:nvSpPr>
          <p:cNvPr id="18" name="Slide Number Placeholder 5"/>
          <p:cNvSpPr>
            <a:spLocks noGrp="true"/>
          </p:cNvSpPr>
          <p:nvPr>
            <p:ph type="sldNum" sz="quarter" idx="12"/>
          </p:nvPr>
        </p:nvSpPr>
        <p:spPr/>
        <p:txBody>
          <a:bodyPr/>
          <a:lstStyle/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8" Type="http://schemas.openxmlformats.org/officeDocument/2006/relationships/slideLayout" Target="../slideLayouts/slideLayout9.xml" /><Relationship Id="rId6" Type="http://schemas.openxmlformats.org/officeDocument/2006/relationships/slideLayout" Target="../slideLayouts/slideLayout7.xml" /><Relationship Id="rId5" Type="http://schemas.openxmlformats.org/officeDocument/2006/relationships/slideLayout" Target="../slideLayouts/slideLayout6.xml" /><Relationship Id="rId4" Type="http://schemas.openxmlformats.org/officeDocument/2006/relationships/slideLayout" Target="../slideLayouts/slideLayout5.xml" /><Relationship Id="rId7" Type="http://schemas.openxmlformats.org/officeDocument/2006/relationships/slideLayout" Target="../slideLayouts/slideLayout8.xml" /><Relationship Id="rId1" Type="http://schemas.openxmlformats.org/officeDocument/2006/relationships/slideLayout" Target="../slideLayouts/slideLayout2.xml" /><Relationship Id="rId9" Type="http://schemas.openxmlformats.org/officeDocument/2006/relationships/slideLayout" Target="../slideLayouts/slideLayout10.xml" /><Relationship Id="rId0" Type="http://schemas.openxmlformats.org/officeDocument/2006/relationships/slideLayout" Target="../slideLayouts/slideLayout1.xml" /><Relationship Id="rId11" Type="http://schemas.openxmlformats.org/officeDocument/2006/relationships/theme" Target="../theme/theme1.xml" /><Relationship Id="rId10" Type="http://schemas.openxmlformats.org/officeDocument/2006/relationships/slideLayout" Target="../slideLayouts/slideLayout11.xml" /><Relationship Id="rId2" Type="http://schemas.openxmlformats.org/officeDocument/2006/relationships/slideLayout" Target="../slideLayouts/slideLayout3.xml" /><Relationship Id="rId3" Type="http://schemas.openxmlformats.org/officeDocument/2006/relationships/slideLayout" Target="../slideLayouts/slideLayout4.xml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true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false" anchor="ctr">
            <a:normAutofit/>
          </a:bodyPr>
          <a:lstStyle/>
          <a:p>
            <a:pPr/>
            <a:r>
              <a:rPr lang="en-US" smtClean="false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true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false">
            <a:normAutofit/>
          </a:bodyPr>
          <a:lstStyle/>
          <a:p>
            <a:pPr lvl="0"/>
            <a:r>
              <a:rPr lang="en-US" smtClean="false"/>
              <a:t>Click to edit Master text styles</a:t>
            </a:r>
            <a:endParaRPr/>
          </a:p>
          <a:p>
            <a:pPr lvl="1"/>
            <a:r>
              <a:rPr lang="en-US" smtClean="false"/>
              <a:t>Second level</a:t>
            </a:r>
            <a:endParaRPr/>
          </a:p>
          <a:p>
            <a:pPr lvl="2"/>
            <a:r>
              <a:rPr lang="en-US" smtClean="false"/>
              <a:t>Third level</a:t>
            </a:r>
            <a:endParaRPr/>
          </a:p>
          <a:p>
            <a:pPr lvl="3"/>
            <a:r>
              <a:rPr lang="en-US" smtClean="false"/>
              <a:t>Fourth level</a:t>
            </a:r>
            <a:endParaRPr/>
          </a:p>
          <a:p>
            <a:pPr lvl="4"/>
            <a:r>
              <a:rPr lang="en-US" smtClean="false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true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5BCAD085-E8A6-8845-BD4E-CB4CCA059FC4}" type="datetimeFigureOut">
              <a:rPr lang="en-US" smtClean="false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true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endParaRPr lang="en-US"/>
          </a:p>
        </p:txBody>
      </p:sp>
      <p:sp>
        <p:nvSpPr>
          <p:cNvPr id="6" name="Slide Number Placeholder 5"/>
          <p:cNvSpPr>
            <a:spLocks noGrp="true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false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/>
            <a:fld id="{C1FF6DA9-008F-8B48-92A6-B652298478BF}" type="slidenum">
              <a:rPr lang="en-US" smtClean="false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</p:sldLayoutIdLst>
  <p:txStyles>
    <p:titleStyle>
      <a:lvl1pPr algn="ctr" defTabSz="457200" rtl="false" eaLnBrk="true" latinLnBrk="false" hangingPunct="true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false" eaLnBrk="true" latinLnBrk="false" hangingPunct="true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false" eaLnBrk="true" latinLnBrk="false" hangingPunct="true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false" eaLnBrk="true" latinLnBrk="false" hangingPunct="true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false" eaLnBrk="true" latinLnBrk="false" hangingPunct="true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false" eaLnBrk="true" latinLnBrk="false" hangingPunct="true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false" eaLnBrk="true" latinLnBrk="false" hangingPunct="true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media/image8.jpg" /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media/image9.jpg" /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image" Target="media/image10.jpg" /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image" Target="media/image11.jpg" /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image" Target="media/image12.jpg" /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image" Target="media/image13.jpg" /><Relationship Id="rId0" Type="http://schemas.openxmlformats.org/officeDocument/2006/relationships/slideLayout" Target="../slideLayouts/slideLayout1.xml" 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image" Target="media/image14.jpg" /><Relationship Id="rId0" Type="http://schemas.openxmlformats.org/officeDocument/2006/relationships/slideLayout" Target="../slideLayouts/slideLayout1.xml" 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image" Target="media/image15.jpg" /><Relationship Id="rId0" Type="http://schemas.openxmlformats.org/officeDocument/2006/relationships/slideLayout" Target="../slideLayouts/slideLayout1.xml" 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image" Target="media/image2.jpg" /><Relationship Id="rId0" Type="http://schemas.openxmlformats.org/officeDocument/2006/relationships/slideLayout" Target="../slideLayouts/slideLayout1.xml" 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image" Target="media/image3.jpg" /><Relationship Id="rId0" Type="http://schemas.openxmlformats.org/officeDocument/2006/relationships/slideLayout" Target="../slideLayouts/slideLayout1.xml" 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image" Target="media/image4.jpg" /><Relationship Id="rId0" Type="http://schemas.openxmlformats.org/officeDocument/2006/relationships/slideLayout" Target="../slideLayouts/slideLayout1.xml" 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image" Target="media/image5.jpg" /><Relationship Id="rId0" Type="http://schemas.openxmlformats.org/officeDocument/2006/relationships/slideLayout" Target="../slideLayouts/slideLayout1.xml" 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image" Target="media/image6.jpg" /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1" Type="http://schemas.openxmlformats.org/officeDocument/2006/relationships/image" Target="media/image7.jpg" /><Relationship Id="rId0" Type="http://schemas.openxmlformats.org/officeDocument/2006/relationships/slideLayout" Target="../slideLayouts/slideLayout1.xml" 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" name="Picture 3" descr="Slide 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2" name="Picture 3" descr="Slide 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36" name="Picture 3" descr="Slide 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3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0" name="Picture 3" descr="Slide 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4" name="Picture 3" descr="Slide 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4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48" name="Picture 3" descr="Slide 6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2" name="Picture 3" descr="Slide 7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56" name="Picture 3" descr="Slide 8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5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60" name="Picture 3" descr="Slide 9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8" name="Picture 3" descr="Slide 10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1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2" name="Picture 3" descr="Slide 11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5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16" name="Picture 3" descr="Slide 12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19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0" name="Picture 3" descr="Slide 13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3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4" name="Picture 3" descr="Slide 14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true"/>
          </p:cNvSpPr>
          <p:nvPr>
            <p:ph type="ctrTitle"/>
          </p:nvPr>
        </p:nvSpPr>
        <p:spPr/>
        <p:txBody>
          <a:bodyPr/>
          <a:lstStyle/>
          <a:p>
            <a:pPr/>
            <a:endParaRPr/>
          </a:p>
        </p:txBody>
      </p:sp>
      <p:sp>
        <p:nvSpPr>
          <p:cNvPr id="27" name="Subtitle 2"/>
          <p:cNvSpPr>
            <a:spLocks noGrp="true"/>
          </p:cNvSpPr>
          <p:nvPr>
            <p:ph type="subTitle" idx="1"/>
          </p:nvPr>
        </p:nvSpPr>
        <p:spPr/>
        <p:txBody>
          <a:bodyPr/>
          <a:lstStyle/>
          <a:p>
            <a:pPr/>
            <a:endParaRPr/>
          </a:p>
        </p:txBody>
      </p:sp>
      <p:pic>
        <p:nvPicPr>
          <p:cNvPr id="28" name="Picture 3" descr="Slide 15.jpg"/>
          <p:cNvPicPr>
            <a:picLocks noChangeAspect="true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true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true"/>
        </a:gradFill>
        <a:gradFill rotWithShape="true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false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false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false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true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true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Application>Tencent office</Application>
</Properties>
</file>

<file path=docProps/core.xml><?xml version="1.0" encoding="utf-8"?>
<cp:coreProperties xmlns:xsi="http://www.w3.org/2001/XMLSchema-instance" xmlns:dcmitype="http://purl.org/dc/dcmitype/" xmlns:dcterms="http://purl.org/dc/terms/" xmlns:cp="http://schemas.openxmlformats.org/package/2006/metadata/core-properties" xmlns:dc="http://purl.org/dc/elements/1.1/">
  <dcterms:created xsi:type="dcterms:W3CDTF">2024-11-18T10:56:35Z</dcterms:created>
  <dcterms:modified xsi:type="dcterms:W3CDTF">2024-11-18T10:56:35Z</dcterms:modified>
</cp:coreProperties>
</file>