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s/slide18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8" Type="http://schemas.openxmlformats.org/officeDocument/2006/relationships/slide" Target="slides/slide18.xml" /><Relationship Id="rId17" Type="http://schemas.openxmlformats.org/officeDocument/2006/relationships/slide" Target="slides/slide17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9" Type="http://schemas.openxmlformats.org/officeDocument/2006/relationships/slide" Target="slides/slide19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5" Type="http://schemas.openxmlformats.org/officeDocument/2006/relationships/slide" Target="slides/slide5.xml" /><Relationship Id="rId0" Type="http://schemas.openxmlformats.org/officeDocument/2006/relationships/slideMaster" Target="slideMasters/slideMaster1.xml" /><Relationship Id="rId2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8" Type="http://schemas.openxmlformats.org/officeDocument/2006/relationships/slideLayout" Target="../slideLayouts/slideLayout9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2024-11-18T10:56:27Z</dcterms:created>
  <dcterms:modified xsi:type="dcterms:W3CDTF">2024-11-18T10:56:27Z</dcterms:modified>
</cp:coreProperties>
</file>