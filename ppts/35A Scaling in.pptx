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21" Type="http://schemas.openxmlformats.org/officeDocument/2006/relationships/viewProps" Target="viewProps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17" Type="http://schemas.openxmlformats.org/officeDocument/2006/relationships/slide" Target="slides/slide17.xml" /><Relationship Id="rId20" Type="http://schemas.openxmlformats.org/officeDocument/2006/relationships/tableStyles" Target="tableStyles.xml" /><Relationship Id="rId16" Type="http://schemas.openxmlformats.org/officeDocument/2006/relationships/slide" Target="slides/slide16.xml" /><Relationship Id="rId10" Type="http://schemas.openxmlformats.org/officeDocument/2006/relationships/slide" Target="slides/slide10.xml" /><Relationship Id="rId18" Type="http://schemas.openxmlformats.org/officeDocument/2006/relationships/slide" Target="slides/slide18.xml" /><Relationship Id="rId4" Type="http://schemas.openxmlformats.org/officeDocument/2006/relationships/slide" Target="slides/slide4.xml" /><Relationship Id="rId19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2024-11-18T10:55:32Z</dcterms:created>
  <dcterms:modified xsi:type="dcterms:W3CDTF">2024-11-18T10:55:32Z</dcterms:modified>
</cp:coreProperties>
</file>