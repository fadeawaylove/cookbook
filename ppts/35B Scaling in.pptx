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4" Type="http://schemas.openxmlformats.org/officeDocument/2006/relationships/viewProps" Target="viewProps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2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13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9" Type="http://schemas.openxmlformats.org/officeDocument/2006/relationships/slideLayout" Target="../slideLayouts/slideLayout10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2024-11-18T10:55:24Z</dcterms:created>
  <dcterms:modified xsi:type="dcterms:W3CDTF">2024-11-18T10:55:24Z</dcterms:modified>
</cp:coreProperties>
</file>