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7" Type="http://schemas.openxmlformats.org/officeDocument/2006/relationships/slide" Target="slides/slide7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13" Type="http://schemas.openxmlformats.org/officeDocument/2006/relationships/presProps" Target="presProps.xml" /><Relationship Id="rId0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2024-11-18T10:54:59Z</dcterms:created>
  <dcterms:modified xsi:type="dcterms:W3CDTF">2024-11-18T10:54:59Z</dcterms:modified>
</cp:coreProperties>
</file>