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7.xml" ContentType="application/vnd.openxmlformats-officedocument.presentationml.slide+xml"/>
  <Override PartName="/ppt/theme/theme1.xml" ContentType="application/vnd.openxmlformats-officedocument.them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9" Type="http://schemas.openxmlformats.org/officeDocument/2006/relationships/slide" Target="slides/slide9.xml" /><Relationship Id="rId17" Type="http://schemas.openxmlformats.org/officeDocument/2006/relationships/slide" Target="slides/slide17.xml" /><Relationship Id="rId6" Type="http://schemas.openxmlformats.org/officeDocument/2006/relationships/slide" Target="slides/slide6.xml" /><Relationship Id="rId15" Type="http://schemas.openxmlformats.org/officeDocument/2006/relationships/slide" Target="slides/slide15.xml" /><Relationship Id="rId14" Type="http://schemas.openxmlformats.org/officeDocument/2006/relationships/slide" Target="slides/slide14.xml" /><Relationship Id="rId18" Type="http://schemas.openxmlformats.org/officeDocument/2006/relationships/presProps" Target="presProps.xml" /><Relationship Id="rId10" Type="http://schemas.openxmlformats.org/officeDocument/2006/relationships/slide" Target="slides/slide10.xml" /><Relationship Id="rId16" Type="http://schemas.openxmlformats.org/officeDocument/2006/relationships/slide" Target="slides/slide16.xml" /><Relationship Id="rId19" Type="http://schemas.openxmlformats.org/officeDocument/2006/relationships/tableStyles" Target="tableStyles.xml" /><Relationship Id="rId3" Type="http://schemas.openxmlformats.org/officeDocument/2006/relationships/slide" Target="slides/slide3.xml" /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20" Type="http://schemas.openxmlformats.org/officeDocument/2006/relationships/viewProps" Target="viewProps.xml" /><Relationship Id="rId4" Type="http://schemas.openxmlformats.org/officeDocument/2006/relationships/slide" Target="slides/slide4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7" Type="http://schemas.openxmlformats.org/officeDocument/2006/relationships/slideLayout" Target="../slideLayouts/slideLayout8.xml" /><Relationship Id="rId8" Type="http://schemas.openxmlformats.org/officeDocument/2006/relationships/slideLayout" Target="../slideLayouts/slideLayout9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4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2024-11-18T10:54:49Z</dcterms:created>
  <dcterms:modified xsi:type="dcterms:W3CDTF">2024-11-18T10:54:49Z</dcterms:modified>
</cp:coreProperties>
</file>