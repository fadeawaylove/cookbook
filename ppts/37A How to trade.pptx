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viewProps.xml" ContentType="application/vnd.openxmlformats-officedocument.presentationml.viewProps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9.xml" ContentType="application/vnd.openxmlformats-officedocument.presentationml.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12" Type="http://schemas.openxmlformats.org/officeDocument/2006/relationships/slide" Target="slides/slide12.xml" /><Relationship Id="rId15" Type="http://schemas.openxmlformats.org/officeDocument/2006/relationships/presProps" Target="presProps.xml" /><Relationship Id="rId11" Type="http://schemas.openxmlformats.org/officeDocument/2006/relationships/slide" Target="slides/slide11.xml" /><Relationship Id="rId14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0" Type="http://schemas.openxmlformats.org/officeDocument/2006/relationships/slide" Target="slides/slide10.xml" /><Relationship Id="rId7" Type="http://schemas.openxmlformats.org/officeDocument/2006/relationships/slide" Target="slides/slide7.xml" /><Relationship Id="rId17" Type="http://schemas.openxmlformats.org/officeDocument/2006/relationships/viewProps" Target="viewProps.xml" /><Relationship Id="rId5" Type="http://schemas.openxmlformats.org/officeDocument/2006/relationships/slide" Target="slides/slide5.xml" /><Relationship Id="rId6" Type="http://schemas.openxmlformats.org/officeDocument/2006/relationships/slide" Target="slides/slide6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that there are countless ways to enter. The key is not your entry, the key is structuring your trade.</a:t>
            </a: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6" Type="http://schemas.openxmlformats.org/officeDocument/2006/relationships/slideLayout" Target="../slideLayouts/slideLayout7.xml" /><Relationship Id="rId11" Type="http://schemas.openxmlformats.org/officeDocument/2006/relationships/theme" Target="../theme/theme1.xml" /><Relationship Id="rId7" Type="http://schemas.openxmlformats.org/officeDocument/2006/relationships/slideLayout" Target="../slideLayouts/slideLayout8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9.jp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10.jp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2 Main Points 00m3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"/>
          <p:cNvSpPr txBox="true"/>
          <p:nvPr/>
        </p:nvSpPr>
        <p:spPr>
          <a:xfrm rot="0" flipH="false" flipV="false">
            <a:off x="2008073" y="3888852"/>
            <a:ext cx="6318250" cy="1187450"/>
          </a:xfrm>
          <a:prstGeom prst="rect">
            <a:avLst/>
          </a:prstGeom>
          <a:solidFill>
            <a:schemeClr val="accent5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当作交易的，很容易就得出结论，市场极有可能发什么。</a:t>
            </a:r>
            <a:endParaRPr/>
          </a:p>
          <a:p>
            <a:pPr/>
            <a:r>
              <a:rPr lang="zh-CN"/>
              <a:t>此时要非常</a:t>
            </a:r>
            <a:r>
              <a:rPr lang="zh-CN"/>
              <a:t>注意，你认为很可能发生的事情，也许并不会发生，甚至市场的行为会跟你想的想法。</a:t>
            </a:r>
            <a:endParaRPr/>
          </a:p>
          <a:p>
            <a:pPr/>
            <a:r>
              <a:rPr lang="zh-CN"/>
              <a:t>因为有时候市场发什么的概率，并没有你想的那么高。</a:t>
            </a:r>
            <a:endParaRPr/>
          </a:p>
        </p:txBody>
      </p:sp>
      <p:sp>
        <p:nvSpPr>
          <p:cNvPr id="6" name=""/>
          <p:cNvSpPr txBox="true"/>
          <p:nvPr/>
        </p:nvSpPr>
        <p:spPr>
          <a:xfrm rot="0" flipH="false" flipV="false">
            <a:off x="1931696" y="5234993"/>
            <a:ext cx="7086187" cy="64135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其实意思就是，所有的想法都要根据当前的图表来，不要觉得（希望）市场会怎么样，而是接受市场是怎么样的，并做出相应的应对。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31" name=""/>
          <p:cNvSpPr txBox="true"/>
          <p:nvPr/>
        </p:nvSpPr>
        <p:spPr>
          <a:xfrm rot="0" flipH="false" flipV="false">
            <a:off x="8374259" y="238716"/>
            <a:ext cx="5695251" cy="368299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价格就是真理，永远不要主观上否认市场当前的行为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05 Bear Market  What Can It Do  12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06 Life  Not Fair 16m20s.jp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2" name=""/>
          <p:cNvSpPr txBox="true"/>
          <p:nvPr/>
        </p:nvSpPr>
        <p:spPr>
          <a:xfrm rot="0" flipH="false" flipV="false">
            <a:off x="4090626" y="105104"/>
            <a:ext cx="7945470" cy="64135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/>
              <a:t>You're trading against the smartest people in the world and they're very competent.</a:t>
            </a:r>
            <a:r>
              <a:rPr/>
              <a:t>So any advantage that you have is always going to be small.</a:t>
            </a:r>
            <a:endParaRPr/>
          </a:p>
        </p:txBody>
      </p:sp>
      <p:sp>
        <p:nvSpPr>
          <p:cNvPr id="43" name=""/>
          <p:cNvSpPr txBox="true"/>
          <p:nvPr/>
        </p:nvSpPr>
        <p:spPr>
          <a:xfrm rot="0" flipH="false" flipV="false">
            <a:off x="4267200" y="7268954"/>
            <a:ext cx="8570134" cy="36830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/>
              <a:t>But only during 10% of the bars on the chart is one side clearly having a big advantage.</a:t>
            </a:r>
            <a:endParaRPr/>
          </a:p>
        </p:txBody>
      </p:sp>
      <p:sp>
        <p:nvSpPr>
          <p:cNvPr id="44" name=""/>
          <p:cNvSpPr txBox="true"/>
          <p:nvPr/>
        </p:nvSpPr>
        <p:spPr>
          <a:xfrm rot="0" flipH="false" flipV="false">
            <a:off x="117860" y="950135"/>
            <a:ext cx="7945501" cy="36830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/>
              <a:t>Just because you're working really hard does not mean you deserve to make money.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7 Structuring a Trade  Needs to Make Sense 18m43s.jp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9" name=""/>
          <p:cNvSpPr txBox="true"/>
          <p:nvPr/>
        </p:nvSpPr>
        <p:spPr>
          <a:xfrm rot="0" flipH="false" flipV="false">
            <a:off x="1252680" y="7155443"/>
            <a:ext cx="7575418" cy="368299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入场的机会有无数，关键点不是入场，而是如何计划（）管理你的交易。</a:t>
            </a:r>
            <a:endParaRPr/>
          </a:p>
        </p:txBody>
      </p:sp>
      <p:sp>
        <p:nvSpPr>
          <p:cNvPr id="50" name=""/>
          <p:cNvSpPr txBox="true"/>
          <p:nvPr/>
        </p:nvSpPr>
        <p:spPr>
          <a:xfrm rot="0" flipH="false" flipV="false">
            <a:off x="10270709" y="256452"/>
            <a:ext cx="2843007" cy="368299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构建一笔交易需要有意义</a:t>
            </a:r>
            <a:endParaRPr/>
          </a:p>
        </p:txBody>
      </p:sp>
      <p:sp>
        <p:nvSpPr>
          <p:cNvPr id="51" name=""/>
          <p:cNvSpPr txBox="true"/>
          <p:nvPr/>
        </p:nvSpPr>
        <p:spPr>
          <a:xfrm rot="0" flipH="false" flipV="false">
            <a:off x="6461760" y="1946276"/>
            <a:ext cx="5700460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/>
              <a:t>there are probably decent scalp setups on half of the bars.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5" name="Picture 3" descr="08 Structuring a Trade  Usually Can Buy or Sell 20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6" name=""/>
          <p:cNvSpPr txBox="true"/>
          <p:nvPr/>
        </p:nvSpPr>
        <p:spPr>
          <a:xfrm rot="0" flipH="false" flipV="false">
            <a:off x="8088761" y="1227608"/>
            <a:ext cx="4794250" cy="9144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10%</a:t>
            </a:r>
            <a:r>
              <a:rPr lang="zh-CN"/>
              <a:t>的</a:t>
            </a:r>
            <a:r>
              <a:rPr lang="en-US"/>
              <a:t>Bar</a:t>
            </a:r>
            <a:r>
              <a:rPr lang="zh-CN"/>
              <a:t>有趋势，此时跟随趋势方向做</a:t>
            </a:r>
            <a:endParaRPr/>
          </a:p>
          <a:p>
            <a:pPr/>
            <a:r>
              <a:rPr lang="en-US"/>
              <a:t>90%</a:t>
            </a:r>
            <a:r>
              <a:rPr lang="zh-CN"/>
              <a:t>的</a:t>
            </a:r>
            <a:r>
              <a:rPr lang="en-US"/>
              <a:t>Bar</a:t>
            </a:r>
            <a:r>
              <a:rPr lang="zh-CN"/>
              <a:t>没有趋势，只要计划得好，不管</a:t>
            </a:r>
            <a:r>
              <a:rPr lang="en-US"/>
              <a:t>buy</a:t>
            </a:r>
            <a:r>
              <a:rPr lang="zh-CN"/>
              <a:t>还是</a:t>
            </a:r>
            <a:r>
              <a:rPr lang="en-US"/>
              <a:t>sell</a:t>
            </a:r>
            <a:r>
              <a:rPr lang="zh-CN"/>
              <a:t>都可以赚到钱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09 Structuring a Trade  Bears Can Make Money, Too! 21m2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10 Traders Have Goals  WhatAre Yours  23m0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5" name=""/>
          <p:cNvSpPr txBox="true"/>
          <p:nvPr/>
        </p:nvSpPr>
        <p:spPr>
          <a:xfrm rot="0" flipH="false" flipV="false">
            <a:off x="5604116" y="5638800"/>
            <a:ext cx="2168284" cy="641350"/>
          </a:xfrm>
          <a:prstGeom prst="rect">
            <a:avLst/>
          </a:prstGeom>
          <a:gradFill rotWithShape="true">
            <a:gsLst>
              <a:gs pos="0">
                <a:srgbClr val="D9EAD3">
                  <a:alpha val="100000"/>
                </a:srgbClr>
              </a:gs>
              <a:gs pos="100000">
                <a:srgbClr val="678F00">
                  <a:alpha val="100000"/>
                </a:srgbClr>
              </a:gs>
            </a:gsLst>
            <a:lin ang="8100000" scaled="true"/>
          </a:gra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这里突破</a:t>
            </a:r>
            <a:r>
              <a:rPr lang="en-US"/>
              <a:t>DB</a:t>
            </a:r>
            <a:r>
              <a:rPr lang="zh-CN"/>
              <a:t>失败，也是属于</a:t>
            </a:r>
            <a:r>
              <a:rPr lang="en-US"/>
              <a:t>Wedge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" name="Picture 3" descr="11 Two Time Frames  To Reduce Risk 26m5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1" name=""/>
          <p:cNvSpPr txBox="true"/>
          <p:nvPr/>
        </p:nvSpPr>
        <p:spPr>
          <a:xfrm rot="0" flipH="false" flipV="false">
            <a:off x="4473174" y="4762500"/>
            <a:ext cx="5323250" cy="36830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日</a:t>
            </a:r>
            <a:r>
              <a:rPr lang="en-US"/>
              <a:t>K</a:t>
            </a:r>
            <a:r>
              <a:rPr lang="zh-CN"/>
              <a:t>看到</a:t>
            </a:r>
            <a:r>
              <a:rPr lang="en-US"/>
              <a:t>50%PB</a:t>
            </a:r>
            <a:r>
              <a:rPr lang="zh-CN"/>
              <a:t>，再</a:t>
            </a:r>
            <a:r>
              <a:rPr lang="en-US"/>
              <a:t>5</a:t>
            </a:r>
            <a:r>
              <a:rPr lang="zh-CN"/>
              <a:t>分钟图上找入场点，降低风险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5" name="Picture 3" descr="12 Higher Time Frame  Use It to Find Setup 30m3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6" name=""/>
          <p:cNvSpPr txBox="true"/>
          <p:nvPr/>
        </p:nvSpPr>
        <p:spPr>
          <a:xfrm rot="0" flipH="false" flipV="false">
            <a:off x="7394261" y="2625649"/>
            <a:ext cx="4187272" cy="641349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大多数交易员永远不要交易</a:t>
            </a:r>
            <a:r>
              <a:rPr lang="en-US"/>
              <a:t>1min chart</a:t>
            </a:r>
            <a:r>
              <a:rPr lang="zh-CN"/>
              <a:t>，因为没有足够的时间思考和下单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Lower Time Frame  Use It to Reduce Risk 33m1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3" name="Content Placeholder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25" name=""/>
          <p:cNvSpPr txBox="true"/>
          <p:nvPr/>
        </p:nvSpPr>
        <p:spPr>
          <a:xfrm rot="0" flipH="false" flipV="false">
            <a:off x="3507801" y="3797300"/>
            <a:ext cx="7315200" cy="635000"/>
          </a:xfrm>
        </p:spPr>
        <p:txBody>
          <a:bodyPr>
            <a:spAutoFit/>
          </a:bodyPr>
          <a:p>
            <a:pPr/>
            <a:r>
              <a:rPr/>
              <a:t>No matter how certain you are that the market's going to do something, you should always assume</a:t>
            </a:r>
            <a:endParaRPr/>
          </a:p>
        </p:txBody>
      </p:sp>
      <p:sp>
        <p:nvSpPr>
          <p:cNvPr id="26" name=""/>
          <p:cNvSpPr txBox="true"/>
          <p:nvPr/>
        </p:nvSpPr>
        <p:spPr>
          <a:xfrm rot="0" flipH="false" flipV="false">
            <a:off x="3507801" y="4802982"/>
            <a:ext cx="7315200" cy="635000"/>
          </a:xfrm>
        </p:spPr>
        <p:txBody>
          <a:bodyPr>
            <a:spAutoFit/>
          </a:bodyPr>
          <a:p>
            <a:pPr/>
            <a:r>
              <a:rPr/>
              <a:t>that it can do the opposite, because there's always an institution taking the opposite</a:t>
            </a:r>
            <a:endParaRPr/>
          </a:p>
        </p:txBody>
      </p:sp>
      <p:sp>
        <p:nvSpPr>
          <p:cNvPr id="27" name=""/>
          <p:cNvSpPr txBox="true"/>
          <p:nvPr/>
        </p:nvSpPr>
        <p:spPr>
          <a:xfrm rot="0" flipH="false" flipV="false">
            <a:off x="3507801" y="5808663"/>
            <a:ext cx="7315200" cy="635000"/>
          </a:xfrm>
        </p:spPr>
        <p:txBody>
          <a:bodyPr>
            <a:spAutoFit/>
          </a:bodyPr>
          <a:p>
            <a:pPr/>
            <a:r>
              <a:rPr/>
              <a:t>that it can do the opposite, because there's always an institution taking the opposite</a:t>
            </a:r>
            <a:endParaRPr/>
          </a:p>
        </p:txBody>
      </p:sp>
      <p:sp>
        <p:nvSpPr>
          <p:cNvPr id="28" name=""/>
          <p:cNvSpPr txBox="true"/>
          <p:nvPr/>
        </p:nvSpPr>
        <p:spPr>
          <a:xfrm rot="0" flipH="false" flipV="false">
            <a:off x="3507801" y="6814344"/>
            <a:ext cx="7315200" cy="635000"/>
          </a:xfrm>
        </p:spPr>
        <p:txBody>
          <a:bodyPr>
            <a:spAutoFit/>
          </a:bodyPr>
          <a:p>
            <a:pPr/>
            <a:r>
              <a:rPr/>
              <a:t>Always assume that the more certain something looks, the less certain it really is because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2024-11-18T10:54:37Z</dcterms:created>
  <dcterms:modified xsi:type="dcterms:W3CDTF">2024-11-18T10:54:37Z</dcterms:modified>
</cp:coreProperties>
</file>