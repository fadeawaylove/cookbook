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Use Market Cycle" id="{E6BC6800-CA6B-41B8-9397-F5B6A38B171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rader's Equation and 40-60 Rule" id="{FDF22B70-65A0-4AF6-8DFA-BCF79466C370}">
          <p14:sldIdLst>
            <p14:sldId id="273"/>
            <p14:sldId id="274"/>
            <p14:sldId id="275"/>
            <p14:sldId id="276"/>
            <p14:sldId id="277"/>
          </p14:sldIdLst>
        </p14:section>
        <p14:section name="Default targets" id="{176BD699-E67F-48AF-888C-50076134CD73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1" Type="http://schemas.openxmlformats.org/officeDocument/2006/relationships/viewProps" Target="viewProps.xml" /><Relationship Id="rId30" Type="http://schemas.openxmlformats.org/officeDocument/2006/relationships/tableStyles" Target="tableStyles.xml" /><Relationship Id="rId3" Type="http://schemas.openxmlformats.org/officeDocument/2006/relationships/slide" Target="slides/slide3.xml" /><Relationship Id="rId29" Type="http://schemas.openxmlformats.org/officeDocument/2006/relationships/presProps" Target="presProps.xml" /><Relationship Id="rId27" Type="http://schemas.openxmlformats.org/officeDocument/2006/relationships/slide" Target="slides/slide27.xml" /><Relationship Id="rId26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25" Type="http://schemas.openxmlformats.org/officeDocument/2006/relationships/slide" Target="slides/slide25.xml" /><Relationship Id="rId24" Type="http://schemas.openxmlformats.org/officeDocument/2006/relationships/slide" Target="slides/slide2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3" Type="http://schemas.openxmlformats.org/officeDocument/2006/relationships/slide" Target="slides/slide13.xml" /><Relationship Id="rId18" Type="http://schemas.openxmlformats.org/officeDocument/2006/relationships/slide" Target="slides/slide18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" Type="http://schemas.openxmlformats.org/officeDocument/2006/relationships/slide" Target="slides/slide1.xml" /><Relationship Id="rId19" Type="http://schemas.openxmlformats.org/officeDocument/2006/relationships/slide" Target="slides/slide19.xml" /><Relationship Id="rId14" Type="http://schemas.openxmlformats.org/officeDocument/2006/relationships/slide" Target="slides/slide14.xml" /><Relationship Id="rId20" Type="http://schemas.openxmlformats.org/officeDocument/2006/relationships/slide" Target="slides/slide20.xml" /><Relationship Id="rId23" Type="http://schemas.openxmlformats.org/officeDocument/2006/relationships/slide" Target="slides/slide23.xml" /><Relationship Id="rId21" Type="http://schemas.openxmlformats.org/officeDocument/2006/relationships/slide" Target="slides/slide21.xml" /><Relationship Id="rId7" Type="http://schemas.openxmlformats.org/officeDocument/2006/relationships/slide" Target="slides/slide7.xml" /><Relationship Id="rId22" Type="http://schemas.openxmlformats.org/officeDocument/2006/relationships/slide" Target="slides/slide2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And it's important to learn to recognize what the chart is currently doing because you trade differently depending upon what part of the market cycle the market is currently in.</a:t>
            </a:r>
            <a:endParaRPr/>
          </a:p>
          <a:p>
            <a:pPr/>
            <a:r>
              <a:rPr/>
              <a:t>Next I'm talking a little bit about the trader's equation and the 40/60 rule. Ten percent of the time, ten percent of the bars on any chart are in a strong breakout and traders should only trade in the direction of the trend. But 90% of the bars are either in a channel or a trading range and when that's the case There's a 40 to 60% chance that the market will go up, 40 to 60% chance the market will go down. And if you structure your trades correctly and manage your trades correctly, you can make money buying or selling during 90% of the bars on the chart.</a:t>
            </a:r>
            <a:endParaRPr/>
          </a:p>
          <a:p>
            <a:pPr/>
            <a:r>
              <a:rPr/>
              <a:t>Finally, I'm going to be talking about default targets. In case you cannot decide when you should get out of a trade, it's always good to have a rule. And I'll talk about some simple rules that traders can use to determine an appropriate mathematical time to exit a trade.</a:t>
            </a: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8" Type="http://schemas.openxmlformats.org/officeDocument/2006/relationships/slideLayout" Target="../slideLayouts/slideLayout9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7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Main Points 01m24s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5726142" y="1762125"/>
            <a:ext cx="4502758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市场当前的价格行为决定了当前交易的方法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02 Use Market Cycle  Market in Never Ending Cycle 02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3 1St Trade  Where in Market Cycle  03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4 If Market Is Going Up  Use Binary Decisions 04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05 Bull Channel  Market Is Going up 05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7" name=""/>
          <p:cNvSpPr txBox="true"/>
          <p:nvPr/>
        </p:nvSpPr>
        <p:spPr>
          <a:xfrm rot="0" flipH="false" flipV="false">
            <a:off x="4856508" y="5784573"/>
            <a:ext cx="1778000" cy="641350"/>
          </a:xfrm>
          <a:prstGeom prst="rect">
            <a:avLst/>
          </a:prstGeom>
          <a:gradFill rotWithShape="true">
            <a:gsLst>
              <a:gs pos="0">
                <a:srgbClr val="D9EAD3">
                  <a:alpha val="100000"/>
                </a:srgbClr>
              </a:gs>
              <a:gs pos="100000">
                <a:srgbClr val="678F00">
                  <a:alpha val="100000"/>
                </a:srgbClr>
              </a:gs>
            </a:gsLst>
            <a:lin ang="8100000" scaled="true"/>
          </a:gra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回调幅度很小，最好不要</a:t>
            </a:r>
            <a:r>
              <a:rPr lang="en-US"/>
              <a:t>sell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1" name="Picture 3" descr="10 Bull Stairs  Experts Will Sometimes Also Short 07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5" name="Picture 3" descr="11 TR  Buy Low Sell High Scalp (BLSHS) 08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6" name=""/>
          <p:cNvSpPr txBox="true"/>
          <p:nvPr/>
        </p:nvSpPr>
        <p:spPr>
          <a:xfrm rot="0" flipH="false" flipV="false">
            <a:off x="4135547" y="2337484"/>
            <a:ext cx="2828877" cy="64135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经常上涨通道还没结束，交易区间已经开始了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0" name="Picture 3" descr="12 If Market Is Going Down  Use Binary Decisions 11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1" name=""/>
          <p:cNvSpPr txBox="true"/>
          <p:nvPr/>
        </p:nvSpPr>
        <p:spPr>
          <a:xfrm rot="0" flipH="false" flipV="false">
            <a:off x="9031813" y="774550"/>
            <a:ext cx="1778000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二选一进行决策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5" name="Picture 3" descr="13 Bear Channel  Market Is Going Down 12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" name="Picture 3" descr="20 Bear Stairs  Experts Wi   Sometimes Also Buy 15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" name=""/>
          <p:cNvSpPr txBox="true"/>
          <p:nvPr/>
        </p:nvSpPr>
        <p:spPr>
          <a:xfrm rot="0" flipH="false" flipV="false">
            <a:off x="4813278" y="3473450"/>
            <a:ext cx="2418934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对空头突破感到失望</a:t>
            </a:r>
            <a:endParaRPr/>
          </a:p>
          <a:p>
            <a:pPr/>
            <a:r>
              <a:rPr lang="zh-CN"/>
              <a:t>可以选择离场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" name="Picture 3" descr="21 TR  Buy Low Sell High Scalp (BLSHS) 16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" name="Picture 3" descr="22 Bull Channels  Broad and Tight 19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23 Bear Channels  Broad and Tight 21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24 Broad Bear Channel  Take Sell Signals, Okay to Buy 22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0" name="Picture 3" descr="25 TR  Buy and Sell Zones 25m36s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1" name=""/>
          <p:cNvSpPr txBox="true"/>
          <p:nvPr/>
        </p:nvSpPr>
        <p:spPr>
          <a:xfrm rot="0" flipH="false" flipV="false">
            <a:off x="5716108" y="238358"/>
            <a:ext cx="7658100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>
                <a:solidFill>
                  <a:schemeClr val="tx1">
                    <a:alpha val="100000"/>
                  </a:schemeClr>
                </a:solidFill>
              </a:rPr>
              <a:t>Whenever things </a:t>
            </a:r>
            <a:r>
              <a:rPr>
                <a:solidFill>
                  <a:schemeClr val="tx1">
                    <a:alpha val="100000"/>
                  </a:schemeClr>
                </a:solidFill>
              </a:rPr>
              <a:t>are unclear, always wait for a second entry or for more clarity.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5" name="Picture 3" descr="26 TR  But Still Bear Channel 26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27 Missed Best Signal  What Do You Do  29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28 Main Points  Trader’s Equation and 40 - 60 Rule 29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29 Trader's Equation  40 — 60 Rule 31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30 Best Choice  Swing for Reward at Least 2x Risk 33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31 When High Probability  1x Risk Is Good Enough 35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32 Be Patient  Don't Scalp out Early 37m4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33 Main Points  Default Targets 37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34 Default Targets  Reasonable Approach to Taking Profits 40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35 Exit  If Sell Signal, Stop Is Hit, or End of Session 43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6" name=""/>
          <p:cNvSpPr txBox="true"/>
          <p:nvPr/>
        </p:nvSpPr>
        <p:spPr>
          <a:xfrm rot="0" flipH="false" flipV="false">
            <a:off x="179807" y="995851"/>
            <a:ext cx="5291140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退出：如果卖出信号、止损被打掉或者交易日结束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36 If You Don't Take First Entry  Can Enter Anytime 45m1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37 Can Enter Later  On BO or PB 47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2024-11-18T10:54:29Z</dcterms:created>
  <dcterms:modified xsi:type="dcterms:W3CDTF">2024-11-18T10:54:29Z</dcterms:modified>
</cp:coreProperties>
</file>