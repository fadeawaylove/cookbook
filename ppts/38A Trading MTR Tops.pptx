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9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默认节" id="{9AF8F3FA-B3AB-4393-AF5F-A9BFCDDA7E11}">
          <p14:sldIdLst>
            <p14:sldId id="256"/>
          </p14:sldIdLst>
        </p14:section>
        <p14:section name="Top needs strong bears" id="{777F025A-0C61-4B7D-A4D4-0B7DCAF3A2AD}">
          <p14:sldIdLst>
            <p14:sldId id="257"/>
            <p14:sldId id="258"/>
            <p14:sldId id="259"/>
            <p14:sldId id="260"/>
          </p14:sldIdLst>
        </p14:section>
        <p14:section name="Need minimum targets" id="{6867C0AF-5515-4368-A000-4EA4BD82A448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6" Type="http://schemas.openxmlformats.org/officeDocument/2006/relationships/slideLayout" Target="../slideLayouts/slideLayout7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2.0841  Vir‘lnn RRA Hi1 nf A 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02 Main Points 00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03 HH Major Trend Reversal (MTR)  Needs Strong Bears 03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04 Bears  Expect Bull Trend Resumption to Fail 08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8" name=""/>
          <p:cNvSpPr txBox="true"/>
          <p:nvPr/>
        </p:nvSpPr>
        <p:spPr>
          <a:xfrm rot="0" flipH="false" flipV="false">
            <a:off x="871370" y="954357"/>
            <a:ext cx="3188788" cy="36829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空头：希望上涨趋势延续失败</a:t>
            </a:r>
            <a:endParaRPr/>
          </a:p>
        </p:txBody>
      </p:sp>
      <p:sp>
        <p:nvSpPr>
          <p:cNvPr id="39" name=""/>
          <p:cNvSpPr txBox="true"/>
          <p:nvPr/>
        </p:nvSpPr>
        <p:spPr>
          <a:xfrm rot="0" flipH="false" flipV="false">
            <a:off x="7486213" y="954357"/>
            <a:ext cx="1943975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高</a:t>
            </a:r>
            <a:r>
              <a:rPr lang="en-US"/>
              <a:t>2</a:t>
            </a:r>
            <a:r>
              <a:rPr lang="zh-CN"/>
              <a:t>牛旗经常是</a:t>
            </a:r>
            <a:r>
              <a:rPr lang="en-US"/>
              <a:t>FF</a:t>
            </a:r>
            <a:endParaRPr/>
          </a:p>
        </p:txBody>
      </p:sp>
      <p:sp>
        <p:nvSpPr>
          <p:cNvPr id="40" name=""/>
          <p:cNvSpPr txBox="true"/>
          <p:nvPr/>
        </p:nvSpPr>
        <p:spPr>
          <a:xfrm rot="0" flipH="false" flipV="false">
            <a:off x="4648958" y="6196403"/>
            <a:ext cx="2666242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如果上涨趋势很弱的话</a:t>
            </a:r>
            <a:endParaRPr/>
          </a:p>
          <a:p>
            <a:pPr/>
            <a:r>
              <a:rPr lang="zh-CN"/>
              <a:t>那就很可能到顶了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05 Higher Probability  If Bears Create Strong Sell Signal Bar 10m4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5" name=""/>
          <p:cNvSpPr txBox="true"/>
          <p:nvPr/>
        </p:nvSpPr>
        <p:spPr>
          <a:xfrm rot="0" flipH="false" flipV="false">
            <a:off x="233637" y="802213"/>
            <a:ext cx="2275925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强卖出信号提高概率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06 Main Points  Need Minimum Targets 11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3" name="Picture 3" descr="07 Need Minimum Profit Target  Else Losing Strategy 14m2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4" name=""/>
          <p:cNvSpPr txBox="true"/>
          <p:nvPr/>
        </p:nvSpPr>
        <p:spPr>
          <a:xfrm rot="0" flipH="false" flipV="false">
            <a:off x="1023513" y="2130425"/>
            <a:ext cx="4516589" cy="368300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接近尾盘的时候，交易员会找机会止盈离场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8" name="Picture 3" descr="08 Possible Top  Anticipate 15m5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2" name="Picture 3" descr="09 If Bulls Too Strong  Do Not Look for Top Yet 18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3" name=""/>
          <p:cNvSpPr txBox="true"/>
          <p:nvPr/>
        </p:nvSpPr>
        <p:spPr>
          <a:xfrm rot="0" flipH="false" flipV="false">
            <a:off x="221300" y="912863"/>
            <a:ext cx="3216451" cy="368299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上涨趋势很强，不要急着找顶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Exit Short  If Good Buy Signal 19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193724" y="1396957"/>
            <a:ext cx="4378276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出现了好的买入信号：此时卖出空头头寸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2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6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11 If Strong Bull Resumes  Start Over, Need New TL Break 21m3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17 3rd Push Up  80 Higher Probability Since Now Also Wedge 24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2024-11-18T10:54:21Z</dcterms:created>
  <dcterms:modified xsi:type="dcterms:W3CDTF">2024-11-18T10:54:21Z</dcterms:modified>
</cp:coreProperties>
</file>