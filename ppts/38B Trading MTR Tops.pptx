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Plan to take profits" id="{CA358385-D3A6-4C3A-B927-1409B83EF51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5" Type="http://schemas.openxmlformats.org/officeDocument/2006/relationships/presProps" Target="presProps.xml" /><Relationship Id="rId2" Type="http://schemas.openxmlformats.org/officeDocument/2006/relationships/slide" Target="slides/slide2.xml" /><Relationship Id="rId16" Type="http://schemas.openxmlformats.org/officeDocument/2006/relationships/tableStyles" Target="tableStyles.xml" /><Relationship Id="rId8" Type="http://schemas.openxmlformats.org/officeDocument/2006/relationships/slide" Target="slides/slide8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3" Type="http://schemas.openxmlformats.org/officeDocument/2006/relationships/slide" Target="slides/slide3.xml" /><Relationship Id="rId7" Type="http://schemas.openxmlformats.org/officeDocument/2006/relationships/slide" Target="slides/slide7.xml" /><Relationship Id="rId0" Type="http://schemas.openxmlformats.org/officeDocument/2006/relationships/slideMaster" Target="slideMasters/slideMaster1.xml" /><Relationship Id="rId17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Main Points 00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02 Profit Taking  Have Plan 02m5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32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3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04 After 15t Leg Down  Often Strong Rally to LH 06m3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05 After 1St Leg Down  Often Strong Rally to LH 09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10 If Tight Stop  1St Signal Often Fails 10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6" name=""/>
          <p:cNvSpPr txBox="true"/>
          <p:nvPr/>
        </p:nvSpPr>
        <p:spPr>
          <a:xfrm rot="0" flipH="false" flipV="false">
            <a:off x="276626" y="1037344"/>
            <a:ext cx="4170893" cy="36830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如果小止损，第一次入场信号经常失败</a:t>
            </a:r>
            <a:endParaRPr/>
          </a:p>
        </p:txBody>
      </p:sp>
      <p:sp>
        <p:nvSpPr>
          <p:cNvPr id="47" name=""/>
          <p:cNvSpPr txBox="true"/>
          <p:nvPr/>
        </p:nvSpPr>
        <p:spPr>
          <a:xfrm rot="0" flipH="false" flipV="false">
            <a:off x="2005619" y="5338866"/>
            <a:ext cx="2441900" cy="9144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因为任何止损被打到的时候，</a:t>
            </a:r>
            <a:r>
              <a:rPr lang="en-US"/>
              <a:t>50%</a:t>
            </a:r>
            <a:r>
              <a:rPr lang="zh-CN"/>
              <a:t>可能性是陷阱，然后反转向下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13 When Stop ls Hit  50% Chance of Failed BO 11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2" name=""/>
          <p:cNvSpPr txBox="true"/>
          <p:nvPr/>
        </p:nvSpPr>
        <p:spPr>
          <a:xfrm rot="0" flipH="false" flipV="false">
            <a:off x="482600" y="2544763"/>
            <a:ext cx="1778000" cy="6413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只是简单测试下多空双方的力量</a:t>
            </a:r>
            <a:endParaRPr/>
          </a:p>
        </p:txBody>
      </p:sp>
      <p:sp>
        <p:nvSpPr>
          <p:cNvPr id="53" name=""/>
          <p:cNvSpPr txBox="true"/>
          <p:nvPr/>
        </p:nvSpPr>
        <p:spPr>
          <a:xfrm rot="0" flipH="false" flipV="false">
            <a:off x="8948825" y="899032"/>
            <a:ext cx="3619500" cy="36830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市场经常强势的向错误的方向运动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7" name="Picture 3" descr="14 If Tight Stop  Sell Again on Next Sell Signal 13m2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8" name=""/>
          <p:cNvSpPr txBox="true"/>
          <p:nvPr/>
        </p:nvSpPr>
        <p:spPr>
          <a:xfrm rot="0" flipH="false" flipV="false">
            <a:off x="8852007" y="885201"/>
            <a:ext cx="4032495" cy="3683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强势空头在高点上方卖空迫使多头放弃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2" name="Picture 3" descr="15 Do Not Hold Position Forever  Must Take Profits 16m0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3" name=""/>
          <p:cNvSpPr txBox="true"/>
          <p:nvPr/>
        </p:nvSpPr>
        <p:spPr>
          <a:xfrm rot="0" flipH="false" flipV="false">
            <a:off x="11396959" y="235131"/>
            <a:ext cx="2794000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不要一直持仓，必须止盈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6 Breakeven Stop  Do Not Let It Get Hit Twice 19m0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10511758" y="179807"/>
            <a:ext cx="2925994" cy="368299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不要让入场点被打到两次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17 When Reversal Setup ls Small  Only Minor Reversal Likely 20m5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18 If Not Enough Selling Pressure  Bull Trend Will Not Reverse 22m5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22 Weak Sell  Look to Buy PBs and Not Sell Rallies 23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23 Review 23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2024-11-18T10:54:14Z</dcterms:created>
  <dcterms:modified xsi:type="dcterms:W3CDTF">2024-11-18T10:54:14Z</dcterms:modified>
</cp:coreProperties>
</file>