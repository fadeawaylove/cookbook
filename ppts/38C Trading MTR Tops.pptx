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tableStyles.xml" ContentType="application/vnd.openxmlformats-officedocument.presentationml.tableStyle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8" Type="http://schemas.openxmlformats.org/officeDocument/2006/relationships/slide" Target="slides/slide8.xml" /><Relationship Id="rId2" Type="http://schemas.openxmlformats.org/officeDocument/2006/relationships/slide" Target="slides/slide2.xml" /><Relationship Id="rId7" Type="http://schemas.openxmlformats.org/officeDocument/2006/relationships/slide" Target="slides/slide7.xml" /><Relationship Id="rId14" Type="http://schemas.openxmlformats.org/officeDocument/2006/relationships/viewProps" Target="viewProps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6" Type="http://schemas.openxmlformats.org/officeDocument/2006/relationships/slide" Target="slides/slide6.xml" /><Relationship Id="rId0" Type="http://schemas.openxmlformats.org/officeDocument/2006/relationships/slideMaster" Target="slideMasters/slideMaster1.xml" /><Relationship Id="rId12" Type="http://schemas.openxmlformats.org/officeDocument/2006/relationships/presProps" Target="presProps.xml" /><Relationship Id="rId11" Type="http://schemas.openxmlformats.org/officeDocument/2006/relationships/slide" Target="slides/slide11.xml" /><Relationship Id="rId4" Type="http://schemas.openxmlformats.org/officeDocument/2006/relationships/slide" Target="slides/slide4.xml" /><Relationship Id="rId13" Type="http://schemas.openxmlformats.org/officeDocument/2006/relationships/tableStyles" Target="tableStyles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Relationship Id="rId4" Type="http://schemas.openxmlformats.org/officeDocument/2006/relationships/slideLayout" Target="../slideLayouts/slideLayout5.xml" /><Relationship Id="rId2" Type="http://schemas.openxmlformats.org/officeDocument/2006/relationships/slideLayout" Target="../slideLayouts/slideLayout3.xml" /><Relationship Id="rId10" Type="http://schemas.openxmlformats.org/officeDocument/2006/relationships/slideLayout" Target="../slideLayouts/slideLayout1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nn RR(‘ (#2 of A   2.080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8" name="Picture 3" descr="02 Main Points 00m1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2" name="Picture 3" descr="03 Gap Up  Brief, Big Bull Trend 02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6" name="Picture 3" descr="04 When Selling  Better If Many Reasons 03m4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27" name=""/>
          <p:cNvSpPr txBox="true"/>
          <p:nvPr/>
        </p:nvSpPr>
        <p:spPr>
          <a:xfrm rot="0" flipH="false" flipV="false">
            <a:off x="9626558" y="262793"/>
            <a:ext cx="3134381" cy="36830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做空时，找到的理由越多越好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1" name="Picture 3" descr="05 If Strong Bear  Do Not Take Profits at Minimum Targets 06m5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5" name="Picture 3" descr="06 Take Profits at Support Levels  Like Measured Moves 14m0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6" name=""/>
          <p:cNvSpPr txBox="true"/>
          <p:nvPr/>
        </p:nvSpPr>
        <p:spPr>
          <a:xfrm rot="0" flipH="false" flipV="false">
            <a:off x="304288" y="954357"/>
            <a:ext cx="3437751" cy="368300"/>
          </a:xfrm>
          <a:prstGeom prst="rect">
            <a:avLst/>
          </a:prstGeom>
          <a:solidFill>
            <a:schemeClr val="accent4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在支撑附近止盈：比如等距移动</a:t>
            </a:r>
            <a:endParaRPr/>
          </a:p>
        </p:txBody>
      </p:sp>
      <p:sp>
        <p:nvSpPr>
          <p:cNvPr id="37" name=""/>
          <p:cNvSpPr txBox="true"/>
          <p:nvPr/>
        </p:nvSpPr>
        <p:spPr>
          <a:xfrm rot="0" flipH="false" flipV="false">
            <a:off x="9709545" y="4301522"/>
            <a:ext cx="1363062" cy="368300"/>
          </a:xfrm>
          <a:prstGeom prst="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死臭鼬止损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1" name="Picture 3" descr="07 Strong Selling Pressure  Can Use Wide Stop 17m5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5" name="Picture 3" descr="08 Minimum Targets Are Good Enough  But Rarely Best 23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9" name="Picture 3" descr="30 Always Good to Scale Out  Take Partial Proﬁts When Big 28m1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31 Top but in TR  Most BO Attempts Fail 31m5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9" name=""/>
          <p:cNvSpPr txBox="true"/>
          <p:nvPr/>
        </p:nvSpPr>
        <p:spPr>
          <a:xfrm rot="0" flipH="false" flipV="false">
            <a:off x="8949957" y="193638"/>
            <a:ext cx="3534569" cy="368300"/>
          </a:xfrm>
          <a:prstGeom prst="rect">
            <a:avLst/>
          </a:prstGeom>
          <a:solidFill>
            <a:schemeClr val="accent2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区间的顶部：大部分突破尝试失败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3" name="Picture 3" descr="32 TR  More Likely to Continue Than BO up or Down 35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14" name=""/>
          <p:cNvSpPr txBox="true"/>
          <p:nvPr/>
        </p:nvSpPr>
        <p:spPr>
          <a:xfrm rot="0" flipH="false" flipV="false">
            <a:off x="276625" y="912864"/>
            <a:ext cx="4461264" cy="368300"/>
          </a:xfrm>
          <a:prstGeom prst="rect">
            <a:avLst/>
          </a:prstGeom>
          <a:solidFill>
            <a:schemeClr val="accent5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交易区间，更有可能持续而不是上下突破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2024-11-18T10:54:07Z</dcterms:created>
  <dcterms:modified xsi:type="dcterms:W3CDTF">2024-11-18T10:54:07Z</dcterms:modified>
</cp:coreProperties>
</file>