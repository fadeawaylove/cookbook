
<file path=[Content_Types].xml><?xml version="1.0" encoding="utf-8"?>
<Types xmlns="http://schemas.openxmlformats.org/package/2006/content-types">
  <Default Extension="png" ContentType="image/png"/>
  <Default Extension="jpg" ContentType="image/jpeg"/>
  <Default Extension="rels" ContentType="application/vnd.openxmlformats-package.relationships+xml"/>
  <Default Extension="xml" ContentType="application/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2" Type="http://schemas.openxmlformats.org/officeDocument/2006/relationships/slide" Target="slides/slide2.xml" /><Relationship Id="rId15" Type="http://schemas.openxmlformats.org/officeDocument/2006/relationships/viewProps" Target="viewProps.xml" /><Relationship Id="rId14" Type="http://schemas.openxmlformats.org/officeDocument/2006/relationships/tableStyles" Target="tableStyles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9" Type="http://schemas.openxmlformats.org/officeDocument/2006/relationships/slide" Target="slides/slide9.xml" /><Relationship Id="rId5" Type="http://schemas.openxmlformats.org/officeDocument/2006/relationships/slide" Target="slides/slide5.xml" /><Relationship Id="rId13" Type="http://schemas.openxmlformats.org/officeDocument/2006/relationships/presProps" Target="presProps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4" Type="http://schemas.openxmlformats.org/officeDocument/2006/relationships/slideLayout" Target="../slideLayouts/slideLayout5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8" Type="http://schemas.openxmlformats.org/officeDocument/2006/relationships/slideLayout" Target="../slideLayouts/slideLayout9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2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2.080  Vir‘lnn RRD lﬂA nf A  00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2" name="Picture 3" descr="02 Main Points 00m2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6" name="Picture 3" descr="03 Bears Who Want Higher Probability  Wait for Strong BO 01m5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7" name=""/>
          <p:cNvSpPr txBox="true"/>
          <p:nvPr/>
        </p:nvSpPr>
        <p:spPr>
          <a:xfrm rot="0" flipH="false" flipV="false">
            <a:off x="387275" y="940526"/>
            <a:ext cx="3202619" cy="368300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空头等待强势突破后胜率更高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1" name="Picture 3" descr="04 Waiting for Strong BO  OK Since Strong Trend Goes Far 04m3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2" name=""/>
          <p:cNvSpPr txBox="true"/>
          <p:nvPr/>
        </p:nvSpPr>
        <p:spPr>
          <a:xfrm rot="0" flipH="false" flipV="false">
            <a:off x="373444" y="968188"/>
            <a:ext cx="2787682" cy="641350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等待强势突破是合理的，因为强趋势通常走的很远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35" name="Content Placeholder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3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/>
        </p:spPr>
      </p:pic>
      <p:sp>
        <p:nvSpPr>
          <p:cNvPr id="37" name=""/>
          <p:cNvSpPr txBox="true"/>
          <p:nvPr/>
        </p:nvSpPr>
        <p:spPr>
          <a:xfrm rot="0" flipH="false" flipV="false">
            <a:off x="9280775" y="2600277"/>
            <a:ext cx="2223780" cy="641350"/>
          </a:xfrm>
          <a:prstGeom prst="rect">
            <a:avLst/>
          </a:prstGeom>
          <a:solidFill>
            <a:schemeClr val="accent1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不存在最好的</a:t>
            </a:r>
            <a:r>
              <a:rPr lang="en-US"/>
              <a:t>entry</a:t>
            </a:r>
            <a:endParaRPr/>
          </a:p>
          <a:p>
            <a:pPr/>
            <a:r>
              <a:rPr lang="zh-CN"/>
              <a:t>不要担心入场晚了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1" name="Picture 3" descr="05 As Profits Grow  Some Bears Scale In (Add to Shorts) 10m0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5" name="Picture 3" descr="06 Have a Default Plan  To Take Profits 13m0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6" name=""/>
          <p:cNvSpPr txBox="true"/>
          <p:nvPr/>
        </p:nvSpPr>
        <p:spPr>
          <a:xfrm rot="0" flipH="false" flipV="false">
            <a:off x="290457" y="1023513"/>
            <a:ext cx="2953657" cy="64135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最简单的方式就是在</a:t>
            </a:r>
            <a:r>
              <a:rPr lang="en-US"/>
              <a:t> 2</a:t>
            </a:r>
            <a:r>
              <a:rPr lang="zh-CN"/>
              <a:t>倍</a:t>
            </a:r>
            <a:r>
              <a:rPr lang="zh-CN"/>
              <a:t>的初始止损处至少部分止盈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0" name="Picture 3" descr="07 If Goes Above Last LH  Then No Longer Strong Bear 16m1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1" name=""/>
          <p:cNvSpPr txBox="true"/>
          <p:nvPr/>
        </p:nvSpPr>
        <p:spPr>
          <a:xfrm rot="0" flipH="false" flipV="false">
            <a:off x="428769" y="954357"/>
            <a:ext cx="3008981" cy="641350"/>
          </a:xfrm>
          <a:prstGeom prst="rect">
            <a:avLst/>
          </a:prstGeom>
          <a:solidFill>
            <a:schemeClr val="accent4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一但到过最近的高点上方，则不再是强空头趋势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5" name="Picture 3" descr="08 Trends Always Try to Reverse  Rely on Stop 17m4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6" name=""/>
          <p:cNvSpPr txBox="true"/>
          <p:nvPr/>
        </p:nvSpPr>
        <p:spPr>
          <a:xfrm rot="0" flipH="false" flipV="false">
            <a:off x="248962" y="926695"/>
            <a:ext cx="4087820" cy="36830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趋势总是在尝试反转，信赖自己的止损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09 Successful Reversal  Usually Becomes Big TR 19m3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" name=""/>
          <p:cNvSpPr txBox="true"/>
          <p:nvPr/>
        </p:nvSpPr>
        <p:spPr>
          <a:xfrm rot="0" flipH="false" flipV="false">
            <a:off x="10957518" y="207469"/>
            <a:ext cx="3672882" cy="368300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成功反转，通常变成大的交易区间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3" name="Picture 3" descr="10 Top at End of Session  Needs Immediate Bear Trend 22m5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4" name=""/>
          <p:cNvSpPr txBox="true"/>
          <p:nvPr/>
        </p:nvSpPr>
        <p:spPr>
          <a:xfrm rot="0" flipH="false" flipV="false">
            <a:off x="1562932" y="899032"/>
            <a:ext cx="2262094" cy="368300"/>
          </a:xfrm>
          <a:prstGeom prst="rect">
            <a:avLst/>
          </a:prstGeom>
          <a:solidFill>
            <a:schemeClr val="accent1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H2</a:t>
            </a:r>
            <a:r>
              <a:rPr lang="zh-CN"/>
              <a:t>牛旗，经常变为</a:t>
            </a:r>
            <a:r>
              <a:rPr lang="en-US"/>
              <a:t>FF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8" name="Picture 3" descr="11 Exit if Opposite Signal  Look to Get Long 25m3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2024-11-18T10:53:59Z</dcterms:created>
  <dcterms:modified xsi:type="dcterms:W3CDTF">2024-11-18T10:53:59Z</dcterms:modified>
</cp:coreProperties>
</file>