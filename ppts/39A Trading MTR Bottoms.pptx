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15" Type="http://schemas.openxmlformats.org/officeDocument/2006/relationships/viewProps" Target="viewProps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4" Type="http://schemas.openxmlformats.org/officeDocument/2006/relationships/tableStyles" Target="tableStyles.xml" /><Relationship Id="rId10" Type="http://schemas.openxmlformats.org/officeDocument/2006/relationships/slide" Target="slides/slide10.xml" /><Relationship Id="rId13" Type="http://schemas.openxmlformats.org/officeDocument/2006/relationships/presProps" Target="presProps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Main Points 00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02 LL Major Trend Reversal (MTR)  Needs Strong Bulls 03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03 Bulls  Expect Bear Trend Resumption to Fail 05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04 Higher Probability  If Bulls Create Strong Buy Signal Bar 06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5 Buy Signal  But Still Always In Short 07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6 Need Minimum Profit Target  Else Losing Strategy 1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7 Bear Channel  It Is Always Bull Flag 11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8 Main Points  Anticipate Possible Bottom 11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9 Possible Bottom  Anticipate 13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5186723" y="3416300"/>
            <a:ext cx="388620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leg up</a:t>
            </a:r>
            <a:r>
              <a:rPr lang="zh-CN"/>
              <a:t>如果比较强，那就是买压呈现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Legs Need at Least 5 - 10 Bars  Else Minor Reversal Likely 14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Final Bear Leg Usually Weak  But Can Be Sell Climax 15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When Reversal Setup ls Small  Only Minor Reversal Likely 18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2024-11-18T10:53:25Z</dcterms:created>
  <dcterms:modified xsi:type="dcterms:W3CDTF">2024-11-18T10:53:25Z</dcterms:modified>
</cp:coreProperties>
</file>