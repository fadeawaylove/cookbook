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6" Type="http://schemas.openxmlformats.org/officeDocument/2006/relationships/presProps" Target="presProps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14" Type="http://schemas.openxmlformats.org/officeDocument/2006/relationships/slide" Target="slides/slide14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6" Type="http://schemas.openxmlformats.org/officeDocument/2006/relationships/slide" Target="slides/slide6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Relationship Id="rId6" Type="http://schemas.openxmlformats.org/officeDocument/2006/relationships/slideLayout" Target="../slideLayouts/slideLayout7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2.080  Vidon RQR (#9 of A 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02 Main Points 00m2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03 Minor Bull Reversal  Becomes Bear Flag 04m3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04 Minor Bull Reversal  Sell Rallies to MA 06m1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05 Minor Bull Reversal  Sell Rallies to MA 06m3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6 Minor Setups  Can Lead to Major Reversals 10m3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07 Main Points  No Best Setups 11m0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08 No Best Setup  Anytime Is Good Time to Enter 16m2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09 Strong Setups  Can Fail 19m1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After Getting Stopped Out  Look to Buy Again 21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Main Points  Profit Targets 21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Take Profits  At Resistance 24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Minimum Targets  Always Good, but Usually Not Best 26m4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Strong Bull  Avoid Temptation to Take Minimum Profits 29m4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5 Minimum Targets  Always Good, but Usually Not Best 31m2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2024-11-18T10:53:31Z</dcterms:created>
  <dcterms:modified xsi:type="dcterms:W3CDTF">2024-11-18T10:53:31Z</dcterms:modified>
</cp:coreProperties>
</file>