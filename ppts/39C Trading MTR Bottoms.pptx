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6.xml" ContentType="application/vnd.openxmlformats-officedocument.presentationml.slide+xml"/>
  <Override PartName="/ppt/slides/slide2.xml" ContentType="application/vnd.openxmlformats-officedocument.presentationml.slide+xml"/>
  <Override PartName="/ppt/slides/slide13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slides/slide8.xml" ContentType="application/vnd.openxmlformats-officedocument.presentationml.slide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6.xml" ContentType="application/vnd.openxmlformats-officedocument.presentationml.slideLayout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10.xml" ContentType="application/vnd.openxmlformats-officedocument.presentationml.slide+xml"/>
  <Override PartName="/ppt/slideLayouts/slideLayout10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slides/slide3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1" Type="http://schemas.openxmlformats.org/officeDocument/2006/relationships/slide" Target="slides/slide11.xml" /><Relationship Id="rId9" Type="http://schemas.openxmlformats.org/officeDocument/2006/relationships/slide" Target="slides/slide9.xml" /><Relationship Id="rId16" Type="http://schemas.openxmlformats.org/officeDocument/2006/relationships/viewProps" Target="viewProps.xml" /><Relationship Id="rId4" Type="http://schemas.openxmlformats.org/officeDocument/2006/relationships/slide" Target="slides/slide4.xml" /><Relationship Id="rId10" Type="http://schemas.openxmlformats.org/officeDocument/2006/relationships/slide" Target="slides/slide10.xml" /><Relationship Id="rId0" Type="http://schemas.openxmlformats.org/officeDocument/2006/relationships/slideMaster" Target="slideMasters/slideMaster1.xml" /><Relationship Id="rId8" Type="http://schemas.openxmlformats.org/officeDocument/2006/relationships/slide" Target="slides/slide8.xml" /><Relationship Id="rId14" Type="http://schemas.openxmlformats.org/officeDocument/2006/relationships/presProps" Target="presProps.xml" /><Relationship Id="rId3" Type="http://schemas.openxmlformats.org/officeDocument/2006/relationships/slide" Target="slides/slide3.xml" /><Relationship Id="rId15" Type="http://schemas.openxmlformats.org/officeDocument/2006/relationships/tableStyles" Target="tableStyles.xml" /><Relationship Id="rId12" Type="http://schemas.openxmlformats.org/officeDocument/2006/relationships/slide" Target="slides/slide12.xml" /><Relationship Id="rId1" Type="http://schemas.openxmlformats.org/officeDocument/2006/relationships/slide" Target="slides/slide1.xml" /><Relationship Id="rId13" Type="http://schemas.openxmlformats.org/officeDocument/2006/relationships/slide" Target="slides/slide13.xml" /><Relationship Id="rId2" Type="http://schemas.openxmlformats.org/officeDocument/2006/relationships/slide" Target="slides/slide2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7" Type="http://schemas.openxmlformats.org/officeDocument/2006/relationships/slideLayout" Target="../slideLayouts/slideLayout8.xml" /><Relationship Id="rId5" Type="http://schemas.openxmlformats.org/officeDocument/2006/relationships/slideLayout" Target="../slideLayouts/slideLayout6.xml" /><Relationship Id="rId9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5.xml" /><Relationship Id="rId1" Type="http://schemas.openxmlformats.org/officeDocument/2006/relationships/slideLayout" Target="../slideLayouts/slideLayout2.xml" /><Relationship Id="rId6" Type="http://schemas.openxmlformats.org/officeDocument/2006/relationships/slideLayout" Target="../slideLayouts/slideLayout7.xml" /><Relationship Id="rId0" Type="http://schemas.openxmlformats.org/officeDocument/2006/relationships/slideLayout" Target="../slideLayouts/slideLayout1.xml" /><Relationship Id="rId3" Type="http://schemas.openxmlformats.org/officeDocument/2006/relationships/slideLayout" Target="../slideLayouts/slideLayout4.xml" /><Relationship Id="rId10" Type="http://schemas.openxmlformats.org/officeDocument/2006/relationships/slideLayout" Target="../slideLayouts/slideLayout11.xml" /><Relationship Id="rId11" Type="http://schemas.openxmlformats.org/officeDocument/2006/relationships/theme" Target="../theme/theme1.xml" /><Relationship Id="rId2" Type="http://schemas.openxmlformats.org/officeDocument/2006/relationships/slideLayout" Target="../slideLayouts/slideLayout3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01 2.030  Vir‘lon RQP (#2 of A  00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02 Main Points 00m3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03 Strong Buying Pressure  Can Use Wide Stop 03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04 No Perfect Trades  Trade off Between Probability and RR 05m5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05 If Signal Not Strong  Wait for 2nd Signal or BO 07m19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06 HL MTR  Requirements 09m27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07 Still Always In Long  Despite TR 13m0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45" name=""/>
          <p:cNvSpPr txBox="true"/>
          <p:nvPr/>
        </p:nvSpPr>
        <p:spPr>
          <a:xfrm rot="0" flipH="false" flipV="false">
            <a:off x="9266945" y="1673583"/>
            <a:ext cx="4253795" cy="368300"/>
          </a:xfrm>
          <a:prstGeom prst="rect">
            <a:avLst/>
          </a:prstGeom>
          <a:solidFill>
            <a:schemeClr val="tx2">
              <a:lumMod val="40000"/>
              <a:lumOff val="60000"/>
              <a:alpha val="100000"/>
            </a:schemeClr>
          </a:solidFill>
          <a:ln w="12700">
            <a:prstDash val="solid"/>
            <a:miter lim="800000"/>
          </a:ln>
        </p:spPr>
        <p:txBody>
          <a:bodyPr>
            <a:spAutoFit/>
          </a:bodyPr>
          <a:p>
            <a:pPr/>
            <a:r>
              <a:rPr lang="en-US"/>
              <a:t>TR</a:t>
            </a:r>
            <a:r>
              <a:rPr lang="zh-CN"/>
              <a:t>很久了，突破模式，上下突破</a:t>
            </a:r>
            <a:r>
              <a:rPr lang="en-US"/>
              <a:t>50%</a:t>
            </a:r>
            <a:r>
              <a:rPr lang="zh-CN"/>
              <a:t>概率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8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9" name="Picture 3" descr="08 Trend  Reversal up or Resumption Down  17m35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2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3" name="Picture 3" descr="16 TR  So Can Have Deep PBs 19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17 TR  Scale In 21m30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18 TR Is Still Always In Long  Unless Good Reversal Down 23m24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19 No Longer Bull Trend  If Pulls Back to Entry 2nd Time 24m13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20 Bull Trend  Don’t Raise Stop Until Strong Bull BO 25m16s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2024-11-18T10:53:38Z</dcterms:created>
  <dcterms:modified xsi:type="dcterms:W3CDTF">2024-11-18T10:53:38Z</dcterms:modified>
</cp:coreProperties>
</file>