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9" Type="http://schemas.openxmlformats.org/officeDocument/2006/relationships/viewProps" Target="viewProps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7" Type="http://schemas.openxmlformats.org/officeDocument/2006/relationships/presProps" Target="presProps.xml" /><Relationship Id="rId1" Type="http://schemas.openxmlformats.org/officeDocument/2006/relationships/slide" Target="slides/slide1.xml" /><Relationship Id="rId18" Type="http://schemas.openxmlformats.org/officeDocument/2006/relationships/tableStyles" Target="tableStyles.xml" /><Relationship Id="rId2" Type="http://schemas.openxmlformats.org/officeDocument/2006/relationships/slide" Target="slides/slide2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2.080  Vidnn ROD (#41 of A 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02 Main Points 00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03 Trail Stops Higher  After Each Strong Bull Leg 01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2517289" y="1147995"/>
            <a:ext cx="2870669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突破后，移动止损到新低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04 If Good Buying Pressure  Try to Swing at Least Part 05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05 Exit  If Sell Signal 07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14 Swing Traders  Allow PBs and Rely on Stop 09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5" name=""/>
          <p:cNvSpPr txBox="true"/>
          <p:nvPr/>
        </p:nvSpPr>
        <p:spPr>
          <a:xfrm rot="0" flipH="false" flipV="false">
            <a:off x="262794" y="1023513"/>
            <a:ext cx="3454400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波段交易者：允许回调</a:t>
            </a:r>
            <a:r>
              <a:rPr lang="en-US"/>
              <a:t> </a:t>
            </a:r>
            <a:r>
              <a:rPr lang="zh-CN"/>
              <a:t>信赖</a:t>
            </a:r>
            <a:r>
              <a:rPr lang="zh-CN"/>
              <a:t>止损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15 In Bull Trend  Reversal Attempts Usually Fail 11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16 Main Points  MTR on Open 11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20 On the Open  Look for MTR 13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21 Legs in MTR on the Open  Can Have Only 1 — 5 Bars 15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22 When Strong Reversal  Do Not Exit at Minimum Target 17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23 When New BO  Look at next Target 19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24 LL MTR  But Big TR Likely 23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25 Failed HL MTR  Usually Becomes TR 26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5" name=""/>
          <p:cNvSpPr txBox="true"/>
          <p:nvPr/>
        </p:nvSpPr>
        <p:spPr>
          <a:xfrm rot="0" flipH="false" flipV="false">
            <a:off x="331950" y="940525"/>
            <a:ext cx="4378276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失败的低点抬高主趋势反转，通常形成</a:t>
            </a:r>
            <a:r>
              <a:rPr lang="en-US"/>
              <a:t>TR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26 DB or LL MTR  Often Followed by HL MTR 28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27 HL MTR  Often Forms DB HL 28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2024-11-18T10:53:46Z</dcterms:created>
  <dcterms:modified xsi:type="dcterms:W3CDTF">2024-11-18T10:53:46Z</dcterms:modified>
</cp:coreProperties>
</file>