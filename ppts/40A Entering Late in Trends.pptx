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6" Type="http://schemas.openxmlformats.org/officeDocument/2006/relationships/slide" Target="slides/slide16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17" Type="http://schemas.openxmlformats.org/officeDocument/2006/relationships/presProps" Target="presProp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18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8" Type="http://schemas.openxmlformats.org/officeDocument/2006/relationships/slideLayout" Target="../slideLayouts/slideLayout9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0A (#1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02 Main Points 00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03 Tight TR in Trend  What Follows  03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04 Missed Trading a Huge Trend  Out of Fear  04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5 Trapped out of Trends  Do Not Let It Happen 06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9" name=""/>
          <p:cNvSpPr txBox="true"/>
          <p:nvPr/>
        </p:nvSpPr>
        <p:spPr>
          <a:xfrm rot="0" flipH="false" flipV="false">
            <a:off x="168275" y="1576764"/>
            <a:ext cx="2406650" cy="64135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1.</a:t>
            </a:r>
            <a:r>
              <a:rPr lang="zh-CN"/>
              <a:t>直接</a:t>
            </a:r>
            <a:r>
              <a:rPr lang="en-US"/>
              <a:t>buy the close</a:t>
            </a:r>
            <a:endParaRPr/>
          </a:p>
          <a:p>
            <a:pPr/>
            <a:r>
              <a:rPr lang="en-US"/>
              <a:t>2.buy half</a:t>
            </a:r>
            <a:r>
              <a:rPr lang="zh-CN"/>
              <a:t>，</a:t>
            </a:r>
            <a:r>
              <a:rPr lang="en-US"/>
              <a:t>PB buy half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06 Bulls Trapped out of Bull Trend  And Bears Trapped In  Emim 5 min 07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7" name="Picture 3" descr="16 Bulls Trapped out of Bull Trend  And Bears Trapped In  Emim 5 min 09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17 Many Afraid to Enter Late  But Math Often Still Good 10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18 Trend  Likely to Continue for at Least a Few More Bars  13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9 Watch For  Loss of Momentum 15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20 If Bulls Are Disappointed  Then TR Soon 18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21 Main Points  Bear FOMO 18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19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2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22 Bears Trapped out of Bear Trend  Bulls Often Trapped In 21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23 Trends  Avoid Being Trapped Out 24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24 Review 25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2024-11-18T10:52:42Z</dcterms:created>
  <dcterms:modified xsi:type="dcterms:W3CDTF">2024-11-18T10:52:42Z</dcterms:modified>
</cp:coreProperties>
</file>