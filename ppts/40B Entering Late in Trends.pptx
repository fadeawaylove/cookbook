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ppt/slides/slide6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26" Type="http://schemas.openxmlformats.org/officeDocument/2006/relationships/viewProps" Target="viewProps.xml" /><Relationship Id="rId25" Type="http://schemas.openxmlformats.org/officeDocument/2006/relationships/tableStyles" Target="tableStyles.xml" /><Relationship Id="rId24" Type="http://schemas.openxmlformats.org/officeDocument/2006/relationships/presProps" Target="presProps.xml" /><Relationship Id="rId16" Type="http://schemas.openxmlformats.org/officeDocument/2006/relationships/slide" Target="slides/slide16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3" Type="http://schemas.openxmlformats.org/officeDocument/2006/relationships/slide" Target="slides/slide3.xml" /><Relationship Id="rId10" Type="http://schemas.openxmlformats.org/officeDocument/2006/relationships/slide" Target="slides/slide10.xml" /><Relationship Id="rId5" Type="http://schemas.openxmlformats.org/officeDocument/2006/relationships/slide" Target="slides/slide5.xml" /><Relationship Id="rId19" Type="http://schemas.openxmlformats.org/officeDocument/2006/relationships/slide" Target="slides/slide19.xml" /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17" Type="http://schemas.openxmlformats.org/officeDocument/2006/relationships/slide" Target="slides/slide17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1" Type="http://schemas.openxmlformats.org/officeDocument/2006/relationships/slide" Target="slides/slide1.xml" /><Relationship Id="rId9" Type="http://schemas.openxmlformats.org/officeDocument/2006/relationships/slide" Target="slides/slide9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23" Type="http://schemas.openxmlformats.org/officeDocument/2006/relationships/slide" Target="slides/slide23.xml" /><Relationship Id="rId18" Type="http://schemas.openxmlformats.org/officeDocument/2006/relationships/slide" Target="slides/slide18.xml" /><Relationship Id="rId22" Type="http://schemas.openxmlformats.org/officeDocument/2006/relationships/slide" Target="slides/slide2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7" Type="http://schemas.openxmlformats.org/officeDocument/2006/relationships/slideLayout" Target="../slideLayouts/slideLayout8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6" Type="http://schemas.openxmlformats.org/officeDocument/2006/relationships/slideLayout" Target="../slideLayouts/slideLayout7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9" Type="http://schemas.openxmlformats.org/officeDocument/2006/relationships/slideLayout" Target="../slideLayouts/slideLayout10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2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3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Video 403 (#2 of 5) 00m0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02 Main Points 00m4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03 Highest and Lowest Close  Why Watch  02m4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04 All Trends  Finally End 04m0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6" name="Picture 3" descr="06 After Final Trend Bar  What Happens   Emim 5 min 04m4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0" name="Picture 3" descr="07 Only Exists for Traders Who Do Not Think 05m5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4" name="Picture 3" descr="08 Main Points  Sell The Close Bear Trend 06m0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8" name="Picture 3" descr="09 Sell The Close Bears  In Strong Bear BO, Sell Closes 07m4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2" name="Picture 3" descr="10 Disappointed Bears  Can They Avoid Loss  09m1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11 Disappointment  Warning of Possible Reversal 10m3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12 Sell The Close Bears  In Strong Bear BO, Sell Closes 12m0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13 If Bears Disappointed  Then Possible TR or Reversal 14m2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14 Disappointed Bears  What Do They Do  15m5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15 As Price Action Changes  Change Style of Trading 17m3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16 Main Points  Buy The Close Bull Trend 17m4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17 Buy The Close Bulls  In Strong Bull BO, Buy Closes 18m1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18 Buy The Close Bulls  In Strong Bull BO, Buy Closes  Emim 5 min 18m2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19 Buy The Close Bulls  In Strong Bull BO, Buy Closes 18m2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20 Buy The Close Bulls  In Strong Bull BO, Buy Closes 19m1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21 Buy The Close Bulls  In Strong Bull BO, Buy Closes  Emim 5 min 19m2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22 Buy The Close Bulls  In Strong Bull BO, Buy Closes 19m3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23 BO Phase  Followed by Channel or TR 20m4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24 Review 21m1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2024-11-18T10:52:50Z</dcterms:created>
  <dcterms:modified xsi:type="dcterms:W3CDTF">2024-11-18T10:52:50Z</dcterms:modified>
</cp:coreProperties>
</file>