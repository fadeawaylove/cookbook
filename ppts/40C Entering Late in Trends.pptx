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5" Type="http://schemas.openxmlformats.org/officeDocument/2006/relationships/presProps" Target="presProps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14" Type="http://schemas.openxmlformats.org/officeDocument/2006/relationships/slide" Target="slides/slide14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0C (#3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02 Main Points 00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03 Final Trend Bars  Watch for Trend Reversal or Resumption 03m3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04 Final Bull Trend Bar  WhatAre Bulls Doing  05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05 Final Bear Trend Bar  WhatAre Bears Doing  06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6 Trapped Bulls  At End of Bull 08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7 If Bad Follow-Through  Bulls Change Goal 10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08 Main Points  Give—Up Bars 10m5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09 Bear BO  Remaining Bulls Finally Gave Up 12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Trapped Bears  At End of Bear 14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Main Points  Strong Bear BO 14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Strong Bull BO  Remaining Bears Exited With Loss 16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Sell The Close Bears  Will Sell Closes During BO 18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Strong Bear BO  High Probability of Lower Prices 19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2024-11-18T10:52:58Z</dcterms:created>
  <dcterms:modified xsi:type="dcterms:W3CDTF">2024-11-18T10:52:58Z</dcterms:modified>
</cp:coreProperties>
</file>