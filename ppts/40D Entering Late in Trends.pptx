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13" Type="http://schemas.openxmlformats.org/officeDocument/2006/relationships/slide" Target="slides/slide13.xml" /><Relationship Id="rId18" Type="http://schemas.openxmlformats.org/officeDocument/2006/relationships/viewProps" Target="viewProps.xml" /><Relationship Id="rId11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6" Type="http://schemas.openxmlformats.org/officeDocument/2006/relationships/slide" Target="slides/slide6.xml" /><Relationship Id="rId15" Type="http://schemas.openxmlformats.org/officeDocument/2006/relationships/slide" Target="slides/slide15.xml" /><Relationship Id="rId16" Type="http://schemas.openxmlformats.org/officeDocument/2006/relationships/presProps" Target="presProps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6" Type="http://schemas.openxmlformats.org/officeDocument/2006/relationships/slideLayout" Target="../slideLayouts/slideLayout7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Relationship Id="rId1" Type="http://schemas.openxmlformats.org/officeDocument/2006/relationships/slideLayout" Target="../slideLayouts/slideLayout2.xml" /><Relationship Id="rId11" Type="http://schemas.openxmlformats.org/officeDocument/2006/relationships/theme" Target="../theme/theme1.xml" /><Relationship Id="rId8" Type="http://schemas.openxmlformats.org/officeDocument/2006/relationships/slideLayout" Target="../slideLayouts/slideLayout9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0D (#4 of 5) 00m0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02 Main Points 00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03 After Big Tail or Bull Bar  Bears Become Cautious 03m2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04 As Trend Weakens  Bears Change Strategy 06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05 Bears Becoming Eager to Buy  To Avoid Bigger Loss 07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6 Disappointed Bears  Try to Get out Breakeven 08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07 Main Points  Trapped Bears at End of Bear Trend 09m0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08 Bulls See Trapped Bears  Buy 11m4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09 Sell The Close Bears  Not Confident of Lower Prices 12m4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Bears Give Up  Bulls Start to Buy 14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Main Points  Sell The Close Bears Give Up 14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Sell The Close Bears Gave Up  Took Loss 18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5 Strong BO  Good Context So 2 Legs Up Likely 18m4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6 When Bears Buy  Higher Prices Likely 21m2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7 Review 22m1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2024-11-18T10:53:07Z</dcterms:created>
  <dcterms:modified xsi:type="dcterms:W3CDTF">2024-11-18T10:53:07Z</dcterms:modified>
</cp:coreProperties>
</file>