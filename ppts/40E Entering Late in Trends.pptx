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9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4" Type="http://schemas.openxmlformats.org/officeDocument/2006/relationships/viewProps" Target="viewProps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23" Type="http://schemas.openxmlformats.org/officeDocument/2006/relationships/tableStyles" Target="tableStyles.xml" /><Relationship Id="rId11" Type="http://schemas.openxmlformats.org/officeDocument/2006/relationships/slide" Target="slides/slide11.xml" /><Relationship Id="rId21" Type="http://schemas.openxmlformats.org/officeDocument/2006/relationships/slide" Target="slides/slide2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7" Type="http://schemas.openxmlformats.org/officeDocument/2006/relationships/slide" Target="slides/slide17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22" Type="http://schemas.openxmlformats.org/officeDocument/2006/relationships/presProps" Target="presProps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0E (#5 of 5) 00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1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3 Tight Trading Range  Can Be LH MTR 02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04 Strong Bull BO, but Climax  Sell The Close 02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5 Buy Climax  Look for Reasons to Sell 04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6 Sell a Buy Climax  Stop Above Measured Move 05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7 Probability of Lower Prices  High After Strong Bear BO 06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8 Main Points  AIS Means Lower Prices Likely 07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9 Always In Short  Higher Probability for Bears 10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ear BO  Minimum Goal Is 2 Legs Down 11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Main Points  Tight TR Can Be MTR 11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DT in TTR  Higher Probability That MTR Will Succeed 12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Tight TR  Bears Now as Strong as Bulls 15m1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Main Points  Fade Late Bear BO Since Climax 15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Strong Bear BO, but Climax  Buy The Close 18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Buying in Sell Climax  Stop Below Measured Move Down 19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Big BO Late  Usually End of Trend 20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Main Points  Climax Always Ends at S R 20m5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All Sell Climaxes  End at Support 21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When Buying in Bear  Look for Many Reasons 24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Review 25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2024-11-18T10:53:14Z</dcterms:created>
  <dcterms:modified xsi:type="dcterms:W3CDTF">2024-11-18T10:53:14Z</dcterms:modified>
</cp:coreProperties>
</file>