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5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5="http://schemas.microsoft.com/office/powerpoint/2012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2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4630400" cy="8229600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545" autoAdjust="false"/>
    <p:restoredTop sz="94660"/>
  </p:normalViewPr>
  <p:slideViewPr>
    <p:cSldViewPr snapToGrid="false" snapToObjects="true">
      <p:cViewPr>
        <p:scale>
          <a:sx n="120" d="100"/>
          <a:sy n="120" d="100"/>
        </p:scale>
        <p:origin x="92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Relationship Id="rId27" Type="http://schemas.openxmlformats.org/officeDocument/2006/relationships/presProps" Target="presProps.xml" /><Relationship Id="rId25" Type="http://schemas.openxmlformats.org/officeDocument/2006/relationships/slide" Target="slides/slide25.xml" /><Relationship Id="rId23" Type="http://schemas.openxmlformats.org/officeDocument/2006/relationships/slide" Target="slides/slide23.xml" /><Relationship Id="rId12" Type="http://schemas.openxmlformats.org/officeDocument/2006/relationships/slide" Target="slides/slide12.xml" /><Relationship Id="rId24" Type="http://schemas.openxmlformats.org/officeDocument/2006/relationships/slide" Target="slides/slide24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10" Type="http://schemas.openxmlformats.org/officeDocument/2006/relationships/slide" Target="slides/slide10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5" Type="http://schemas.openxmlformats.org/officeDocument/2006/relationships/slide" Target="slides/slide15.xml" /><Relationship Id="rId2" Type="http://schemas.openxmlformats.org/officeDocument/2006/relationships/slide" Target="slides/slide2.xml" /><Relationship Id="rId18" Type="http://schemas.openxmlformats.org/officeDocument/2006/relationships/slide" Target="slides/slide18.xml" /><Relationship Id="rId26" Type="http://schemas.openxmlformats.org/officeDocument/2006/relationships/notesMaster" Target="notesMasters/notesMaster1.xml" /><Relationship Id="rId19" Type="http://schemas.openxmlformats.org/officeDocument/2006/relationships/slide" Target="slides/slide19.xml" /><Relationship Id="rId6" Type="http://schemas.openxmlformats.org/officeDocument/2006/relationships/slide" Target="slides/slide6.xml" /><Relationship Id="rId14" Type="http://schemas.openxmlformats.org/officeDocument/2006/relationships/slide" Target="slides/slide14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3" Type="http://schemas.openxmlformats.org/officeDocument/2006/relationships/slide" Target="slides/slide3.xml" /><Relationship Id="rId22" Type="http://schemas.openxmlformats.org/officeDocument/2006/relationships/slide" Target="slides/slide22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68AAF3F3-59BE-4941-B6C5-D96310EE0427}" type="datetimeFigureOut">
              <a:rPr/>
              <a:t>2024/9/13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B9E43D50-F692-44B6-8A00-A511BFA91D8D}" type="slidenum">
              <a:r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zh-CN" altLang="en-US" dirty="false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5"/>
          </p:nvPr>
        </p:nvSpPr>
        <p:spPr/>
        <p:txBody>
          <a:bodyPr/>
          <a:lstStyle/>
          <a:p>
            <a:pPr/>
            <a:fld id="{B9E43D50-F692-44B6-8A00-A511BFA91D8D}" type="slidenum">
              <a:rPr/>
              <a:t>2</a:t>
            </a:fld>
            <a:endParaRPr lang="zh-CN" alt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2024/9/13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2024/9/13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15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2024/9/13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21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2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3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2024/9/13</a:t>
            </a:fld>
            <a:endParaRPr lang="en-US"/>
          </a:p>
        </p:txBody>
      </p:sp>
      <p:sp>
        <p:nvSpPr>
          <p:cNvPr id="24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5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28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29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0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31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2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2024/9/13</a:t>
            </a:fld>
            <a:endParaRPr lang="en-US"/>
          </a:p>
        </p:txBody>
      </p:sp>
      <p:sp>
        <p:nvSpPr>
          <p:cNvPr id="33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4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37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2024/9/13</a:t>
            </a:fld>
            <a:endParaRPr lang="en-US"/>
          </a:p>
        </p:txBody>
      </p:sp>
      <p:sp>
        <p:nvSpPr>
          <p:cNvPr id="38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9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4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4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2024/9/13</a:t>
            </a:fld>
            <a:endParaRPr lang="en-US"/>
          </a:p>
        </p:txBody>
      </p:sp>
      <p:sp>
        <p:nvSpPr>
          <p:cNvPr id="4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4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5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/>
          </a:p>
        </p:txBody>
      </p:sp>
      <p:sp>
        <p:nvSpPr>
          <p:cNvPr id="5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2024/9/13</a:t>
            </a:fld>
            <a:endParaRPr lang="en-US"/>
          </a:p>
        </p:txBody>
      </p:sp>
      <p:sp>
        <p:nvSpPr>
          <p:cNvPr id="5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5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2024/9/13</a:t>
            </a:fld>
            <a:endParaRPr lang="en-US"/>
          </a:p>
        </p:txBody>
      </p:sp>
      <p:sp>
        <p:nvSpPr>
          <p:cNvPr id="5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62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3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2024/9/13</a:t>
            </a:fld>
            <a:endParaRPr lang="en-US"/>
          </a:p>
        </p:txBody>
      </p:sp>
      <p:sp>
        <p:nvSpPr>
          <p:cNvPr id="64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5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0" Type="http://schemas.openxmlformats.org/officeDocument/2006/relationships/theme" Target="../theme/theme1.xml" /><Relationship Id="rId9" Type="http://schemas.openxmlformats.org/officeDocument/2006/relationships/slideLayout" Target="../slideLayouts/slideLayout10.xml" /><Relationship Id="rId0" Type="http://schemas.openxmlformats.org/officeDocument/2006/relationships/slideLayout" Target="../slideLayouts/slideLayout1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2024/9/13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12.jp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png" /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png" /><Relationship Id="rId0" Type="http://schemas.openxmlformats.org/officeDocument/2006/relationships/slideLayout" Target="../slideLayouts/slideLayout2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png" /><Relationship Id="rId0" Type="http://schemas.openxmlformats.org/officeDocument/2006/relationships/slideLayout" Target="../slideLayouts/slideLayout2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2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png" /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01 Video 41A (#1 of 4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3" descr="02 Main Points 00m20s.jp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6" name="文本框 10"/>
          <p:cNvSpPr txBox="true"/>
          <p:nvPr/>
        </p:nvSpPr>
        <p:spPr>
          <a:xfrm>
            <a:off x="6566597" y="1840077"/>
            <a:ext cx="1140056" cy="369332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</p:spPr>
        <p:txBody>
          <a:bodyPr wrap="none" rtlCol="false">
            <a:spAutoFit/>
          </a:bodyPr>
          <a:lstStyle/>
          <a:p>
            <a:pPr/>
            <a:r>
              <a:rPr lang="zh-CN" altLang="en-US" dirty="false"/>
              <a:t>多头突破</a:t>
            </a:r>
            <a:endParaRPr/>
          </a:p>
        </p:txBody>
      </p:sp>
      <p:sp>
        <p:nvSpPr>
          <p:cNvPr id="47" name="文本框 11"/>
          <p:cNvSpPr txBox="true"/>
          <p:nvPr/>
        </p:nvSpPr>
        <p:spPr>
          <a:xfrm>
            <a:off x="3446584" y="3300883"/>
            <a:ext cx="4339650" cy="369332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</p:spPr>
        <p:txBody>
          <a:bodyPr wrap="none" rtlCol="false">
            <a:spAutoFit/>
          </a:bodyPr>
          <a:lstStyle/>
          <a:p>
            <a:pPr/>
            <a:r>
              <a:rPr lang="zh-CN" altLang="en-US" dirty="false"/>
              <a:t>买收盘的多头趋势，也是最强的多头趋势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6" name="Picture 3" descr="08 Bull B0  Strong Bull, so Buy! 01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7" name="文本框 1"/>
          <p:cNvSpPr txBox="true"/>
          <p:nvPr/>
        </p:nvSpPr>
        <p:spPr>
          <a:xfrm>
            <a:off x="3778180" y="5481086"/>
            <a:ext cx="1877437" cy="830997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200" dirty="false"/>
              <a:t>市场反转向上</a:t>
            </a:r>
            <a:endParaRPr lang="en-US" altLang="zh-CN" sz="1200" dirty="false"/>
          </a:p>
          <a:p>
            <a:pPr/>
            <a:r>
              <a:rPr lang="zh-CN" altLang="en-US" sz="1200" dirty="false"/>
              <a:t>连续的阳线</a:t>
            </a:r>
            <a:endParaRPr lang="en-US" altLang="zh-CN" sz="1200" dirty="false"/>
          </a:p>
          <a:p>
            <a:pPr/>
            <a:r>
              <a:rPr lang="zh-CN" altLang="en-US" sz="1200" dirty="false"/>
              <a:t>并且体积越来越大</a:t>
            </a:r>
            <a:endParaRPr lang="en-US" altLang="zh-CN" sz="1200" dirty="false"/>
          </a:p>
          <a:p>
            <a:pPr/>
            <a:r>
              <a:rPr lang="zh-CN" altLang="en-US" sz="1200" dirty="false"/>
              <a:t>很明显，是强势多头趋势</a:t>
            </a:r>
            <a:endParaRPr/>
          </a:p>
        </p:txBody>
      </p:sp>
      <p:sp>
        <p:nvSpPr>
          <p:cNvPr id="68" name="文本框 2"/>
          <p:cNvSpPr txBox="true"/>
          <p:nvPr/>
        </p:nvSpPr>
        <p:spPr>
          <a:xfrm>
            <a:off x="5973746" y="3039627"/>
            <a:ext cx="5339923" cy="523220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400" dirty="false"/>
              <a:t>多头在这里买收盘，空头在这里卖收盘，都准备拿一个</a:t>
            </a:r>
            <a:r>
              <a:rPr lang="en-US" altLang="zh-CN" sz="1400" dirty="false"/>
              <a:t>MM</a:t>
            </a:r>
            <a:r>
              <a:rPr lang="zh-CN" altLang="en-US" sz="1400" dirty="false"/>
              <a:t>的距离</a:t>
            </a:r>
            <a:endParaRPr lang="en-US" altLang="zh-CN" sz="1400" dirty="false"/>
          </a:p>
          <a:p>
            <a:pPr/>
            <a:r>
              <a:rPr lang="zh-CN" altLang="en-US" sz="1400" dirty="false"/>
              <a:t>多空双方盈亏比相同，但是多头胜率更高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14 Bull B0  Probability Favors the Bulls 03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3" name="文本框 64"/>
          <p:cNvSpPr txBox="true"/>
          <p:nvPr/>
        </p:nvSpPr>
        <p:spPr>
          <a:xfrm>
            <a:off x="6079844" y="3600450"/>
            <a:ext cx="4447256" cy="369332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 wrap="square">
            <a:spAutoFit/>
          </a:bodyPr>
          <a:lstStyle/>
          <a:p>
            <a:pPr/>
            <a:r>
              <a:rPr lang="en-US" dirty="false"/>
              <a:t>buy small</a:t>
            </a:r>
            <a:r>
              <a:rPr lang="zh-CN" dirty="false"/>
              <a:t>，这样</a:t>
            </a:r>
            <a:r>
              <a:rPr lang="zh-CN" altLang="en-US" dirty="false"/>
              <a:t>损失</a:t>
            </a:r>
            <a:r>
              <a:rPr lang="zh-CN" dirty="false"/>
              <a:t>不会大于其它的交易</a:t>
            </a:r>
            <a:endParaRPr dirty="false"/>
          </a:p>
        </p:txBody>
      </p:sp>
      <p:sp>
        <p:nvSpPr>
          <p:cNvPr id="74" name="文本框 2"/>
          <p:cNvSpPr txBox="true"/>
          <p:nvPr/>
        </p:nvSpPr>
        <p:spPr>
          <a:xfrm>
            <a:off x="4693920" y="1248886"/>
            <a:ext cx="736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dirty="false"/>
              <a:t>交易者的难点之一就是因为市场的快速上涨而感到吃惊，慌了以至于不能决定，“天呐，它在上涨，但是我入场的话止损会很大”</a:t>
            </a:r>
            <a:endParaRPr/>
          </a:p>
          <a:p>
            <a:pPr/>
            <a:endParaRPr lang="zh-CN" altLang="en-US" dirty="false"/>
          </a:p>
          <a:p>
            <a:pPr/>
            <a:r>
              <a:rPr lang="zh-CN" altLang="en-US" dirty="false"/>
              <a:t>你必须养成对这种行情感到舒适的习惯，用相对小的钱入场，这样冒得风险就不会比做其它交易的时候大。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8" name="图片 68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9" name="文本框 3"/>
          <p:cNvSpPr txBox="true"/>
          <p:nvPr/>
        </p:nvSpPr>
        <p:spPr>
          <a:xfrm>
            <a:off x="3825240" y="5561111"/>
            <a:ext cx="1849609" cy="738664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400" dirty="false"/>
              <a:t>回调很小（</a:t>
            </a:r>
            <a:r>
              <a:rPr lang="en-US" altLang="zh-CN" sz="1400" dirty="false"/>
              <a:t>tail</a:t>
            </a:r>
            <a:r>
              <a:rPr lang="zh-CN" altLang="en-US" sz="1400" dirty="false"/>
              <a:t>很小）</a:t>
            </a:r>
            <a:endParaRPr lang="en-US" altLang="zh-CN" sz="1400" dirty="false"/>
          </a:p>
          <a:p>
            <a:pPr/>
            <a:r>
              <a:rPr lang="zh-CN" altLang="en-US" sz="1400" dirty="false"/>
              <a:t>上一根</a:t>
            </a:r>
            <a:r>
              <a:rPr lang="en-US" altLang="zh-CN" sz="1400" dirty="false"/>
              <a:t>K</a:t>
            </a:r>
            <a:r>
              <a:rPr lang="zh-CN" altLang="en-US" sz="1400" dirty="false"/>
              <a:t>线收完后</a:t>
            </a:r>
            <a:endParaRPr lang="en-US" altLang="zh-CN" sz="1400" dirty="false"/>
          </a:p>
          <a:p>
            <a:pPr/>
            <a:r>
              <a:rPr lang="zh-CN" altLang="en-US" sz="1400" dirty="false"/>
              <a:t>大家更愿意买入</a:t>
            </a:r>
            <a:endParaRPr/>
          </a:p>
        </p:txBody>
      </p:sp>
      <p:sp>
        <p:nvSpPr>
          <p:cNvPr id="80" name="文本框 4"/>
          <p:cNvSpPr txBox="true"/>
          <p:nvPr/>
        </p:nvSpPr>
        <p:spPr>
          <a:xfrm>
            <a:off x="4693920" y="5014495"/>
            <a:ext cx="1569660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dirty="false"/>
              <a:t>趋势强的特征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4" name="Picture 3" descr="22 Bull BO  Look for Signs 06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5" name="文本框 1"/>
          <p:cNvSpPr txBox="true"/>
          <p:nvPr/>
        </p:nvSpPr>
        <p:spPr>
          <a:xfrm>
            <a:off x="3860800" y="5679440"/>
            <a:ext cx="2954655" cy="646331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dirty="false"/>
              <a:t>连续的阳线，对于做多来说</a:t>
            </a:r>
            <a:endParaRPr lang="en-US" altLang="zh-CN" dirty="false"/>
          </a:p>
          <a:p>
            <a:pPr/>
            <a:r>
              <a:rPr lang="zh-CN" altLang="en-US" dirty="false"/>
              <a:t>是不错的</a:t>
            </a:r>
            <a:r>
              <a:rPr lang="en-US" altLang="zh-CN" dirty="false"/>
              <a:t>context</a:t>
            </a:r>
            <a:endParaRPr lang="zh-CN" altLang="en-US" dirty="false"/>
          </a:p>
        </p:txBody>
      </p:sp>
      <p:sp>
        <p:nvSpPr>
          <p:cNvPr id="86" name="文本框 2"/>
          <p:cNvSpPr txBox="true"/>
          <p:nvPr/>
        </p:nvSpPr>
        <p:spPr>
          <a:xfrm>
            <a:off x="4321175" y="912465"/>
            <a:ext cx="4533613" cy="1200329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dirty="false"/>
              <a:t>牢记市场循环</a:t>
            </a:r>
            <a:endParaRPr lang="en-US" altLang="zh-CN" dirty="false"/>
          </a:p>
          <a:p>
            <a:pPr/>
            <a:r>
              <a:rPr lang="zh-CN" altLang="en-US" dirty="false"/>
              <a:t>只有</a:t>
            </a:r>
            <a:r>
              <a:rPr lang="en-US" altLang="zh-CN" dirty="false"/>
              <a:t>10%</a:t>
            </a:r>
            <a:r>
              <a:rPr lang="zh-CN" altLang="en-US" dirty="false"/>
              <a:t>的</a:t>
            </a:r>
            <a:r>
              <a:rPr lang="en-US" altLang="zh-CN" dirty="false"/>
              <a:t>K</a:t>
            </a:r>
            <a:r>
              <a:rPr lang="zh-CN" altLang="en-US" dirty="false"/>
              <a:t>线处于突破阶段</a:t>
            </a:r>
            <a:endParaRPr lang="en-US" altLang="zh-CN" dirty="false"/>
          </a:p>
          <a:p>
            <a:pPr/>
            <a:r>
              <a:rPr lang="zh-CN" altLang="en-US" dirty="false"/>
              <a:t>大多是</a:t>
            </a:r>
            <a:r>
              <a:rPr lang="en-US" altLang="zh-CN" dirty="false"/>
              <a:t>2-3</a:t>
            </a:r>
            <a:r>
              <a:rPr lang="zh-CN" altLang="en-US" dirty="false"/>
              <a:t>根</a:t>
            </a:r>
            <a:r>
              <a:rPr lang="en-US" altLang="zh-CN" dirty="false"/>
              <a:t>K</a:t>
            </a:r>
            <a:r>
              <a:rPr lang="zh-CN" altLang="en-US" dirty="false"/>
              <a:t>的突破都处于区间或者宽通道</a:t>
            </a:r>
            <a:endParaRPr lang="en-US" altLang="zh-CN" dirty="false"/>
          </a:p>
          <a:p>
            <a:pPr/>
            <a:r>
              <a:rPr lang="zh-CN" altLang="en-US" dirty="false"/>
              <a:t>只有</a:t>
            </a:r>
            <a:r>
              <a:rPr lang="en-US" altLang="zh-CN" dirty="false"/>
              <a:t>5%</a:t>
            </a:r>
            <a:r>
              <a:rPr lang="zh-CN" altLang="en-US" dirty="false"/>
              <a:t>的</a:t>
            </a:r>
            <a:r>
              <a:rPr lang="en-US" altLang="zh-CN" dirty="false"/>
              <a:t>K</a:t>
            </a:r>
            <a:r>
              <a:rPr lang="zh-CN" altLang="en-US" dirty="false"/>
              <a:t>线是强突破，是趋势的开始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0" name="Picture 3" descr="23 Always In Direction  Decide Early 07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1" name="文本框 2"/>
          <p:cNvSpPr txBox="true"/>
          <p:nvPr/>
        </p:nvSpPr>
        <p:spPr>
          <a:xfrm>
            <a:off x="791815" y="2773829"/>
            <a:ext cx="5032147" cy="646331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dirty="false"/>
              <a:t>当你感觉，天哪我想要一个回调入场机会</a:t>
            </a:r>
            <a:endParaRPr lang="en-US" altLang="zh-CN" dirty="false"/>
          </a:p>
          <a:p>
            <a:pPr/>
            <a:r>
              <a:rPr lang="zh-CN" altLang="en-US" dirty="false"/>
              <a:t>这意味着你必须马上入场做多，而不是等待回调</a:t>
            </a:r>
            <a:endParaRPr/>
          </a:p>
        </p:txBody>
      </p:sp>
      <p:sp>
        <p:nvSpPr>
          <p:cNvPr id="92" name="文本框 3"/>
          <p:cNvSpPr txBox="true"/>
          <p:nvPr/>
        </p:nvSpPr>
        <p:spPr>
          <a:xfrm>
            <a:off x="3423920" y="6287868"/>
            <a:ext cx="2031325" cy="646331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dirty="false"/>
              <a:t>突破看跟随</a:t>
            </a:r>
            <a:endParaRPr lang="en-US" altLang="zh-CN" dirty="false"/>
          </a:p>
          <a:p>
            <a:pPr/>
            <a:r>
              <a:rPr lang="zh-CN" altLang="en-US" dirty="false"/>
              <a:t>黄线是很强的跟随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24 Many Ways to Buy  All Good 80 Choose One 10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7" name="文本框 1"/>
          <p:cNvSpPr txBox="true"/>
          <p:nvPr/>
        </p:nvSpPr>
        <p:spPr>
          <a:xfrm>
            <a:off x="528320" y="6634480"/>
            <a:ext cx="1107996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dirty="false"/>
              <a:t>市场买入</a:t>
            </a:r>
            <a:endParaRPr/>
          </a:p>
        </p:txBody>
      </p:sp>
      <p:sp>
        <p:nvSpPr>
          <p:cNvPr id="98" name="文本框 2"/>
          <p:cNvSpPr txBox="true"/>
          <p:nvPr/>
        </p:nvSpPr>
        <p:spPr>
          <a:xfrm>
            <a:off x="264160" y="2667000"/>
            <a:ext cx="3476465" cy="738664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sz="1400" dirty="false"/>
              <a:t>买前高，赌突破成功</a:t>
            </a:r>
            <a:endParaRPr lang="en-US" altLang="zh-CN" sz="1400" dirty="false"/>
          </a:p>
          <a:p>
            <a:pPr/>
            <a:r>
              <a:rPr lang="zh-CN" altLang="en-US" sz="1400" dirty="false"/>
              <a:t>强趋势才能这样做，如果是</a:t>
            </a:r>
            <a:r>
              <a:rPr lang="en-US" altLang="zh-CN" sz="1400" dirty="false"/>
              <a:t>weak bull trend</a:t>
            </a:r>
            <a:endParaRPr/>
          </a:p>
          <a:p>
            <a:pPr/>
            <a:r>
              <a:rPr lang="zh-CN" altLang="en-US" sz="1400" dirty="false"/>
              <a:t>应该在前高止盈或部分止盈</a:t>
            </a:r>
            <a:endParaRPr lang="en-US" altLang="zh-CN" sz="1400" dirty="false"/>
          </a:p>
        </p:txBody>
      </p:sp>
      <p:sp>
        <p:nvSpPr>
          <p:cNvPr id="99" name="文本框 3"/>
          <p:cNvSpPr txBox="true"/>
          <p:nvPr/>
        </p:nvSpPr>
        <p:spPr>
          <a:xfrm>
            <a:off x="4572000" y="2209800"/>
            <a:ext cx="1569660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dirty="false"/>
              <a:t>买大阳线收盘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3" name="Picture 3" descr="25 Setups  Never Look Good Enough 12m4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" name="Picture 3" descr="26 Stop  Decide Where It Belongs 14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" name="文本框 1"/>
          <p:cNvSpPr txBox="true"/>
          <p:nvPr/>
        </p:nvSpPr>
        <p:spPr>
          <a:xfrm>
            <a:off x="604520" y="3489960"/>
            <a:ext cx="3348994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dirty="false"/>
              <a:t>止损放在</a:t>
            </a:r>
            <a:r>
              <a:rPr lang="zh-CN" altLang="en-US" sz="1600" dirty="false"/>
              <a:t>突破下面或者</a:t>
            </a:r>
            <a:r>
              <a:rPr lang="en-US" altLang="zh-CN" sz="1600" dirty="false"/>
              <a:t>bull leg</a:t>
            </a:r>
            <a:r>
              <a:rPr lang="zh-CN" altLang="en-US" sz="1600" dirty="false"/>
              <a:t>下面</a:t>
            </a:r>
            <a:endParaRPr lang="zh-CN" altLang="en-US" dirty="fals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" name="Picture 3" descr="27 Stop  Decide Where It Be ongs 14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5" name="Picture 3" descr="28 Stop  Decide Where It Belongs 15m0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9" name="Picture 3" descr="29 Stop  Always Several Good Choices 17m3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3" name="Picture 3" descr="30 Any Reasonable Stop  Is Good 18m4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7" name="Picture 3" descr="32 Stop Is Same  No Matter Where You Buy 19m3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1" name="Picture 3" descr="33 After Each New BO  Raise the Stop 22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5" name="Picture 3" descr="34 Main Points  Buy The Close Bull Trend 22m1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9" name="Picture 3" descr="35 Strong Bull Trend  Buy The Close 23m2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3" name="Picture 3" descr="36 Buy The Close  Some Buy More as Rally Continues 25m1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1" name="Picture 3" descr="37 Once Clearly Always In Long  Look to Buy NOW! 28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3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4" name="文本框 4"/>
          <p:cNvSpPr txBox="true"/>
          <p:nvPr/>
        </p:nvSpPr>
        <p:spPr>
          <a:xfrm>
            <a:off x="645160" y="3098800"/>
            <a:ext cx="2613216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dirty="false"/>
              <a:t>高</a:t>
            </a:r>
            <a:r>
              <a:rPr lang="en-US" altLang="zh-CN" dirty="false"/>
              <a:t>1</a:t>
            </a:r>
            <a:r>
              <a:rPr lang="zh-CN" altLang="en-US" dirty="false"/>
              <a:t>、高</a:t>
            </a:r>
            <a:r>
              <a:rPr lang="en-US" altLang="zh-CN" dirty="false"/>
              <a:t>2</a:t>
            </a:r>
            <a:r>
              <a:rPr lang="zh-CN" altLang="en-US" dirty="false"/>
              <a:t>、高</a:t>
            </a:r>
            <a:r>
              <a:rPr lang="en-US" altLang="zh-CN" dirty="false"/>
              <a:t>3</a:t>
            </a:r>
            <a:r>
              <a:rPr lang="zh-CN" altLang="en-US" dirty="false"/>
              <a:t>牛旗入场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4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2024-11-18T10:52:03Z</dcterms:created>
  <dcterms:modified xsi:type="dcterms:W3CDTF">2024-11-18T10:52:03Z</dcterms:modified>
</cp:coreProperties>
</file>