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26" Type="http://schemas.openxmlformats.org/officeDocument/2006/relationships/viewProps" Target="viewProps.xml" /><Relationship Id="rId24" Type="http://schemas.openxmlformats.org/officeDocument/2006/relationships/presProps" Target="presProps.xml" /><Relationship Id="rId3" Type="http://schemas.openxmlformats.org/officeDocument/2006/relationships/slide" Target="slides/slide3.xml" /><Relationship Id="rId23" Type="http://schemas.openxmlformats.org/officeDocument/2006/relationships/slide" Target="slides/slide23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25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6" Type="http://schemas.openxmlformats.org/officeDocument/2006/relationships/slide" Target="slides/slide6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1" Type="http://schemas.openxmlformats.org/officeDocument/2006/relationships/slide" Target="slides/slide21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1" Type="http://schemas.openxmlformats.org/officeDocument/2006/relationships/slideLayout" Target="../slideLayouts/slideLayout2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7" Type="http://schemas.openxmlformats.org/officeDocument/2006/relationships/slideLayout" Target="../slideLayouts/slideLayout8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9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1 C (#3 of 4) 00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02 Main Points 00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1" name=""/>
          <p:cNvSpPr txBox="true"/>
          <p:nvPr/>
        </p:nvSpPr>
        <p:spPr>
          <a:xfrm rot="0" flipH="false" flipV="false">
            <a:off x="3064835" y="1214770"/>
            <a:ext cx="5241851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突破很弱或者跟随不好，就有可能演变成交易区间</a:t>
            </a:r>
            <a:endParaRPr/>
          </a:p>
        </p:txBody>
      </p:sp>
      <p:sp>
        <p:nvSpPr>
          <p:cNvPr id="52" name=""/>
          <p:cNvSpPr txBox="true"/>
          <p:nvPr/>
        </p:nvSpPr>
        <p:spPr>
          <a:xfrm rot="0">
            <a:off x="3567223" y="3264195"/>
            <a:ext cx="1778000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空头突破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72" name=""/>
          <p:cNvSpPr txBox="true"/>
          <p:nvPr/>
        </p:nvSpPr>
        <p:spPr>
          <a:xfrm rot="0" flipH="false" flipV="false">
            <a:off x="4827181" y="3638993"/>
            <a:ext cx="4254500" cy="17399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连续</a:t>
            </a:r>
            <a:r>
              <a:rPr lang="en-US"/>
              <a:t>4</a:t>
            </a:r>
            <a:r>
              <a:rPr lang="zh-CN"/>
              <a:t>根阳线的突破，迎来第一次回调</a:t>
            </a:r>
            <a:endParaRPr/>
          </a:p>
          <a:p>
            <a:pPr/>
            <a:endParaRPr lang="en-US"/>
          </a:p>
          <a:p>
            <a:pPr/>
            <a:r>
              <a:rPr lang="zh-CN"/>
              <a:t>如果回调很小，大概率还有</a:t>
            </a:r>
            <a:r>
              <a:rPr lang="en-US"/>
              <a:t>MM</a:t>
            </a:r>
            <a:r>
              <a:rPr lang="zh-CN"/>
              <a:t>上涨</a:t>
            </a:r>
            <a:endParaRPr/>
          </a:p>
          <a:p>
            <a:pPr/>
            <a:endParaRPr lang="zh-CN"/>
          </a:p>
          <a:p>
            <a:pPr/>
            <a:r>
              <a:rPr lang="zh-CN"/>
              <a:t>如果回调很大，大概率变成交易区间，而不是直接反转向下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75" name=""/>
          <p:cNvSpPr txBox="true"/>
          <p:nvPr/>
        </p:nvSpPr>
        <p:spPr>
          <a:xfrm rot="0" flipH="false" flipV="false">
            <a:off x="4691616" y="3116299"/>
            <a:ext cx="4305890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20</a:t>
            </a:r>
            <a:r>
              <a:rPr lang="zh-CN"/>
              <a:t>根</a:t>
            </a:r>
            <a:r>
              <a:rPr lang="en-US"/>
              <a:t>K</a:t>
            </a:r>
            <a:r>
              <a:rPr lang="zh-CN"/>
              <a:t>线的交易区间，被向上突破，已经运行到差不多区间</a:t>
            </a:r>
            <a:r>
              <a:rPr lang="en-US"/>
              <a:t>MM</a:t>
            </a:r>
            <a:r>
              <a:rPr lang="zh-CN"/>
              <a:t>的位置了</a:t>
            </a:r>
            <a:endParaRPr/>
          </a:p>
        </p:txBody>
      </p:sp>
      <p:sp>
        <p:nvSpPr>
          <p:cNvPr id="76" name=""/>
          <p:cNvSpPr txBox="true"/>
          <p:nvPr/>
        </p:nvSpPr>
        <p:spPr>
          <a:xfrm rot="0" flipH="false" flipV="false">
            <a:off x="4851104" y="4731488"/>
            <a:ext cx="1778000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区间的高度只有平常波动的一半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79" name=""/>
          <p:cNvSpPr txBox="true"/>
          <p:nvPr/>
        </p:nvSpPr>
        <p:spPr>
          <a:xfrm rot="0" flipH="false" flipV="false">
            <a:off x="5146158" y="2833577"/>
            <a:ext cx="4569046" cy="64134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突破不强，跟前面的阴线相比，阳线体积也不大，所以更可能很快形成交易区间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3" name="Picture 3" descr="03 Weak Bull BO  Deep PB 04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4" name=""/>
          <p:cNvSpPr txBox="true"/>
          <p:nvPr/>
        </p:nvSpPr>
        <p:spPr>
          <a:xfrm rot="0" flipH="false" flipV="false">
            <a:off x="4572000" y="4629150"/>
            <a:ext cx="1592816" cy="641350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big up big down</a:t>
            </a:r>
            <a:endParaRPr/>
          </a:p>
          <a:p>
            <a:pPr/>
            <a:r>
              <a:rPr lang="en-US"/>
              <a:t>big confusion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4 Once Evolves into TR  Trade It Like TR, Not Trend 06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9" name=""/>
          <p:cNvSpPr txBox="true"/>
          <p:nvPr/>
        </p:nvSpPr>
        <p:spPr>
          <a:xfrm rot="0" flipH="false" flipV="false">
            <a:off x="7490637" y="903767"/>
            <a:ext cx="3651988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多头卖出止盈，空头卖出入场做空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3" name="Picture 3" descr="05 Bulls and Bears  Buy Low and Sell High 08m5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7" name="Picture 3" descr="06 Bears Enter Where Bulls Take Profits  And vice Versa 09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07 Reverse  Not for Most Traders 11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5417288" y="4226442"/>
            <a:ext cx="4508500" cy="4572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阿布：如果持仓中，出现了相反的信号，我通常清仓出局，而不是马上就反做。我通常会再等待</a:t>
            </a:r>
            <a:r>
              <a:rPr lang="en-US" sz="1200"/>
              <a:t>2-3</a:t>
            </a:r>
            <a:r>
              <a:rPr lang="zh-CN" sz="1200"/>
              <a:t>根</a:t>
            </a:r>
            <a:r>
              <a:rPr lang="en-US" sz="1200"/>
              <a:t>K</a:t>
            </a:r>
            <a:r>
              <a:rPr lang="zh-CN" sz="1200"/>
              <a:t>线看是否能反做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08 If Premise Still Valid  Rely on Stop 12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09 Once Clear TR  Bears More Eager to Sell 14m3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10 Main Points  Bear Breakouts 14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11 Bear BO  Is Strong Bear 80 Sell! 15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6" name=""/>
          <p:cNvSpPr txBox="true"/>
          <p:nvPr/>
        </p:nvSpPr>
        <p:spPr>
          <a:xfrm rot="0" flipH="false" flipV="false">
            <a:off x="6182833" y="2737884"/>
            <a:ext cx="3659961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两个大阴线，收在最低，突破了前面</a:t>
            </a:r>
            <a:r>
              <a:rPr lang="en-US"/>
              <a:t>30-40</a:t>
            </a:r>
            <a:r>
              <a:rPr lang="zh-CN"/>
              <a:t>根</a:t>
            </a:r>
            <a:r>
              <a:rPr lang="en-US"/>
              <a:t>K</a:t>
            </a:r>
            <a:r>
              <a:rPr lang="zh-CN"/>
              <a:t>线的最低点</a:t>
            </a:r>
            <a:endParaRPr/>
          </a:p>
        </p:txBody>
      </p:sp>
      <p:sp>
        <p:nvSpPr>
          <p:cNvPr id="27" name=""/>
          <p:cNvSpPr txBox="true"/>
          <p:nvPr/>
        </p:nvSpPr>
        <p:spPr>
          <a:xfrm rot="0" flipH="false" flipV="false">
            <a:off x="6182833" y="4394200"/>
            <a:ext cx="4281967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第二根阴线收盘的时候，市场应该是</a:t>
            </a:r>
            <a:r>
              <a:rPr lang="en-US"/>
              <a:t>ALS</a:t>
            </a:r>
            <a:endParaRPr/>
          </a:p>
        </p:txBody>
      </p:sp>
      <p:sp>
        <p:nvSpPr>
          <p:cNvPr id="28" name=""/>
          <p:cNvSpPr txBox="true"/>
          <p:nvPr/>
        </p:nvSpPr>
        <p:spPr>
          <a:xfrm rot="0" flipH="false" flipV="false">
            <a:off x="2642191" y="4257675"/>
            <a:ext cx="2136848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60%</a:t>
            </a:r>
            <a:r>
              <a:rPr lang="zh-CN"/>
              <a:t>概率会去到实体部分的</a:t>
            </a:r>
            <a:r>
              <a:rPr lang="en-US"/>
              <a:t>MM</a:t>
            </a:r>
            <a:r>
              <a:rPr lang="zh-CN"/>
              <a:t>距离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3 Bear BO  Is Strong Bear 80 Sell! 18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5 Bear BO  Is Strong Bear 80 Sell! 20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2" name="Picture 3" descr="16 Bear BO  Look for Signs 22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17 Always In Direction  Decide Early 23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18 Many Ways to Sell  All Good 80 Choose One 26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19 Setups  Never Look Good Enough 28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1" name=""/>
          <p:cNvSpPr txBox="true"/>
          <p:nvPr/>
        </p:nvSpPr>
        <p:spPr>
          <a:xfrm rot="0" flipH="false" flipV="false">
            <a:off x="450702" y="3600450"/>
            <a:ext cx="1841795" cy="5207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止损只跟价格行为有关，跟入场价无关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20 Review 29m3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21 End of Video 41 C (#3 Of 4) Mm H 29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2024-11-18T10:52:21Z</dcterms:created>
  <dcterms:modified xsi:type="dcterms:W3CDTF">2024-11-18T10:52:21Z</dcterms:modified>
</cp:coreProperties>
</file>