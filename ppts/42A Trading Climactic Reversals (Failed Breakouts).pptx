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b06b7073b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8b06b7073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1 Video 42A (#1 of 3) 00m09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2 Main Points 00m47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135767" y="1793876"/>
            <a:ext cx="264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突破太弱意味着很快TR</a:t>
            </a:r>
            <a:endParaRPr b="0" i="0" sz="18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694925" y="2657350"/>
            <a:ext cx="276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突破成功（测量型缺口）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突破失败（竭尽型缺口）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018935" y="4394201"/>
            <a:ext cx="4755168" cy="36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强势多头、空头和弱势多头、空头会怎么做？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3 If Bulls Make Money in Bear  TR Likely Soon 03m32s.jp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251429" y="983199"/>
            <a:ext cx="3613054" cy="641350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如果下降趋势中，多头能够赚钱，那么很快就会进入交易区间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18045" y="4978528"/>
            <a:ext cx="3613023" cy="368300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前低买入，1-2点加仓，逢高卖出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416987" y="3244850"/>
            <a:ext cx="2710826" cy="641350"/>
          </a:xfrm>
          <a:prstGeom prst="rect">
            <a:avLst/>
          </a:prstGeom>
          <a:solidFill>
            <a:srgbClr val="E5B8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阶梯下降形态，通常很快就从通道变为区间了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4 Weak Bear BO  Deep PB 06m12s.jp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6336308" y="210749"/>
            <a:ext cx="2627908" cy="368299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弱向下突破；深度回调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09225" y="5431500"/>
            <a:ext cx="57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区间的波动只有平常交易日的一半，所以可能只是短暂向下突破，然后趋势区间日</a:t>
            </a:r>
            <a:endParaRPr sz="12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9075750" y="728800"/>
            <a:ext cx="322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向下突破所以AIS，但是力度很弱</a:t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K线不大，明显的影线和重叠，跟随很差</a:t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所以可能是失败的突破，反转形成交易区间</a:t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9030825" y="6150350"/>
            <a:ext cx="431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aseline="-25000" lang="zh-CN" sz="18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弱突破更可能是Bear Leg而不是Bear Trend</a:t>
            </a:r>
            <a:endParaRPr baseline="-25000" sz="18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zh-CN" sz="18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可能是交易区间，会有深度回调，甚至是bull trend</a:t>
            </a:r>
            <a:endParaRPr sz="3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5 Once Evolves into TR  Trade It Like TR, Not Trend 07m06s.jp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366925" y="841200"/>
            <a:ext cx="497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一但变成TR，那就按照TR来进行交易（BLSHS），而不是趋势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7480775" y="1642425"/>
            <a:ext cx="371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76A5AF"/>
                </a:highlight>
                <a:latin typeface="Calibri"/>
                <a:ea typeface="Calibri"/>
                <a:cs typeface="Calibri"/>
                <a:sym typeface="Calibri"/>
              </a:rPr>
              <a:t>到区间上沿，多头卖出止盈，空头卖出做空</a:t>
            </a:r>
            <a:endParaRPr>
              <a:solidFill>
                <a:schemeClr val="dk1"/>
              </a:solidFill>
              <a:highlight>
                <a:srgbClr val="76A5A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76A5AF"/>
                </a:highlight>
                <a:latin typeface="Calibri"/>
                <a:ea typeface="Calibri"/>
                <a:cs typeface="Calibri"/>
                <a:sym typeface="Calibri"/>
              </a:rPr>
              <a:t>到区间下沿，空头买入止盈，多头买入做多</a:t>
            </a:r>
            <a:endParaRPr>
              <a:solidFill>
                <a:schemeClr val="dk1"/>
              </a:solidFill>
              <a:highlight>
                <a:srgbClr val="76A5A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6 Bulls and Bears  Buy Low and Sell High 10m50s.jp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7 Bulls Enter Where Bears Take Profits  And vice Versa 12m47s.jpg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292025" y="841175"/>
            <a:ext cx="28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多头在空头止盈位入场，反之亦然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9"/>
          <p:cNvCxnSpPr>
            <a:stCxn id="143" idx="3"/>
          </p:cNvCxnSpPr>
          <p:nvPr/>
        </p:nvCxnSpPr>
        <p:spPr>
          <a:xfrm>
            <a:off x="6949225" y="5292100"/>
            <a:ext cx="883500" cy="37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9"/>
          <p:cNvSpPr txBox="1"/>
          <p:nvPr/>
        </p:nvSpPr>
        <p:spPr>
          <a:xfrm>
            <a:off x="3437125" y="5122750"/>
            <a:ext cx="351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在这里做空，后面加空，然后在第一入场点离场，最终小赚</a:t>
            </a:r>
            <a:endParaRPr sz="1000">
              <a:solidFill>
                <a:schemeClr val="dk1"/>
              </a:solidFill>
              <a:highlight>
                <a:srgbClr val="00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8 Most Traders  Should Not Reverse 14m25s.jpg"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8244575" y="249600"/>
            <a:ext cx="23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大多数交易者，不应反转</a:t>
            </a:r>
            <a:endParaRPr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5339125" y="6127850"/>
            <a:ext cx="450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市场仍旧可能是AIS</a:t>
            </a:r>
            <a:endParaRPr sz="1500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做多只能scalp直到HL MTR</a:t>
            </a:r>
            <a:endParaRPr sz="1500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所以相比起来，盈亏比比较差</a:t>
            </a:r>
            <a:endParaRPr sz="1500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如果是TR刚开始的时候，还是应该专注于卖出信号</a:t>
            </a:r>
            <a:endParaRPr sz="1500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685800" y="812975"/>
            <a:ext cx="5151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有经验的交易员不会急着做反转</a:t>
            </a:r>
            <a:endParaRPr sz="11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1.很难客观（本来看空，也持有空单，现在要看多）</a:t>
            </a:r>
            <a:endParaRPr sz="11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2.物理上不好操作，退出空单的同时反手做多（除非对这样做感到舒适，否则不建议这样做的）</a:t>
            </a:r>
            <a:endParaRPr sz="11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最好是等待几根K线，看清行情，同时也可以休息下</a:t>
            </a:r>
            <a:endParaRPr sz="11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-2427" l="0" r="-2954" t="0"/>
          <a:stretch/>
        </p:blipFill>
        <p:spPr>
          <a:xfrm>
            <a:off x="0" y="0"/>
            <a:ext cx="14630400" cy="818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09 Every BO  Is at Least 3 Minor Climax 16m00s.jpg" id="165" name="Google Shape;1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539150" y="893575"/>
            <a:ext cx="45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高潮是加速向上或者向下运动，是比较极端的行为改变</a:t>
            </a:r>
            <a:endParaRPr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8891225" y="214800"/>
            <a:ext cx="23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每次突破，都至少是小高潮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449300" y="3429000"/>
            <a:ext cx="4055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大多数突破（高潮）都是次级，是通道或者交易区间的一部分，紧随其后的是小趋势或者小反转</a:t>
            </a:r>
            <a:endParaRPr sz="13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0 Climax  Exhaustion Gap (EG) or Measuring Gap (MG)  20m42s.jpg"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4572000" y="1110750"/>
            <a:ext cx="278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highlight>
                  <a:srgbClr val="B4A7D6"/>
                </a:highlight>
                <a:latin typeface="Calibri"/>
                <a:ea typeface="Calibri"/>
                <a:cs typeface="Calibri"/>
                <a:sym typeface="Calibri"/>
              </a:rPr>
              <a:t>大突破，尤其是在趋势超过20根K线后</a:t>
            </a:r>
            <a:endParaRPr sz="1200">
              <a:solidFill>
                <a:schemeClr val="dk1"/>
              </a:solidFill>
              <a:highlight>
                <a:srgbClr val="B4A7D6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highlight>
                  <a:srgbClr val="B4A7D6"/>
                </a:highlight>
                <a:latin typeface="Calibri"/>
                <a:ea typeface="Calibri"/>
                <a:cs typeface="Calibri"/>
                <a:sym typeface="Calibri"/>
              </a:rPr>
              <a:t>交易者会寻找证据来判断是MG还是EG</a:t>
            </a:r>
            <a:endParaRPr sz="1200">
              <a:solidFill>
                <a:schemeClr val="dk1"/>
              </a:solidFill>
              <a:highlight>
                <a:srgbClr val="B4A7D6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23"/>
          <p:cNvCxnSpPr/>
          <p:nvPr/>
        </p:nvCxnSpPr>
        <p:spPr>
          <a:xfrm>
            <a:off x="4919800" y="4487975"/>
            <a:ext cx="644100" cy="11232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1 Exhaustive Buy Climax  Beginners Should Exit Longs 27m48s.jpg"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4994675" y="1305450"/>
            <a:ext cx="323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趋势后期大突破，60%概率突破失败，成为EG</a:t>
            </a:r>
            <a:endParaRPr sz="1200">
              <a:solidFill>
                <a:schemeClr val="dk1"/>
              </a:solidFill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8499175" y="1074450"/>
            <a:ext cx="459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93C47D"/>
                </a:highlight>
                <a:latin typeface="Calibri"/>
                <a:ea typeface="Calibri"/>
                <a:cs typeface="Calibri"/>
                <a:sym typeface="Calibri"/>
              </a:rPr>
              <a:t>当看到EG的时候，不代表立马会反转，通常只是表示上涨停滞了，多头会止盈，等待看空头能否反转趋势，如果空头力量不强，那么多头还会找机会买入</a:t>
            </a:r>
            <a:endParaRPr>
              <a:solidFill>
                <a:schemeClr val="dk1"/>
              </a:solidFill>
              <a:highlight>
                <a:srgbClr val="93C47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2 Exhaustive Sell Climax  Beginners Should Exit Shorts 30m14s.jpg"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374400" y="833700"/>
            <a:ext cx="345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力竭的卖出高潮，新手应该止盈</a:t>
            </a:r>
            <a:endParaRPr sz="1800">
              <a:solidFill>
                <a:schemeClr val="dk1"/>
              </a:solidFill>
              <a:highlight>
                <a:srgbClr val="00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3 Main Points  Weak and Strong Bulls and Bears 30m23s.jpg" id="201" name="Google Shape;2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4 Weak Bulls  Buy at the High 32m03s.jpg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6889200" y="204675"/>
            <a:ext cx="431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dk1"/>
                </a:solidFill>
                <a:highlight>
                  <a:srgbClr val="F4CCCC"/>
                </a:highlight>
                <a:latin typeface="Calibri"/>
                <a:ea typeface="Calibri"/>
                <a:cs typeface="Calibri"/>
                <a:sym typeface="Calibri"/>
              </a:rPr>
              <a:t>弱势多头，买在最高</a:t>
            </a:r>
            <a:endParaRPr sz="2000">
              <a:solidFill>
                <a:schemeClr val="dk1"/>
              </a:solidFill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561625" y="3439600"/>
            <a:ext cx="447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弱势多头错过了前面的上涨波段，看到强势突破，以为会引领一段新的上涨，然后追进去，追在最高。</a:t>
            </a:r>
            <a:endParaRPr sz="10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强势多头早就买入做多了，看到强势上涨，认为是一个gift，然后卖出止盈。</a:t>
            </a:r>
            <a:endParaRPr sz="10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结果就是不足以支持价格继续上涨，因为买压已经不足了。</a:t>
            </a:r>
            <a:endParaRPr sz="10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5 Weak Bears  Buy at the High 33m25s.jpg" id="217" name="Google Shape;2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6889200" y="204675"/>
            <a:ext cx="431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dk1"/>
                </a:solidFill>
                <a:highlight>
                  <a:srgbClr val="F4CCCC"/>
                </a:highlight>
                <a:latin typeface="Calibri"/>
                <a:ea typeface="Calibri"/>
                <a:cs typeface="Calibri"/>
                <a:sym typeface="Calibri"/>
              </a:rPr>
              <a:t>弱势空头，买在最高</a:t>
            </a:r>
            <a:endParaRPr sz="2000">
              <a:solidFill>
                <a:schemeClr val="dk1"/>
              </a:solidFill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359425" y="3806500"/>
            <a:ext cx="466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弱势空头，不断做空，加仓做空，最终顶不住上涨的压力，买回头寸，亏损出局</a:t>
            </a:r>
            <a:endParaRPr sz="10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6 Strong Bulls  Bought Lower When Risk Was Big 34m44s.jpg" id="226" name="Google Shape;2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554125" y="9010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强势多头，在价格较低时买入，同时风险也更大</a:t>
            </a:r>
            <a:endParaRPr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7 Strong Bulls  See Big BO as Gift and Take Profits 36m30s.jpg" id="234" name="Google Shape;2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0" name="Google Shape;240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8 Strong Bulls  Wait to Buy after Buy Climax 37m54s.jpg" id="241" name="Google Shape;2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19 Strong Bears  Sell Big Bull BO 39m45s.jpg"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20 Strong Bulls  Will Not Buy Close in Climax 40m38s.jpg" id="255" name="Google Shape;2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1" name="Google Shape;261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21 Strong Bears  Sell Close of Climactic Bull Bar 42m01s.jpg" id="262" name="Google Shape;2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8" name="Google Shape;268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22 Review 42m26s.jpg" id="269" name="Google Shape;2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