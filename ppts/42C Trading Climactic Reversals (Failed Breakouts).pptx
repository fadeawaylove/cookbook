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42C (#3 Of 3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29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661750" y="3387200"/>
            <a:ext cx="431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高潮后的小反转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Buy Climax  Is Minor Reversal 05m46s.jp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7323325" y="0"/>
            <a:ext cx="557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D7E6B"/>
                </a:highlight>
              </a:rPr>
              <a:t>市场循环已经告诉我们了，强趋势很少突然变成相反的强趋势</a:t>
            </a:r>
            <a:endParaRPr>
              <a:solidFill>
                <a:schemeClr val="dk1"/>
              </a:solidFill>
              <a:highlight>
                <a:srgbClr val="DD7E6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D7E6B"/>
                </a:highlight>
              </a:rPr>
              <a:t>当强趋势反转的时候，通常只是小反转，变为TR或者Flag。</a:t>
            </a:r>
            <a:endParaRPr>
              <a:solidFill>
                <a:schemeClr val="dk1"/>
              </a:solidFill>
              <a:highlight>
                <a:srgbClr val="DD7E6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D7E6B"/>
                </a:highlight>
              </a:rPr>
              <a:t>一但形成TR，才有可能MTR成为相反的趋势</a:t>
            </a:r>
            <a:endParaRPr>
              <a:solidFill>
                <a:schemeClr val="dk1"/>
              </a:solidFill>
              <a:highlight>
                <a:srgbClr val="DD7E6B"/>
              </a:highlight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0176550" y="39147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4C2F4"/>
                </a:highlight>
              </a:rPr>
              <a:t>没有达到目标，买回空头头寸</a:t>
            </a:r>
            <a:endParaRPr>
              <a:solidFill>
                <a:schemeClr val="dk1"/>
              </a:solidFill>
              <a:highlight>
                <a:srgbClr val="A4C2F4"/>
              </a:highlight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8589025" y="5296700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</a:rPr>
              <a:t>想要做空买入高潮，目标是scalp</a:t>
            </a:r>
            <a:endParaRPr>
              <a:solidFill>
                <a:schemeClr val="dk1"/>
              </a:solidFill>
              <a:highlight>
                <a:srgbClr val="FFD96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</a:rPr>
              <a:t>如果形成了MTR，目标才是swing</a:t>
            </a:r>
            <a:endParaRPr>
              <a:solidFill>
                <a:schemeClr val="dk1"/>
              </a:solidFill>
              <a:highlight>
                <a:srgbClr val="FFD966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Sell Climax  Is Minor Reversal 10m18s.jp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Minor Reversal  So Scalp 13m27s.jpg"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8267050" y="55063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4C2F4"/>
                </a:highlight>
              </a:rPr>
              <a:t>买入高潮的底部scalp止盈</a:t>
            </a:r>
            <a:endParaRPr>
              <a:solidFill>
                <a:schemeClr val="dk1"/>
              </a:solidFill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TR after Climax  Can Form MTR 17m50s.jp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7915100" y="2346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4A7D6"/>
                </a:highlight>
              </a:rPr>
              <a:t>高潮之后，可能形成主趋势反转</a:t>
            </a:r>
            <a:endParaRPr>
              <a:solidFill>
                <a:schemeClr val="dk1"/>
              </a:solidFill>
              <a:highlight>
                <a:srgbClr val="B4A7D6"/>
              </a:highlight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4145100" y="13054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</a:rPr>
              <a:t>高潮后的TTR有50%的机会主趋势反转</a:t>
            </a:r>
            <a:endParaRPr>
              <a:solidFill>
                <a:schemeClr val="dk1"/>
              </a:solidFill>
              <a:highlight>
                <a:srgbClr val="93C47D"/>
              </a:highlight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456800" y="905275"/>
            <a:ext cx="839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9CB9C"/>
                </a:highlight>
              </a:rPr>
              <a:t>买入高潮，然后形成TTR，寻找DT总是合理的，尤其是有不错的卖出信号时。有40%的机会2 legs下跌。</a:t>
            </a:r>
            <a:endParaRPr>
              <a:solidFill>
                <a:schemeClr val="dk1"/>
              </a:solidFill>
              <a:highlight>
                <a:srgbClr val="F9CB9C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Climax  Common on Open 21m32s.jpg" id="136" name="Google Shape;1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6544750" y="2421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D2E9"/>
                </a:highlight>
              </a:rPr>
              <a:t>高潮，开盘的时候很常见</a:t>
            </a:r>
            <a:endParaRPr>
              <a:solidFill>
                <a:schemeClr val="dk1"/>
              </a:solidFill>
              <a:highlight>
                <a:srgbClr val="D9D2E9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Reversal up from Sell Climax  Often Becomes Bear Flag 27m00s.jpg" id="144" name="Google Shape;1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 txBox="1"/>
          <p:nvPr/>
        </p:nvSpPr>
        <p:spPr>
          <a:xfrm>
            <a:off x="374425" y="8636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</a:rPr>
              <a:t>抛售高潮之后的反转，通常变成牛旗</a:t>
            </a:r>
            <a:endParaRPr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7316025" y="1260525"/>
            <a:ext cx="531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5A6BD"/>
                </a:highlight>
              </a:rPr>
              <a:t>我觉得因为多头目标是scalp，所以最终只是小反转，形成牛旗</a:t>
            </a:r>
            <a:endParaRPr>
              <a:solidFill>
                <a:schemeClr val="dk1"/>
              </a:solidFill>
              <a:highlight>
                <a:srgbClr val="D5A6BD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Exhaustion Gap  Can Become Measuring Gap 30m39s.jpg" id="153" name="Google Shape;1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10820525" y="2196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C9DAF8"/>
                </a:highlight>
              </a:rPr>
              <a:t>竭尽型缺口，有可能成为测量型缺口</a:t>
            </a:r>
            <a:endParaRPr>
              <a:solidFill>
                <a:schemeClr val="dk1"/>
              </a:solidFill>
              <a:highlight>
                <a:srgbClr val="C9DAF8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Failed Reversal  Often Leads to Measured Move 34m23s.jpg" id="161" name="Google Shape;1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479250" y="8636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失败的反转，经常导致等距移动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8 2nd Leg Trap  Common in TR 39m35s.jpg" id="169" name="Google Shape;1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/>
          <p:nvPr/>
        </p:nvSpPr>
        <p:spPr>
          <a:xfrm>
            <a:off x="7308550" y="2645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2腿陷阱，交易区间中很常见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149800" y="4159925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E06666"/>
                </a:highlight>
              </a:rPr>
              <a:t>80%的区间突破失败，不要用限价单在区间顶部买入</a:t>
            </a:r>
            <a:endParaRPr>
              <a:solidFill>
                <a:schemeClr val="dk1"/>
              </a:solidFill>
              <a:highlight>
                <a:srgbClr val="E0666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尤其是不要在收在一半以下的ii或者熊旗下面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</a:rPr>
              <a:t>等待牛旗，或者突破成功后再买入</a:t>
            </a:r>
            <a:endParaRPr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9 When Trend ls Weak  Climax Usually Small 42m22s.jpg" id="178" name="Google Shape;17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/>
          <p:nvPr/>
        </p:nvSpPr>
        <p:spPr>
          <a:xfrm>
            <a:off x="426850" y="7962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</a:rPr>
              <a:t>当趋势比较弱，高潮也会比较小</a:t>
            </a:r>
            <a:endParaRPr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4335725" y="38140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4C2F4"/>
                </a:highlight>
              </a:rPr>
              <a:t>weak rally -&gt; bull leg</a:t>
            </a:r>
            <a:endParaRPr>
              <a:solidFill>
                <a:schemeClr val="dk1"/>
              </a:solidFill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30 Small Climax  Usually Leads to Minor Reversal and TR 44m12s.jpg" id="187" name="Google Shape;1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 txBox="1"/>
          <p:nvPr/>
        </p:nvSpPr>
        <p:spPr>
          <a:xfrm>
            <a:off x="258900" y="8711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小高潮，通常导致小反转和交易区间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31 Strong Reversal and Good Context  Can Start Swing Up 48m05s.jpg" id="195" name="Google Shape;1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464275" y="8711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76A5AF"/>
                </a:highlight>
              </a:rPr>
              <a:t>强势反转加好的背景，可以开始波段向上</a:t>
            </a:r>
            <a:endParaRPr>
              <a:solidFill>
                <a:schemeClr val="dk1"/>
              </a:solidFill>
              <a:highlight>
                <a:srgbClr val="76A5A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