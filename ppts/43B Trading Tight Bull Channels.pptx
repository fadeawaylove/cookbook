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33 (#2 of 4) 00m07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68650" y="1305450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2s.jp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First Reversal Down  Usually ls Minor 03m14s.jp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420875" y="878625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383425" y="8786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5A6BD"/>
                </a:highlight>
              </a:rPr>
              <a:t>窄通道通常先变为TR，然后再变成bear trend</a:t>
            </a:r>
            <a:endParaRPr>
              <a:solidFill>
                <a:schemeClr val="dk1"/>
              </a:solidFill>
              <a:highlight>
                <a:srgbClr val="D5A6BD"/>
              </a:highlight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062075" y="68842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70%的概率小反转，紧接着测试上涨趋势的顶部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Test of High  Exit 06m58s.jp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6222750" y="19943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FC5E8"/>
                </a:highlight>
              </a:rPr>
              <a:t>TBTL测试买入高潮起点</a:t>
            </a:r>
            <a:endParaRPr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077025" y="45928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6D9EEB"/>
                </a:highlight>
              </a:rPr>
              <a:t>加仓的位置至少要是一个scalp的大小</a:t>
            </a:r>
            <a:endParaRPr>
              <a:solidFill>
                <a:schemeClr val="dk1"/>
              </a:solidFill>
              <a:highlight>
                <a:srgbClr val="6D9EEB"/>
              </a:highlight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10266400" y="2099200"/>
            <a:ext cx="429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</a:rPr>
              <a:t>合理的LH MTR</a:t>
            </a:r>
            <a:endParaRPr>
              <a:solidFill>
                <a:schemeClr val="dk1"/>
              </a:solidFill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</a:rPr>
              <a:t>可以找机会做空</a:t>
            </a:r>
            <a:endParaRPr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  <p:cxnSp>
        <p:nvCxnSpPr>
          <p:cNvPr id="115" name="Google Shape;115;p16"/>
          <p:cNvCxnSpPr>
            <a:stCxn id="114" idx="1"/>
          </p:cNvCxnSpPr>
          <p:nvPr/>
        </p:nvCxnSpPr>
        <p:spPr>
          <a:xfrm flipH="1">
            <a:off x="9128200" y="2407000"/>
            <a:ext cx="1138200" cy="2193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Buy  Just Like in B0 08m53s.jp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5158650" y="2346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像做突破一样买入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343200" y="1335400"/>
            <a:ext cx="474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</a:rPr>
              <a:t>向上突破，并且还有跟随，就像对待突破一样，直接买入</a:t>
            </a:r>
            <a:endParaRPr>
              <a:solidFill>
                <a:schemeClr val="dk1"/>
              </a:solidFill>
              <a:highlight>
                <a:srgbClr val="93C47D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</a:rPr>
              <a:t>最简单的方式就买跟随K的收盘</a:t>
            </a:r>
            <a:endParaRPr>
              <a:solidFill>
                <a:schemeClr val="dk1"/>
              </a:solidFill>
              <a:highlight>
                <a:srgbClr val="93C47D"/>
              </a:highlight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5158650" y="43756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6D9EEB"/>
                </a:highlight>
              </a:rPr>
              <a:t>也可以在阴线下面买，或者买PB结束</a:t>
            </a:r>
            <a:endParaRPr>
              <a:solidFill>
                <a:schemeClr val="dk1"/>
              </a:solidFill>
              <a:highlight>
                <a:srgbClr val="6D9EEB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PB  Is Start of Channel 10m26s.jp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855825" y="3095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4CCCC"/>
                </a:highlight>
              </a:rPr>
              <a:t>回调是通道的开始</a:t>
            </a:r>
            <a:endParaRPr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7645500" y="20182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突破，当出现回调的时候，就应该知道，市场循环已经改变，可能通道已经开始了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If Bear Scalpers Can Make Profit  Then Channel, Not BO 12m33s.jpg"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494250" y="796250"/>
            <a:ext cx="45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0E0E3"/>
                </a:highlight>
              </a:rPr>
              <a:t>如果空头剥头皮能赚钱，那么已经是通道而不是突破了</a:t>
            </a:r>
            <a:endParaRPr>
              <a:solidFill>
                <a:schemeClr val="dk1"/>
              </a:solidFill>
              <a:highlight>
                <a:srgbClr val="D0E0E3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Lower Probability Than BO  But Still Strong Bull 16m14s.jpg" id="149" name="Google Shape;1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374400" y="8187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上涨窄通道比突破胜率低，但是依然是很强的上涨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9023325" y="581337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跟突破相比，概率低一点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但是时间压力更小，能更从容的应对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Risk of Deep PB  But TR More Likely Than Bear Trend 17m52s.jpg"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471775" y="841200"/>
            <a:ext cx="522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会冒深度回调的风险，但是更有可能形成TR，而不是下跌趋势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9 Tight Channel  Is Strong Trend, but Weaker Than BO 20m42s.jpg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501700" y="8561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窄通道，是强趋势，但是比突破更弱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554125" y="19045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</a:rPr>
              <a:t>突破创新高，通常持续1-3根K线，然后回调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5166875" y="4495450"/>
            <a:ext cx="450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回调变得频繁，多头开始感到失望，空头感觉机会来了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30 Unlike BO Phase  Bulls above High (Take Profits) 22m12s.jpg"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479275" y="8262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突破越高越买，通道在前高止盈（或部分止盈）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4380625" y="6352550"/>
            <a:ext cx="447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每次创造新高的时候，多头部分止盈，所以产生了回调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如果波动够大，多头获利1-4个点以上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31 Review 22m41s.jpg"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