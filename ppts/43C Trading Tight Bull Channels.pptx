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u="none" cap="none" strike="noStrike">
                <a:solidFill>
                  <a:schemeClr val="dk1"/>
                </a:solidFill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3c (#3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8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676100" y="18371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加仓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646775" y="34021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空头能赚钱吗？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Most Bears Do Not Sell  But Some Scalp 01m50s.jp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734750" y="212150"/>
            <a:ext cx="4313100" cy="400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大多数空头不会入场做空，但是有一些会scalp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248625" y="129912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即使空头在新高做空，然后逢高加仓，回调都太小了以至于无法获得一个scalp的利润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A9999"/>
                </a:highlight>
              </a:rPr>
              <a:t>所以大多数空头都会等待通道结束再入场做空</a:t>
            </a:r>
            <a:endParaRPr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26800" y="269357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限价单空头不好赚钱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停损单空头更不好赚钱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PBs  Frequent, but Small 03m13s.jp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6342550" y="234625"/>
            <a:ext cx="20517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回调很频繁，但是很小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Tight Bull Channel  Bears Should Not Sell with Stops 05m54s.jp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5249275" y="432322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FF"/>
                </a:highlight>
              </a:rPr>
              <a:t>通道很窄，你看到做空信号，入场的时候，入场点可能已经达到通道线下面了</a:t>
            </a:r>
            <a:endParaRPr>
              <a:solidFill>
                <a:schemeClr val="dk1"/>
              </a:solidFill>
              <a:highlight>
                <a:srgbClr val="00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06666"/>
                </a:highlight>
              </a:rPr>
              <a:t>窄通道，绝对不要用停损单入场做空！</a:t>
            </a:r>
            <a:endParaRPr>
              <a:solidFill>
                <a:schemeClr val="dk1"/>
              </a:solidFill>
              <a:highlight>
                <a:srgbClr val="E06666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Until Strong Bull BO  Bears Scale In above High 09m37s.jpg" id="128" name="Google Shape;1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Only for Experts  Since Risk Bigger Than Reward 10m35s.jpg"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479275" y="8112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只有交易专家才会这么做，因为风险比回报大得多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Need Probability of 80%  Else Lose 11m53s.jpg"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404375" y="7738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需要超过80%的胜率，不然亏钱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That Is Worst Case  Structure Trade to Be Better 14m24s.jpg"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7278600" y="10733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</a:rPr>
              <a:t>初学者不应该加仓，尤其是逆势加仓</a:t>
            </a:r>
            <a:endParaRPr>
              <a:solidFill>
                <a:schemeClr val="dk1"/>
              </a:solidFill>
              <a:highlight>
                <a:srgbClr val="93C47D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High Probability  Can Offset Bad RR 17m34s.jpg"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5062050" y="426335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窄上涨通道，空头经常失望，然后打平离场，而不是第一入场点离场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9023350" y="105082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</a:rPr>
              <a:t>阿布：我个人不会在窄通道高点做空，我只会寻找机会做多，然而一但市场变成双向市场或者通道变宽，我才会考虑前高做空，逢高加空。</a:t>
            </a:r>
            <a:endParaRPr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Main Points  Can Bears Make Money  17m44s.jpg"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Bears Selling above High  Can They Easily Make Money  19m26s.jpg" id="175" name="Google Shape;1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6200300" y="1013375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空头不能轻松赚钱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1.不能做空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</a:rPr>
              <a:t>2.任何理由做多，期望很好</a:t>
            </a:r>
            <a:endParaRPr>
              <a:solidFill>
                <a:schemeClr val="dk1"/>
              </a:solidFill>
              <a:highlight>
                <a:srgbClr val="A2C4C9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If Difficult for Bears  Bears Stop Selling 21m43s.jpg" id="183" name="Google Shape;1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9450175" y="2196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</a:rPr>
              <a:t>做空很难赚钱，那么空头会停止做空</a:t>
            </a:r>
            <a:endParaRPr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Aggressive Bears  Scale In with Wide Stop 22m38s.jpg" id="191" name="Google Shape;1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 txBox="1"/>
          <p:nvPr/>
        </p:nvSpPr>
        <p:spPr>
          <a:xfrm>
            <a:off x="471750" y="8786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CE5CD"/>
                </a:highlight>
              </a:rPr>
              <a:t>激进的空头，宽止损，逢高加仓</a:t>
            </a:r>
            <a:endParaRPr>
              <a:solidFill>
                <a:schemeClr val="dk1"/>
              </a:solidFill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Many Scale In Bears  Wait for Stop Entry 25m29s.jpg" id="199" name="Google Shape;1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 txBox="1"/>
          <p:nvPr/>
        </p:nvSpPr>
        <p:spPr>
          <a:xfrm>
            <a:off x="9547525" y="2571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</a:rPr>
              <a:t>更多加仓的空头，等待停损单入场</a:t>
            </a:r>
            <a:endParaRPr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Some Bears  Rely on Stop and Wait for Profit 26m24s.jpg"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Bull BC and Follow-Through  Reverse to Long 28m33s.jpg" id="214" name="Google Shape;21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Bull Flag  Bear BO 31m08s.jpg"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990625" y="43606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E599"/>
                </a:highlight>
              </a:rPr>
              <a:t>下跌趋势经常以向下突破牛旗开始</a:t>
            </a:r>
            <a:endParaRPr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Bears Losing Money  Better to Just Exit with Loss 33m14s.jpg" id="229" name="Google Shape;2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Most Great Traders  Rarely Reverse 34m27s.jpg" id="236" name="Google Shape;2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/>
        </p:nvSpPr>
        <p:spPr>
          <a:xfrm>
            <a:off x="4455525" y="15825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0E0E3"/>
                </a:highlight>
              </a:rPr>
              <a:t>如果一直找做空的机会，那么会错过这段上涨行情</a:t>
            </a:r>
            <a:endParaRPr>
              <a:solidFill>
                <a:schemeClr val="dk1"/>
              </a:solidFill>
              <a:highlight>
                <a:srgbClr val="D0E0E3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Do Not Sell  When Hard to Make Money Selling 35m01s.jpg" id="244" name="Google Shape;2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