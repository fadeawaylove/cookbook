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i="0" sz="1000" u="none" cap="none" strike="noStrike">
                <a:solidFill>
                  <a:schemeClr val="dk1"/>
                </a:solidFill>
              </a:defRPr>
            </a:lvl1pPr>
            <a:lvl2pPr indent="-2921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i="0" sz="1000" u="none" cap="none" strike="noStrike">
                <a:solidFill>
                  <a:schemeClr val="dk1"/>
                </a:solidFill>
              </a:defRPr>
            </a:lvl2pPr>
            <a:lvl3pPr indent="-2921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i="0" sz="1000" u="none" cap="none" strike="noStrike">
                <a:solidFill>
                  <a:schemeClr val="dk1"/>
                </a:solidFill>
              </a:defRPr>
            </a:lvl3pPr>
            <a:lvl4pPr indent="-292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i="0" sz="1000" u="none" cap="none" strike="noStrike">
                <a:solidFill>
                  <a:schemeClr val="dk1"/>
                </a:solidFill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i="0" sz="1000" u="none" cap="none" strike="noStrike">
                <a:solidFill>
                  <a:schemeClr val="dk1"/>
                </a:solidFill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i="0" sz="1000" u="none" cap="none" strike="noStrike">
                <a:solidFill>
                  <a:schemeClr val="dk1"/>
                </a:solidFill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i="0" sz="1000" u="none" cap="none" strike="noStrike">
                <a:solidFill>
                  <a:schemeClr val="dk1"/>
                </a:solidFill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i="0" sz="1000" u="none" cap="none" strike="noStrike">
                <a:solidFill>
                  <a:schemeClr val="dk1"/>
                </a:solidFill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i="0" sz="1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4A (#1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58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Channels  Can Be Tight or Broad 02m37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2868000" y="938525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010000" y="209172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下降窄通道：只能做空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下降宽通道：可以swing或scalp做空，可以scalp做多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Tight Channels  Definition 03m32s.jp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Tight Channels  How Do You Know If Tight  07m09s.jpg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Lose Money If Buy Tight Bear Channel  Don't Fight Trend! 10m29s.jpg"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Buy Signal Bar in Tight Bear Channel  Sellers Above 12m42s.jpg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479250" y="856150"/>
            <a:ext cx="431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rgbClr val="F4CCCC"/>
                </a:highlight>
              </a:rPr>
              <a:t>下降窄通道的买入信号，更多人愿意在上面做空</a:t>
            </a:r>
            <a:endParaRPr sz="10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Tight Bear Channel  Don’t Buy 13m50s.jp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Main Points  Breakout on Higher Time Frame 14m02s.jpg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Tight Channel  Is Breakout on Higher Time Frame 15m50s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If Difficult  Consider Trading Higher Time Frame 17m20s.jpg"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Main Points  Tight Bull Channel as Bear Flag 17m44s.jpg" id="166" name="Google Shape;1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Tight Bear Channel  Bear Flag or Endless PB and Reversal  21m42s.jpg" id="173" name="Google Shape;1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5"/>
          <p:cNvSpPr txBox="1"/>
          <p:nvPr/>
        </p:nvSpPr>
        <p:spPr>
          <a:xfrm>
            <a:off x="584075" y="781300"/>
            <a:ext cx="431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CE5CD"/>
                </a:highlight>
              </a:rPr>
              <a:t>下降窄通道，熊旗还是无尽回调并反转？</a:t>
            </a:r>
            <a:endParaRPr sz="1200">
              <a:solidFill>
                <a:schemeClr val="dk1"/>
              </a:solidFill>
              <a:highlight>
                <a:srgbClr val="FCE5CD"/>
              </a:highlight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9899475" y="736325"/>
            <a:ext cx="448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6D7A8"/>
                </a:highlight>
              </a:rPr>
              <a:t>一但持续10根K线，大家开始思考是否是无尽的回调并且开始上涨趋势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6D7A8"/>
                </a:highlight>
              </a:rPr>
              <a:t>尤其是在抛售高潮之后，比如抛物线楔形底后，3-5根连续阳线</a:t>
            </a:r>
            <a:endParaRPr sz="12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Tight Bear Channel  Is Bull Flag in Bull Trend 23m03s.jpg" id="182" name="Google Shape;1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Tight Bear Channel  Sell in Bear Trend 25m22s.jpg" id="189" name="Google Shape;1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If Not Clearly Broad  Then Is Tight 28m43s.jpg" id="196" name="Google Shape;1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When Feel Anxious to Sell  Then It Is Time to Sell 30m24s.jpg" id="203" name="Google Shape;2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Is It Time to Enter  If Waiting for PB, Don’t Wait 32m03s.jpg"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Small Risk for Bears  Even If Bull BO 33m35s.jpg" id="217" name="Google Shape;2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6 First Reversal Up  Probably Will Be Sold 35m00s.jpg" id="224" name="Google Shape;2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7 End of Session  Sometimes Profit Taking 36m34s.jpg"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8 Probability Less Than BO  But So Is Risk 38m44s.jpg" id="238" name="Google Shape;2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9 Review 39m40s.jpg" id="245" name="Google Shape;2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