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43 (#2 of 4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30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First Reversal Up  Usually ls Minor 04m35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Stop  Often Two Good Choices 06m10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Test of Low  Take Profits 08m23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Sell  Just Like in BO 11m32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PB  ls Start of Channel 11m40s.jp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PB  Is Start of Channel 13m50s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If Bull Scalpers Can Make Profit  Then Channel, Not BO 15m49s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Lower Probability Than BO  But Still Strong Bear 18m56s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Risk of Deep PB  But TR More Likely Than Bull Trend 20m39s.jp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Tight Channel ls Strong Trend  But Weaker Than BO 23m06s.jpg"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Unlike BO Phase  Bears below Low (Take Profits) 25m44s.jp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Most Bulls Do Not Buy  26m24s.jpg"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Review 26m44s.jp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