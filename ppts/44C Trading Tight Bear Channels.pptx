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8229600" cx="14630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1 Video 44c (#3 of 4) 00m06s.jp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2 Main Points 00m25s.jp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3 PBs Are Frequent  But Small 03m09s.jp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4 Tight Bear Channel  Bulls Should Not Buy with Stops 05m23s.jpg"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5 Until Strong Bear BO  Bulls Scale in below Low 09m05s.jpg" id="114" name="Google Shape;1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6 Only for Experts  Since Risk Bigger Than Reward 09m44s.jpg" id="121" name="Google Shape;1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7 Need Probability of 80%  Else Lose 11m43s.jpg" id="128" name="Google Shape;1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8 High Probability  Can Offset Bad Risk Reward 14m28s.jpg" id="135" name="Google Shape;13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9 Main Points  Can Bulls Make Money  14m55s.jpg" id="142" name="Google Shape;14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0 Buying below Low  Can Bulls Make Money  16m55s.jpg" id="149" name="Google Shape;14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1 If Difficult for Bulls  Bears Are Strong 21m06s.jpg" id="156" name="Google Shape;1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2 If Difficult to Make Money  Bulls Stop Buying 22m22s.jpg" id="163" name="Google Shape;1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3 Aggressive Bulls  Scale in with Wide Stop 25m55s.jpg" id="170" name="Google Shape;17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4 Most Great Traders  Rarely Reverse 28m42s.jpg" id="177" name="Google Shape;17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5 Tight Bear Channel  Trade Like a BO (Almost!) 31m22s.jpg" id="184" name="Google Shape;18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6 Trend  So 60% Probability of Profit 33m36s.jpg" id="191" name="Google Shape;19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7 Review 34m18s.jpg" id="198" name="Google Shape;1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