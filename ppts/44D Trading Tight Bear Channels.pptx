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8229600" cx="14630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1 Video 44D (#4 of 4) 00m05s.jp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2 Main Points 00m31s.jp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3 Near Top of Channel  Always Try to Sell 04m39s.jp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4 Sell in Tight Bear Channel  Many Ways 07m02s.jpg" id="107" name="Google Shape;1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5 Channel Has Many PBs  Many Chances to Sell above Low 09m29s.jpg" id="114" name="Google Shape;11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6 0K to Sell Any Time  But Better to Sell PB Than BO 11m51s.jpg" id="121" name="Google Shape;1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7 33% - 50% PB  Sell 12m58s.jpg" id="128" name="Google Shape;12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8 Sell above PB  And above 2nd Bar in PB 16m59s.jpg" id="135" name="Google Shape;13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9 Main Points  Stops and Taking Profits 17m12s.jpg" id="142" name="Google Shape;14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0 Trail Stop  After Each New Strong Bear BO 22m07s.jpg" id="149" name="Google Shape;14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1 Any Reasonable Stop  Is Good 23m27s.jpg" id="156" name="Google Shape;15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2 Taking Profits  Using 28m27s.jpg" id="163" name="Google Shape;16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3 Minimum Profit  Rarely Is Best Choice 29m32s.jpg" id="170" name="Google Shape;17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4 Main Points  Tight Channel Evolves into TR 29m52s.jpg" id="177" name="Google Shape;17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5 All Trends  Eventually End 30m06s.jpg" id="184" name="Google Shape;18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6 All Trends  Eventually End 30m46s.jpg" id="191" name="Google Shape;19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7 All Trends  Eventually End 31m04s.jpg" id="198" name="Google Shape;19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8 All Trends  Eventua ly End 31m10s.jpg" id="205" name="Google Shape;20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9 All Trends  Eventua ly End 31m32s.jpg" id="212" name="Google Shape;21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0 All Trends  Eventually End 33m23s.jpg" id="219" name="Google Shape;21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1 Swing  Until No Longer Bear Trend 38m08s.jpg" id="226" name="Google Shape;22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2 Breaking TL  Creates Flatter Channel, Then TR 39m20s.jpg" id="233" name="Google Shape;23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3 Once Becomes TR  Stop Trading Like Trend 41m33s.jpg" id="240" name="Google Shape;24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4 Tight Channel  Often Evolves into Broad Channel 43m00s.jpg" id="247" name="Google Shape;24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