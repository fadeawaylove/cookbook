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9" Type="http://schemas.openxmlformats.org/officeDocument/2006/relationships/slide" Target="slides/slide9.xml" /><Relationship Id="rId23" Type="http://schemas.openxmlformats.org/officeDocument/2006/relationships/slide" Target="slides/slide23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21" Type="http://schemas.openxmlformats.org/officeDocument/2006/relationships/slide" Target="slides/slide21.xml" /><Relationship Id="rId14" Type="http://schemas.openxmlformats.org/officeDocument/2006/relationships/slide" Target="slides/slide14.xml" /><Relationship Id="rId25" Type="http://schemas.openxmlformats.org/officeDocument/2006/relationships/tableStyles" Target="tableStyles.xml" /><Relationship Id="rId20" Type="http://schemas.openxmlformats.org/officeDocument/2006/relationships/slide" Target="slides/slide20.xml" /><Relationship Id="rId11" Type="http://schemas.openxmlformats.org/officeDocument/2006/relationships/slide" Target="slides/slide11.xml" /><Relationship Id="rId22" Type="http://schemas.openxmlformats.org/officeDocument/2006/relationships/slide" Target="slides/slide22.xml" /><Relationship Id="rId24" Type="http://schemas.openxmlformats.org/officeDocument/2006/relationships/presProps" Target="presProps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26" Type="http://schemas.openxmlformats.org/officeDocument/2006/relationships/viewProps" Target="viewProps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19" Type="http://schemas.openxmlformats.org/officeDocument/2006/relationships/slide" Target="slides/slide1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8" Type="http://schemas.openxmlformats.org/officeDocument/2006/relationships/slideLayout" Target="../slideLayouts/slideLayout9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5A (#1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3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03 Channels  Can Be Tight or Broad 02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04 Broad Channels  Are Similar to TRs 04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05 Broad Channel and TR  Are Same for 90% of Bars 05m3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6 Broad Channel  Tight Channel on Higher Time Frame 08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07 Broad Channel  Is Mostly TR  Emini 240 min 09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8 Broad Channel  ls Mostly TR  Emini 240 min _ . , 10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9 Same Chart  But Line Chart  Emini 240 min 11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Broad Channels  How Do You Know If Broad   Emini120 min 12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Broad Bull Channel  Sometimes Always In Short  Emini 120 min 13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Broad Bull Channel  Sometimes Always In Short  Emmi 120 min . _ _ _ _ . 13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Main Points  Often Contain Trading Ranges 13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Broad Bull Channel  Often Contains TRs  Emini120 min 16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Today’s 5 Min Chart ls Broad Channel  Wedge Top 19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Today’s 5 Min Chart ls Broad Channel  Trending TR Day 21m5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Main Points  Often Last Several Days 22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Broad Channels  Why Not Common on 5 Min Chart  24m2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Broad Channels  Usually Not Enough Bars on 5 Min Chart 25m3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Broad Channel on 5 Min chart  Usually Takes 2 or More Days 27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When Several Days Long  Consider Trading 60 Min Chart 27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Main Points  Usually Tight Channel on Higher Time Frame 27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5 Min Broad Channel  Can Be 60 Min Tight Channel 28m5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2024-11-18T10:49:27Z</dcterms:created>
  <dcterms:modified xsi:type="dcterms:W3CDTF">2024-11-18T10:49:27Z</dcterms:modified>
</cp:coreProperties>
</file>