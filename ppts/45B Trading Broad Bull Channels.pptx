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viewProps.xml" ContentType="application/vnd.openxmlformats-officedocument.presentationml.viewProps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16" Type="http://schemas.openxmlformats.org/officeDocument/2006/relationships/slide" Target="slides/slide16.xml" /><Relationship Id="rId10" Type="http://schemas.openxmlformats.org/officeDocument/2006/relationships/slide" Target="slides/slide10.xml" /><Relationship Id="rId20" Type="http://schemas.openxmlformats.org/officeDocument/2006/relationships/viewProps" Target="viewProps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18" Type="http://schemas.openxmlformats.org/officeDocument/2006/relationships/presProps" Target="presProps.xml" /><Relationship Id="rId1" Type="http://schemas.openxmlformats.org/officeDocument/2006/relationships/slide" Target="slides/slide1.xml" /><Relationship Id="rId19" Type="http://schemas.openxmlformats.org/officeDocument/2006/relationships/tableStyles" Target="tableStyles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5" Type="http://schemas.openxmlformats.org/officeDocument/2006/relationships/slideLayout" Target="../slideLayouts/slideLayout6.xml" /><Relationship Id="rId10" Type="http://schemas.openxmlformats.org/officeDocument/2006/relationships/slideLayout" Target="../slideLayouts/slideLayout1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Video 453 (#2 of 5)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2 Main Points 00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3 Low  Leads to Strong Rally and New High 06m4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04 Main Points  Can Sometimes Be Always In Short! 07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05 Broad Channel  Contains Bull Trends, Bear Trends, and TRs  Emini, 5 min. 9 days In Broad Bull Channel 08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06 1St 6 Days of 9 Day Broad Bull Channel  Lots of Variety 11m2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07 Most Trade Each Day by Itself  Not Part of 9 Day Channel 13m0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4" name="Picture 3" descr="08 Day Traders  Usually Only Look at 1 — 2 Days of Bars  Emini, 5 min, 9 days In Broad Bull Channel 13m2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8" name="Picture 3" descr="09 Day Traders  Usually Only Look at 1 — 2 Days of Bars     Emmi, 5 min, 9 days m Broad Bull Channe‘ 13m4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0 60 Min Chart Traders  Use 5 Min Chart for Early Entry  Emini, 5 min, 9 days In Broad Bull Channel 13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1 60 Min Chart Traders  Use 5 Min Chart for Early Entry  Emini, 5 min, 9 days in Broad Bull Channel 14m0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2 60 Min Chart Traders  Use 5 Min Chart for Early Entry  Emini, 5 min, 9 days In Broad Bull Channel 14m08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13 60 Min Chart Traders  Use 5 Min Chart for Early Entry  Emini, 5 min, 9 days in Broad Bull Channel 14m4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14 60 Min Chart Traders  Use 5 Min Chart for Early Entry  Emini, 5 min, 9 days in Broad Bull Channel 14m52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15 Same Channel  15 Min Chart Is Still Broad Channel 16m4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16 Same Channel  60 Min Chart Is Channel 20m2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17 Review 21m3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2024-11-18T10:49:34Z</dcterms:created>
  <dcterms:modified xsi:type="dcterms:W3CDTF">2024-11-18T10:49:34Z</dcterms:modified>
</cp:coreProperties>
</file>