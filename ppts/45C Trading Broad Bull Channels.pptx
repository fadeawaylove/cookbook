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29" Type="http://schemas.openxmlformats.org/officeDocument/2006/relationships/viewProps" Target="viewProps.xml" /><Relationship Id="rId4" Type="http://schemas.openxmlformats.org/officeDocument/2006/relationships/slide" Target="slides/slide4.xml" /><Relationship Id="rId28" Type="http://schemas.openxmlformats.org/officeDocument/2006/relationships/tableStyles" Target="tableStyles.xml" /><Relationship Id="rId27" Type="http://schemas.openxmlformats.org/officeDocument/2006/relationships/presProps" Target="presProps.xml" /><Relationship Id="rId6" Type="http://schemas.openxmlformats.org/officeDocument/2006/relationships/slide" Target="slides/slide6.xml" /><Relationship Id="rId26" Type="http://schemas.openxmlformats.org/officeDocument/2006/relationships/slide" Target="slides/slide26.xml" /><Relationship Id="rId24" Type="http://schemas.openxmlformats.org/officeDocument/2006/relationships/slide" Target="slides/slide24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8" Type="http://schemas.openxmlformats.org/officeDocument/2006/relationships/slide" Target="slides/slide18.xml" /><Relationship Id="rId14" Type="http://schemas.openxmlformats.org/officeDocument/2006/relationships/slide" Target="slides/slide14.xml" /><Relationship Id="rId8" Type="http://schemas.openxmlformats.org/officeDocument/2006/relationships/slide" Target="slides/slide8.xml" /><Relationship Id="rId15" Type="http://schemas.openxmlformats.org/officeDocument/2006/relationships/slide" Target="slides/slide15.xml" /><Relationship Id="rId23" Type="http://schemas.openxmlformats.org/officeDocument/2006/relationships/slide" Target="slides/slide23.xml" /><Relationship Id="rId1" Type="http://schemas.openxmlformats.org/officeDocument/2006/relationships/slide" Target="slides/slide1.xml" /><Relationship Id="rId21" Type="http://schemas.openxmlformats.org/officeDocument/2006/relationships/slide" Target="slides/slide21.xml" /><Relationship Id="rId16" Type="http://schemas.openxmlformats.org/officeDocument/2006/relationships/slide" Target="slides/slide16.xml" /><Relationship Id="rId20" Type="http://schemas.openxmlformats.org/officeDocument/2006/relationships/slide" Target="slides/slide20.xml" /><Relationship Id="rId19" Type="http://schemas.openxmlformats.org/officeDocument/2006/relationships/slide" Target="slides/slide19.xml" /><Relationship Id="rId13" Type="http://schemas.openxmlformats.org/officeDocument/2006/relationships/slide" Target="slides/slide13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25" Type="http://schemas.openxmlformats.org/officeDocument/2006/relationships/slide" Target="slides/slide25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7" Type="http://schemas.openxmlformats.org/officeDocument/2006/relationships/slideLayout" Target="../slideLayouts/slideLayout8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5C (#3 of 5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Reversals Are Common  But Most Fail  Emini, 5 min, 9 days In Broad Bull Channel 01m5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03 Reversals Are Common  But Most Fail  Emini, 5 min, 9 days in Broad Bull Channel 02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04 Reversals Are Common  But Most Fail  Emini, 5 min, 9 days In Broad Bull Channel 02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05 Often Have Strong Bear BO  Then DB  Emini, 5 min, 9 days in Broad Bull Channel 02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06 Often Have Strong Bear BO  Then DB  Emini, 5 min, 9 days In Broad Bull Channel 03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07 Often Have Strong Bear BO  Then DB  Emini, 5 min, 9 days In Broad Bull Channel 03m4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08 Often Have Double Tops and MTRs  But Then Bull BO  Emini, 5 min, 9 days in Broad Bull Channel 03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4" name="Picture 3" descr="09 Often Have Double Tops and MTRs  But Then Bull BO  Emini, 5 min, 9 days In Broad Bull Channel 06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TR  Creates Broader Bull Channel  Emini, 5 min, 9 days In Broad Bull Channel 08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Minor New Lows  Are Common     Emini, 5 min, 9 days In Broad Bull Channel 11m0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Main Points  Diagnose Early 11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Which Part of Market Cycle  Always Want Early Diagnosis 16m3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When Not Clearly Broad Bull Channel  Trade What Is Clear 18m3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Broad Bull Channel  Is Bull Trend 80 Buy 21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Main Points  Bears Sell Rallies 21m2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Once Deep PB or Always In Short  Bears Sell Rallies 23m4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Once Deep PB or Always In Short  Bears Sell above Bars 25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Never Certain  But Each Bar Gives New Information 27m5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Main Points  Bad Follow-Through after New High 28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BO  Is There Strong Follow-Through Buying  30m3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2 Some Computers  See as Always In Short 32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3 Most Broad Channels  Are Also TRs 33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24 BO Mode  But Slightly Higher Probability for Bulls 34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25 Weak Rally  Possible Bull Leg in Big TR 35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26 All Trends  Eventua ly End 35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2024-11-18T10:49:42Z</dcterms:created>
  <dcterms:modified xsi:type="dcterms:W3CDTF">2024-11-18T10:49:42Z</dcterms:modified>
</cp:coreProperties>
</file>