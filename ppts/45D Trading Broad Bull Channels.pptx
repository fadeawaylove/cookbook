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slides/slide38.xml" ContentType="application/vnd.openxmlformats-officedocument.presentationml.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Override PartName="/ppt/slides/slide45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32.xml" ContentType="application/vnd.openxmlformats-officedocument.presentationml.slide+xml"/>
  <Override PartName="/ppt/slides/slide44.xml" ContentType="application/vnd.openxmlformats-officedocument.presentationml.slide+xml"/>
  <Override PartName="/docProps/app.xml" ContentType="application/vnd.openxmlformats-officedocument.extended-properties+xml"/>
  <Override PartName="/ppt/slides/slide40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35.xml" ContentType="application/vnd.openxmlformats-officedocument.presentationml.slide+xml"/>
  <Override PartName="/ppt/slides/slide42.xml" ContentType="application/vnd.openxmlformats-officedocument.presentationml.slide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41.xml" ContentType="application/vnd.openxmlformats-officedocument.presentationml.slide+xml"/>
  <Override PartName="/ppt/slides/slide46.xml" ContentType="application/vnd.openxmlformats-officedocument.presentationml.slide+xml"/>
  <Override PartName="/ppt/presentation.xml" ContentType="application/vnd.openxmlformats-officedocument.presentationml.presentation.main+xml"/>
  <Override PartName="/ppt/slides/slide43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30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34.xml" ContentType="application/vnd.openxmlformats-officedocument.presentationml.slide+xml"/>
  <Override PartName="/ppt/slides/slide37.xml" ContentType="application/vnd.openxmlformats-officedocument.presentationml.slide+xml"/>
  <Override PartName="/ppt/slides/slide6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26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49" Type="http://schemas.openxmlformats.org/officeDocument/2006/relationships/viewProps" Target="viewProps.xml" /><Relationship Id="rId48" Type="http://schemas.openxmlformats.org/officeDocument/2006/relationships/tableStyles" Target="tableStyles.xml" /><Relationship Id="rId43" Type="http://schemas.openxmlformats.org/officeDocument/2006/relationships/slide" Target="slides/slide43.xml" /><Relationship Id="rId42" Type="http://schemas.openxmlformats.org/officeDocument/2006/relationships/slide" Target="slides/slide42.xml" /><Relationship Id="rId41" Type="http://schemas.openxmlformats.org/officeDocument/2006/relationships/slide" Target="slides/slide4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20" Type="http://schemas.openxmlformats.org/officeDocument/2006/relationships/slide" Target="slides/slide20.xml" /><Relationship Id="rId14" Type="http://schemas.openxmlformats.org/officeDocument/2006/relationships/slide" Target="slides/slide14.xml" /><Relationship Id="rId47" Type="http://schemas.openxmlformats.org/officeDocument/2006/relationships/presProps" Target="presProps.xml" /><Relationship Id="rId23" Type="http://schemas.openxmlformats.org/officeDocument/2006/relationships/slide" Target="slides/slide23.xml" /><Relationship Id="rId21" Type="http://schemas.openxmlformats.org/officeDocument/2006/relationships/slide" Target="slides/slide21.xml" /><Relationship Id="rId15" Type="http://schemas.openxmlformats.org/officeDocument/2006/relationships/slide" Target="slides/slide15.xml" /><Relationship Id="rId34" Type="http://schemas.openxmlformats.org/officeDocument/2006/relationships/slide" Target="slides/slide34.xml" /><Relationship Id="rId37" Type="http://schemas.openxmlformats.org/officeDocument/2006/relationships/slide" Target="slides/slide37.xml" /><Relationship Id="rId19" Type="http://schemas.openxmlformats.org/officeDocument/2006/relationships/slide" Target="slides/slide19.xml" /><Relationship Id="rId22" Type="http://schemas.openxmlformats.org/officeDocument/2006/relationships/slide" Target="slides/slide22.xml" /><Relationship Id="rId18" Type="http://schemas.openxmlformats.org/officeDocument/2006/relationships/slide" Target="slides/slide18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39" Type="http://schemas.openxmlformats.org/officeDocument/2006/relationships/slide" Target="slides/slide39.xml" /><Relationship Id="rId16" Type="http://schemas.openxmlformats.org/officeDocument/2006/relationships/slide" Target="slides/slide16.xml" /><Relationship Id="rId11" Type="http://schemas.openxmlformats.org/officeDocument/2006/relationships/slide" Target="slides/slide11.xml" /><Relationship Id="rId26" Type="http://schemas.openxmlformats.org/officeDocument/2006/relationships/slide" Target="slides/slide26.xml" /><Relationship Id="rId6" Type="http://schemas.openxmlformats.org/officeDocument/2006/relationships/slide" Target="slides/slide6.xml" /><Relationship Id="rId46" Type="http://schemas.openxmlformats.org/officeDocument/2006/relationships/slide" Target="slides/slide46.xml" /><Relationship Id="rId2" Type="http://schemas.openxmlformats.org/officeDocument/2006/relationships/slide" Target="slides/slide2.xml" /><Relationship Id="rId17" Type="http://schemas.openxmlformats.org/officeDocument/2006/relationships/slide" Target="slides/slide17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3" Type="http://schemas.openxmlformats.org/officeDocument/2006/relationships/slide" Target="slides/slide3.xml" /><Relationship Id="rId27" Type="http://schemas.openxmlformats.org/officeDocument/2006/relationships/slide" Target="slides/slide27.xml" /><Relationship Id="rId1" Type="http://schemas.openxmlformats.org/officeDocument/2006/relationships/slide" Target="slides/slide1.xml" /><Relationship Id="rId29" Type="http://schemas.openxmlformats.org/officeDocument/2006/relationships/slide" Target="slides/slide29.xml" /><Relationship Id="rId31" Type="http://schemas.openxmlformats.org/officeDocument/2006/relationships/slide" Target="slides/slide31.xml" /><Relationship Id="rId28" Type="http://schemas.openxmlformats.org/officeDocument/2006/relationships/slide" Target="slides/slide28.xml" /><Relationship Id="rId40" Type="http://schemas.openxmlformats.org/officeDocument/2006/relationships/slide" Target="slides/slide40.xml" /><Relationship Id="rId30" Type="http://schemas.openxmlformats.org/officeDocument/2006/relationships/slide" Target="slides/slide30.xml" /><Relationship Id="rId44" Type="http://schemas.openxmlformats.org/officeDocument/2006/relationships/slide" Target="slides/slide44.xml" /><Relationship Id="rId32" Type="http://schemas.openxmlformats.org/officeDocument/2006/relationships/slide" Target="slides/slide32.xml" /><Relationship Id="rId45" Type="http://schemas.openxmlformats.org/officeDocument/2006/relationships/slide" Target="slides/slide45.xml" /><Relationship Id="rId33" Type="http://schemas.openxmlformats.org/officeDocument/2006/relationships/slide" Target="slides/slide33.xml" /><Relationship Id="rId5" Type="http://schemas.openxmlformats.org/officeDocument/2006/relationships/slide" Target="slides/slide5.xml" /><Relationship Id="rId35" Type="http://schemas.openxmlformats.org/officeDocument/2006/relationships/slide" Target="slides/slide35.xml" /><Relationship Id="rId36" Type="http://schemas.openxmlformats.org/officeDocument/2006/relationships/slide" Target="slides/slide36.xml" /><Relationship Id="rId38" Type="http://schemas.openxmlformats.org/officeDocument/2006/relationships/slide" Target="slides/slide38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9" Type="http://schemas.openxmlformats.org/officeDocument/2006/relationships/slideLayout" Target="../slideLayouts/slideLayout10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4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42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43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44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45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46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27.jpg" /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28.jpg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image" Target="media/image29.jpg" /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image" Target="media/image30.jpg" /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image" Target="media/image31.jpg" /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image" Target="media/image32.jpg" /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image" Target="media/image33.jpg" /><Relationship Id="rId0" Type="http://schemas.openxmlformats.org/officeDocument/2006/relationships/slideLayout" Target="../slideLayouts/slideLayout1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image" Target="media/image35.jpg" /><Relationship Id="rId0" Type="http://schemas.openxmlformats.org/officeDocument/2006/relationships/slideLayout" Target="../slideLayouts/slideLayout1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image" Target="media/image36.jpg" /><Relationship Id="rId0" Type="http://schemas.openxmlformats.org/officeDocument/2006/relationships/slideLayout" Target="../slideLayouts/slideLayout1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image" Target="media/image37.jpg" /><Relationship Id="rId0" Type="http://schemas.openxmlformats.org/officeDocument/2006/relationships/slideLayout" Target="../slideLayouts/slideLayout1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image" Target="media/image38.jpg" /><Relationship Id="rId0" Type="http://schemas.openxmlformats.org/officeDocument/2006/relationships/slideLayout" Target="../slideLayouts/slideLayout1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image" Target="media/image39.jpg" /><Relationship Id="rId0" Type="http://schemas.openxmlformats.org/officeDocument/2006/relationships/slideLayout" Target="../slideLayouts/slideLayout1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image" Target="media/image40.jpg" /><Relationship Id="rId0" Type="http://schemas.openxmlformats.org/officeDocument/2006/relationships/slideLayout" Target="../slideLayouts/slideLayout1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image" Target="media/image4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5D (#4 of 5) 00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3 Some Swing Traders  Use Wide Stops 02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6" name="Picture 3" descr="04 Bull Trend Needs HLs  But Do Not Let Stops Get Hit 06m3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8" name="Picture 3" descr="05 Broad Bull Channel  Some Just Take Buy Signals 07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2" name="Picture 3" descr="06 Broad Bull Channel  Some Just Take Buy Signa s 07m3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6" name="Picture 3" descr="07 Broad Bull Channel  Some Just Take Buy Signals 08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80" name="Picture 3" descr="08 Broad Bull Channel  Some Just Take Buy Signa s 08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84" name="Picture 3" descr="09 Broad Bull Channel  Some Just Take Buy Signals 08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Broad Bull Channel  Some Just Take Buy Signa s 08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Broad Bull Channel  Some Just Take Buy Signals 10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Broad Bull Channel  Some Just Take Buy Signa s 11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Broad Bull Channel  Some Just Take Buy Signals 11m1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Main Points  2nd Leg Trap 11m3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Bull BO  Possible 2nd Leg Bull Trap 11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Bull B0  Possible 2nd Leg Bull Trap 11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Bull BO  Possible 2nd Leg Bull Trap 11m5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Bull B0  Possible 2nd Leg Bull Trap 12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Bull B0  Possible 2nd Leg Bull Trap 12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Bull BO  Possible 2nd Leg Bull Trap 13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Bull B0  Possible 2nd Leg Bull Trap 13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Bull BO  Possible 2nd Leg Bull Trap 14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Strong Bear BO  2nd Leg Bear Trap 14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24 Strong Bear BO  2nd Leg Bear Trap 15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25 Strong Bear BO  2ncl Leg Bear Trap 15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26 Strong Bear BO  2nd Leg Bear Trap 15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27 Strong Bear BO  2ncl Leg Bear Trap 15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28 Strong Bear BO  2ncl Leg Bear Trap 16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29 BO  How Big  17m1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30 Main Points  Bears Sell in Broad Bull Channel 17m3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31 Broad Bull Channel  Bears Sell 22m0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32 Bears Sell in Broad Bull Channel  At New High 23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8" name="Picture 3" descr="33 Bears Base Stops  On Measured Moves or Other Resistance 25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2" name="Picture 3" descr="34 Bears Take Profits  Mostly Scalp 28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6" name="Picture 3" descr="35 Base Stop  On 2x Size of Biggest Prior BO 29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0" name="Picture 3" descr="36 Bear Scalper  Needs at Least Minimum Scalp Size 31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4" name="Picture 3" descr="37 Bears Scalpers  Sometimes Lose 33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8" name="Picture 3" descr="38 Bears Scale In to Increase Probability  But Increased Risk 35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2" name="Picture 3" descr="39 After Big Bull BO  Sell below Bear Bar 35m5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0" name="Picture 3" descr="40 Big Bull BO  Bears Scale In 36m5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4" name="Picture 3" descr="41 Big Bull BO  Bears Scale In  Rely on siop above MM projection 37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8" name="Picture 3" descr="42 Big Bull BO  Bears Scale In  Rely on step above MM projection 37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52" name="Picture 3" descr="43 Big Bull BO  Bears Scale In  Rely on siop above MM projection 37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56" name="Picture 3" descr="44 Sell New High  Based on Size of Prior BOs 39m4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0" name="Picture 3" descr="45 Main Points  Bulls Take Profits above Prior High 39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4" name="Picture 3" descr="46 Bulls Take Profits  Based on Size of Prior BOs 41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2024-11-18T10:49:51Z</dcterms:created>
  <dcterms:modified xsi:type="dcterms:W3CDTF">2024-11-18T10:49:51Z</dcterms:modified>
</cp:coreProperties>
</file>