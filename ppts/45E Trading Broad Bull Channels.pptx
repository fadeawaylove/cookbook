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21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9.xml" ContentType="application/vnd.openxmlformats-officedocument.presentationml.slide+xml"/>
  <Override PartName="/ppt/slides/slide25.xml" ContentType="application/vnd.openxmlformats-officedocument.presentationml.slide+xml"/>
  <Override PartName="/ppt/viewProps.xml" ContentType="application/vnd.openxmlformats-officedocument.presentationml.viewProps+xml"/>
  <Override PartName="/ppt/slides/slide13.xml" ContentType="application/vnd.openxmlformats-officedocument.presentationml.slide+xml"/>
  <Override PartName="/ppt/slides/slide23.xml" ContentType="application/vnd.openxmlformats-officedocument.presentationml.slide+xml"/>
  <Override PartName="/ppt/slides/slide26.xml" ContentType="application/vnd.openxmlformats-officedocument.presentationml.slide+xml"/>
  <Override PartName="/ppt/tableStyles.xml" ContentType="application/vnd.openxmlformats-officedocument.presentationml.tableStyles+xml"/>
  <Override PartName="/ppt/slides/slide16.xml" ContentType="application/vnd.openxmlformats-officedocument.presentationml.slide+xml"/>
  <Override PartName="/ppt/slides/slide5.xml" ContentType="application/vnd.openxmlformats-officedocument.presentationml.slide+xml"/>
  <Override PartName="/ppt/slides/slide15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0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slideLayouts/slideLayout10.xml" ContentType="application/vnd.openxmlformats-officedocument.presentationml.slideLayout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4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2.xml" ContentType="application/vnd.openxmlformats-officedocument.presentationml.slide+xml"/>
  <Override PartName="/ppt/slides/slide17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24.xml" ContentType="application/vnd.openxmlformats-officedocument.presentationml.slide+xml"/>
  <Override PartName="/ppt/slides/slide2.xml" ContentType="application/vnd.openxmlformats-officedocument.presentationml.slide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docProps/core.xml" ContentType="application/vnd.openxmlformats-package.core-properties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7" Type="http://schemas.openxmlformats.org/officeDocument/2006/relationships/slide" Target="slides/slide7.xml" /><Relationship Id="rId6" Type="http://schemas.openxmlformats.org/officeDocument/2006/relationships/slide" Target="slides/slide6.xml" /><Relationship Id="rId5" Type="http://schemas.openxmlformats.org/officeDocument/2006/relationships/slide" Target="slides/slide5.xml" /><Relationship Id="rId4" Type="http://schemas.openxmlformats.org/officeDocument/2006/relationships/slide" Target="slides/slide4.xml" /><Relationship Id="rId3" Type="http://schemas.openxmlformats.org/officeDocument/2006/relationships/slide" Target="slides/slide3.xml" /><Relationship Id="rId8" Type="http://schemas.openxmlformats.org/officeDocument/2006/relationships/slide" Target="slides/slide8.xml" /><Relationship Id="rId28" Type="http://schemas.openxmlformats.org/officeDocument/2006/relationships/tableStyles" Target="tableStyles.xml" /><Relationship Id="rId26" Type="http://schemas.openxmlformats.org/officeDocument/2006/relationships/slide" Target="slides/slide26.xml" /><Relationship Id="rId23" Type="http://schemas.openxmlformats.org/officeDocument/2006/relationships/slide" Target="slides/slide23.xml" /><Relationship Id="rId13" Type="http://schemas.openxmlformats.org/officeDocument/2006/relationships/slide" Target="slides/slide13.xml" /><Relationship Id="rId16" Type="http://schemas.openxmlformats.org/officeDocument/2006/relationships/slide" Target="slides/slide16.xml" /><Relationship Id="rId10" Type="http://schemas.openxmlformats.org/officeDocument/2006/relationships/slide" Target="slides/slide10.xml" /><Relationship Id="rId25" Type="http://schemas.openxmlformats.org/officeDocument/2006/relationships/slide" Target="slides/slide25.xml" /><Relationship Id="rId21" Type="http://schemas.openxmlformats.org/officeDocument/2006/relationships/slide" Target="slides/slide21.xml" /><Relationship Id="rId0" Type="http://schemas.openxmlformats.org/officeDocument/2006/relationships/slideMaster" Target="slideMasters/slideMaster1.xml" /><Relationship Id="rId11" Type="http://schemas.openxmlformats.org/officeDocument/2006/relationships/slide" Target="slides/slide11.xml" /><Relationship Id="rId9" Type="http://schemas.openxmlformats.org/officeDocument/2006/relationships/slide" Target="slides/slide9.xml" /><Relationship Id="rId27" Type="http://schemas.openxmlformats.org/officeDocument/2006/relationships/presProps" Target="presProps.xml" /><Relationship Id="rId20" Type="http://schemas.openxmlformats.org/officeDocument/2006/relationships/slide" Target="slides/slide20.xml" /><Relationship Id="rId29" Type="http://schemas.openxmlformats.org/officeDocument/2006/relationships/viewProps" Target="viewProps.xml" /><Relationship Id="rId1" Type="http://schemas.openxmlformats.org/officeDocument/2006/relationships/slide" Target="slides/slide1.xml" /><Relationship Id="rId14" Type="http://schemas.openxmlformats.org/officeDocument/2006/relationships/slide" Target="slides/slide14.xml" /><Relationship Id="rId19" Type="http://schemas.openxmlformats.org/officeDocument/2006/relationships/slide" Target="slides/slide19.xml" /><Relationship Id="rId12" Type="http://schemas.openxmlformats.org/officeDocument/2006/relationships/slide" Target="slides/slide12.xml" /><Relationship Id="rId17" Type="http://schemas.openxmlformats.org/officeDocument/2006/relationships/slide" Target="slides/slide17.xml" /><Relationship Id="rId24" Type="http://schemas.openxmlformats.org/officeDocument/2006/relationships/slide" Target="slides/slide24.xml" /><Relationship Id="rId18" Type="http://schemas.openxmlformats.org/officeDocument/2006/relationships/slide" Target="slides/slide18.xml" /><Relationship Id="rId2" Type="http://schemas.openxmlformats.org/officeDocument/2006/relationships/slide" Target="slides/slide2.xml" /><Relationship Id="rId15" Type="http://schemas.openxmlformats.org/officeDocument/2006/relationships/slide" Target="slides/slide15.xml" /><Relationship Id="rId22" Type="http://schemas.openxmlformats.org/officeDocument/2006/relationships/slide" Target="slides/slide22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7" Type="http://schemas.openxmlformats.org/officeDocument/2006/relationships/slideLayout" Target="../slideLayouts/slideLayout8.xml" /><Relationship Id="rId8" Type="http://schemas.openxmlformats.org/officeDocument/2006/relationships/slideLayout" Target="../slideLayouts/slideLayout9.xml" /><Relationship Id="rId5" Type="http://schemas.openxmlformats.org/officeDocument/2006/relationships/slideLayout" Target="../slideLayouts/slideLayout6.xml" /><Relationship Id="rId6" Type="http://schemas.openxmlformats.org/officeDocument/2006/relationships/slideLayout" Target="../slideLayouts/slideLayout7.xml" /><Relationship Id="rId4" Type="http://schemas.openxmlformats.org/officeDocument/2006/relationships/slideLayout" Target="../slideLayouts/slideLayout5.xml" /><Relationship Id="rId1" Type="http://schemas.openxmlformats.org/officeDocument/2006/relationships/slideLayout" Target="../slideLayouts/slideLayout2.xml" /><Relationship Id="rId0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1.xml" /><Relationship Id="rId11" Type="http://schemas.openxmlformats.org/officeDocument/2006/relationships/theme" Target="../theme/theme1.xml" /><Relationship Id="rId2" Type="http://schemas.openxmlformats.org/officeDocument/2006/relationships/slideLayout" Target="../slideLayouts/slideLayout3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20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21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22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23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24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25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26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1.xml" 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image" Target="media/image16.jpg" /><Relationship Id="rId0" Type="http://schemas.openxmlformats.org/officeDocument/2006/relationships/slideLayout" Target="../slideLayouts/slideLayout1.xml" 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image" Target="media/image17.jpg" /><Relationship Id="rId0" Type="http://schemas.openxmlformats.org/officeDocument/2006/relationships/slideLayout" Target="../slideLayouts/slideLayout1.xml" 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image" Target="media/image18.jpg" /><Relationship Id="rId0" Type="http://schemas.openxmlformats.org/officeDocument/2006/relationships/slideLayout" Target="../slideLayouts/slideLayout1.xml" 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image" Target="media/image19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01 Video 45E (#5 of 5) 00m0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8" name="Picture 3" descr="02 Main Points 00m5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0" name="Picture 3" descr="03 Buy Zones  In Bull BO 0r Tight Channel 01m0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4" name="Picture 3" descr="04 Buy Zones  In Bull BO or Tight Channel 02m1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8" name="Picture 3" descr="05 Buy Zones  In Broad Bull Channel 04m07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9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92" name="Picture 3" descr="06 Bull Trend  So Can Buy Any Time 05m4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9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96" name="Picture 3" descr="07 Broad Bull Channel  Better to Buy PB Than BO 06m23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9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00" name="Picture 3" descr="08 Main Points  Take Profits above Prior High 06m3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0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04" name="Picture 3" descr="09 Profit Taking Zone  Above High 08m0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10 Broad Channel ls Similar to TR  Expect Deep PBs 10m08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" name="Picture 3" descr="11 Strong Bear BO Attempts  Reverse up Quickly 11m25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6" name="Picture 3" descr="12 Stop  Sometimes 2 Choices 13m19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0" name="Picture 3" descr="13 Main Points  50% Pullback (PB) 13m28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4" name="Picture 3" descr="14 50% PB  Why Buy  15m33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8" name="Picture 3" descr="15 Buy 50% P33  Even after Minor Rally 17m13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2" name="Picture 3" descr="16 Broad Channel  Has TRs, Then BOs 18m11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6" name="Picture 3" descr="17 Every TR in Bull Trend  Contains Topping Patterns 19m45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0" name="Picture 3" descr="18 Every TR in Bull Trend  Contains Topping Patterns  Emini 5 min Head and 20m0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4" name="Picture 3" descr="19 Every TR in Bull Trend  Contains Topping Patterns  Emini 5 min Head and Final Flag 20m51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2" name="Picture 3" descr="20 Main Points  Every TR ls Bull Flag 22m01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6" name="Picture 3" descr="21 Every TR in Bull Trend  Contains Bull Flag 23m23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0" name="Picture 3" descr="22 BO Mode  But Still Bull Trend 24m41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4" name="Picture 3" descr="23 Broad Bull Channel  Bull BO Usually Fails 26m0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8" name="Picture 3" descr="24 Main Points  Evolve into Big TR 26m1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2" name="Picture 3" descr="25 Bull Channels  Evolve into TR or Bear Trend     Emini 120 min, Globex 27m4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6" name="Picture 3" descr="26 Review 28m51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2024-11-18T10:49:59Z</dcterms:created>
  <dcterms:modified xsi:type="dcterms:W3CDTF">2024-11-18T10:49:59Z</dcterms:modified>
</cp:coreProperties>
</file>