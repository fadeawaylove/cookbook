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s/slide13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9" Type="http://schemas.openxmlformats.org/officeDocument/2006/relationships/viewProps" Target="viewProps.xml" /><Relationship Id="rId28" Type="http://schemas.openxmlformats.org/officeDocument/2006/relationships/tableStyles" Target="tableStyles.xml" /><Relationship Id="rId27" Type="http://schemas.openxmlformats.org/officeDocument/2006/relationships/presProps" Target="presProps.xml" /><Relationship Id="rId26" Type="http://schemas.openxmlformats.org/officeDocument/2006/relationships/slide" Target="slides/slide26.xml" /><Relationship Id="rId24" Type="http://schemas.openxmlformats.org/officeDocument/2006/relationships/slide" Target="slides/slide24.xml" /><Relationship Id="rId13" Type="http://schemas.openxmlformats.org/officeDocument/2006/relationships/slide" Target="slides/slide13.xml" /><Relationship Id="rId19" Type="http://schemas.openxmlformats.org/officeDocument/2006/relationships/slide" Target="slides/slide19.xml" /><Relationship Id="rId23" Type="http://schemas.openxmlformats.org/officeDocument/2006/relationships/slide" Target="slides/slide23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25" Type="http://schemas.openxmlformats.org/officeDocument/2006/relationships/slide" Target="slides/slide25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6A (#1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3 Channels  Can Be Tight or Broad 02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4 Broad Channels  Are Similar to TRs 03m3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5 Broad Channel and TR  Are Same for 90% of Bars 04m3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6 Broad Channel  Tight Channel on Higher Time Frame 07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07 Broad Channel  Is Mostly TR 07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08 Broad Channel  ls Mostly TR 09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09 Same Chart  But Line Chart 10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road Channels  How Do You Know If Broad  11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Broad Channels  Bulls and Bears Make Money 13m4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Broad Bear Channel  Often Contains TRs 17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Today’s 5 Min Chart ls Broad Channel  Wedge Bottom 19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Today’s 5 Min Chart ls Broad Channel  Trending TR Day 21m0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Main Points  Why Not Common on 5 Minute Chart  21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Broad Channels  Why Not Common on 5 Min Chart  23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5 Min Day Traders  Just Trade Each Segment 24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Broad Channel on 5 Min Chart  Usually Takes 2 or More Days 26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When Several Days Long  Consider Trading 60 Min Chart 26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5 Min Broad Channel  Can Be 60 Min Tight Channel 28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Main Points  Major and Minor Highs 28m4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High  Leads to Strong Bear BO and Usually New Low 30m0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Broad Bear Channel  Contains Bull Trends, and TRs  Emini, 5 min, 9 days in Broad Bear Channel 34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24 First 6 Days of 9 Day Broad Bear Channel  Lots of Variety 37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25 Most Trade Each Day by Itself  Not Part of 9 Day Channel 38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26 Review 39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2024-11-18T10:48:36Z</dcterms:created>
  <dcterms:modified xsi:type="dcterms:W3CDTF">2024-11-18T10:48:36Z</dcterms:modified>
</cp:coreProperties>
</file>