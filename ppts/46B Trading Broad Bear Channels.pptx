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6" Type="http://schemas.openxmlformats.org/officeDocument/2006/relationships/viewProps" Target="viewProps.xml" /><Relationship Id="rId25" Type="http://schemas.openxmlformats.org/officeDocument/2006/relationships/tableStyles" Target="tableStyles.xml" /><Relationship Id="rId23" Type="http://schemas.openxmlformats.org/officeDocument/2006/relationships/slide" Target="slides/slide23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7" Type="http://schemas.openxmlformats.org/officeDocument/2006/relationships/slide" Target="slides/slide7.xml" /><Relationship Id="rId10" Type="http://schemas.openxmlformats.org/officeDocument/2006/relationships/slide" Target="slides/slide10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8" Type="http://schemas.openxmlformats.org/officeDocument/2006/relationships/slide" Target="slides/slide8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4" Type="http://schemas.openxmlformats.org/officeDocument/2006/relationships/presProps" Target="presProps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9" Type="http://schemas.openxmlformats.org/officeDocument/2006/relationships/slide" Target="slides/slide9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8" Type="http://schemas.openxmlformats.org/officeDocument/2006/relationships/slideLayout" Target="../slideLayouts/slideLayout9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63 (#2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3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03 Day Traders  Trade Legs in Channel  Emini 5 min, 9 days in Broad Bear Channel 01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04 60 min Chart Traders  Use 5 Min Chan for Early Entry  Emini 5 min, 9 days in Broad Bear Channel 01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05 60 min Chart Traders  Use 5 Min Chart for Early Entry  Emini 5 min, 9 days in Broad Bear Channel 03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6 Same Channel  15 Min Chart Is Still Broad Channel 06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7 Same Channel  60 Min Chart Is Tight Channel 07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8 Same Channel  60 Min Chart ls Tight Channel     Emmi 60 min 07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9 Same Channel  60 Min Chart ls Tight Channel     Emlni 60 min 08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Same Channel  60 Min Chart ls Tight Channel     Emmi 60 min 09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Main Points  Reversals Are Common, but Most Fail 09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Reversals Are Common  But Most Fail  Emini 5 min, 9 days in Broad Bear Channel 10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Often Have DES and MTRs  But Then Bear BO  Emini 5 min, 9 days in Broad Bear Channel 12m0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Often Have D35 and MTRs  But Then Bear BO  Emini 5 min, 9 days in Broad Bear Channel 12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Often Have DES and MTRs  But Then Bear BO  Emini 5 min, 9 days in Broad Bear Channel 13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TR  Creates Broader Bear Channel  Emini 5 min, 9 days in Broad Bear Channel 16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Minor New Highs  Are Common  Emini 5 min, 9 days in Broad Bear Channel 18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Main Points  Diagnose Early 18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Which Part of Market Cycle  Always Want Early Diagnosis 21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Bear Channel  Usually Need 3 Pushes Down 21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When Not Clearly Broad Bear Channel  Trade What Is Clear 22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Possible TR  80 Bulls Will Buy 24m4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Review 25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2024-11-18T10:48:42Z</dcterms:created>
  <dcterms:modified xsi:type="dcterms:W3CDTF">2024-11-18T10:48:42Z</dcterms:modified>
</cp:coreProperties>
</file>