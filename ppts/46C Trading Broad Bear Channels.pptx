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8" Type="http://schemas.openxmlformats.org/officeDocument/2006/relationships/viewProps" Target="viewProps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presProps" Target="presProps.xml" /><Relationship Id="rId4" Type="http://schemas.openxmlformats.org/officeDocument/2006/relationships/slide" Target="slides/slide4.xml" /><Relationship Id="rId17" Type="http://schemas.openxmlformats.org/officeDocument/2006/relationships/tableStyles" Target="tableStyles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4" Type="http://schemas.openxmlformats.org/officeDocument/2006/relationships/slideLayout" Target="../slideLayouts/slideLayout5.xml" /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6C (#3 of 5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02 Main Points 00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03 Broad Bear Channel  Is Bear Trend 80 Sell 02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04 Broad Bear Channel  Is Bear Trend 80 Sell 03m0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05 Once Deep PB or Always In Long  Bulls Buy Selloffs 06m2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6 Once Deep PB or Always In Long  Bulls Buy New Low 08m3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07 Never Certain  But Each Bar Gives New Information 10m2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08 Bear BO  Is There Strong Follow-Through Selling  13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09 Main Points  Sometimes Briefly Always In Long 13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Some Computers  See As Always In Long 14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Most Broad Channels  Are Also TRs 15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BO Mode  But Slightly Higher Probability for Bears 17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Weak Selloff  Possible Sell Leg in Big TR 18m1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All Trends  Eventually End 19m5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Some Swing Trade  With Wide Stop 22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2024-11-18T10:48:50Z</dcterms:created>
  <dcterms:modified xsi:type="dcterms:W3CDTF">2024-11-18T10:48:50Z</dcterms:modified>
</cp:coreProperties>
</file>