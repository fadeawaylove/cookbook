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8" Type="http://schemas.openxmlformats.org/officeDocument/2006/relationships/slide" Target="slides/slide8.xml" /><Relationship Id="rId27" Type="http://schemas.openxmlformats.org/officeDocument/2006/relationships/viewProps" Target="viewProps.xml" /><Relationship Id="rId6" Type="http://schemas.openxmlformats.org/officeDocument/2006/relationships/slide" Target="slides/slide6.xml" /><Relationship Id="rId25" Type="http://schemas.openxmlformats.org/officeDocument/2006/relationships/presProps" Target="presProps.xml" /><Relationship Id="rId23" Type="http://schemas.openxmlformats.org/officeDocument/2006/relationships/slide" Target="slides/slide23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14" Type="http://schemas.openxmlformats.org/officeDocument/2006/relationships/slide" Target="slides/slide14.xml" /><Relationship Id="rId21" Type="http://schemas.openxmlformats.org/officeDocument/2006/relationships/slide" Target="slides/slide21.xml" /><Relationship Id="rId19" Type="http://schemas.openxmlformats.org/officeDocument/2006/relationships/slide" Target="slides/slide19.xml" /><Relationship Id="rId15" Type="http://schemas.openxmlformats.org/officeDocument/2006/relationships/slide" Target="slides/slide15.xml" /><Relationship Id="rId3" Type="http://schemas.openxmlformats.org/officeDocument/2006/relationships/slide" Target="slides/slide3.xml" /><Relationship Id="rId26" Type="http://schemas.openxmlformats.org/officeDocument/2006/relationships/tableStyles" Target="tableStyles.xml" /><Relationship Id="rId16" Type="http://schemas.openxmlformats.org/officeDocument/2006/relationships/slide" Target="slides/slide16.xml" /><Relationship Id="rId5" Type="http://schemas.openxmlformats.org/officeDocument/2006/relationships/slide" Target="slides/slide5.xml" /><Relationship Id="rId24" Type="http://schemas.openxmlformats.org/officeDocument/2006/relationships/slide" Target="slides/slide24.xml" /><Relationship Id="rId17" Type="http://schemas.openxmlformats.org/officeDocument/2006/relationships/slide" Target="slides/slide17.xml" /><Relationship Id="rId22" Type="http://schemas.openxmlformats.org/officeDocument/2006/relationships/slide" Target="slides/slide22.xml" /><Relationship Id="rId18" Type="http://schemas.openxmlformats.org/officeDocument/2006/relationships/slide" Target="slides/slide18.xml" /><Relationship Id="rId20" Type="http://schemas.openxmlformats.org/officeDocument/2006/relationships/slide" Target="slides/slide20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6D (#4 of 5) 00m0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2 Video 46D (#Ar of 5) 00m0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03 Main Points 00m5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04 Bear Trend Need LHs  Do Not Let Stops Get Hit 07m1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05 Broad Bear Channel  Some Just Take Sell Signals 12m3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06 Main Points  2nd Leg Trap 12m3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07 Broad Bear Channel  2nd Leg Trap 19m2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08 Broad Bear Channel  How Big Are the 803  20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6" name="Picture 3" descr="09 Main Points  Bulls Buy below Lows 20m3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Bulls Buy  Based on Size of Prior BOs 22m3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Bears Take Profits  Based on Size of Prior BOs 23m4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If Bear Gaps  Only Sell 25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Bulls Buy  Once Gaps Close (Stairs) 27m1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Bulls Buy  In Broad Bear Channel 29m4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Main Points  Bulls Use Wide Stops and Scale In 30m0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6 Bulls Base Stops  On Support 30m4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7 Stops Based  On Measured Moves 33m4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8 If Stop Not Hit and Premise Still Valid  Bulls Can Scale In 37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19 After Big Bear BO  Buy above Bull Bar 37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20 Close Up of Last Slide  Bulls Scale In 39m3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21 Base Stop  On 2x Size of Biggest Prior BO 41m2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22 Base Stop  On 2X Size of Biggest Prior BO 42m4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23 Bulls Take Profits  Need Minimum Scalp 44m3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24 Review 45m3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2024-11-18T10:49:01Z</dcterms:created>
  <dcterms:modified xsi:type="dcterms:W3CDTF">2024-11-18T10:49:01Z</dcterms:modified>
</cp:coreProperties>
</file>