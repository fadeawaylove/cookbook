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ppt/theme/theme1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s/slide5.xml" ContentType="application/vnd.openxmlformats-officedocument.presentationml.slide+xml"/>
  <Override PartName="/ppt/slides/slide26.xml" ContentType="application/vnd.openxmlformats-officedocument.presentationml.slide+xml"/>
  <Override PartName="/ppt/viewProps.xml" ContentType="application/vnd.openxmlformats-officedocument.presentationml.viewProps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31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tableStyles.xml" ContentType="application/vnd.openxmlformats-officedocument.presentationml.tableStyles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22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s/slide21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9.xml" ContentType="application/vnd.openxmlformats-officedocument.presentationml.slide+xml"/>
  <Override PartName="/ppt/slides/slide33.xml" ContentType="application/vnd.openxmlformats-officedocument.presentationml.slide+xml"/>
  <Override PartName="/ppt/slides/slide2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34.xml" ContentType="application/vnd.openxmlformats-officedocument.presentationml.slide+xml"/>
  <Override PartName="/ppt/slides/slide29.xml" ContentType="application/vnd.openxmlformats-officedocument.presentationml.slide+xml"/>
  <Override PartName="/ppt/slides/slide13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32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1.xml" ContentType="application/vnd.openxmlformats-officedocument.presentationml.slide+xml"/>
  <Override PartName="/ppt/slides/slide30.xml" ContentType="application/vnd.openxmlformats-officedocument.presentationml.slide+xml"/>
  <Override PartName="/ppt/slides/slide23.xml" ContentType="application/vnd.openxmlformats-officedocument.presentationml.slide+xml"/>
  <Override PartName="/ppt/slides/slide25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2.xml" ContentType="application/vnd.openxmlformats-officedocument.presentationml.slide+xml"/>
  <Override PartName="/ppt/slides/slide28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s/slide3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2" Type="http://schemas.openxmlformats.org/officeDocument/2006/relationships/slide" Target="slides/slide2.xml" /><Relationship Id="rId36" Type="http://schemas.openxmlformats.org/officeDocument/2006/relationships/presProps" Target="presProps.xml" /><Relationship Id="rId18" Type="http://schemas.openxmlformats.org/officeDocument/2006/relationships/slide" Target="slides/slide18.xml" /><Relationship Id="rId8" Type="http://schemas.openxmlformats.org/officeDocument/2006/relationships/slide" Target="slides/slide8.xml" /><Relationship Id="rId33" Type="http://schemas.openxmlformats.org/officeDocument/2006/relationships/slide" Target="slides/slide33.xml" /><Relationship Id="rId16" Type="http://schemas.openxmlformats.org/officeDocument/2006/relationships/slide" Target="slides/slide16.xml" /><Relationship Id="rId20" Type="http://schemas.openxmlformats.org/officeDocument/2006/relationships/slide" Target="slides/slide20.xml" /><Relationship Id="rId14" Type="http://schemas.openxmlformats.org/officeDocument/2006/relationships/slide" Target="slides/slide14.xml" /><Relationship Id="rId10" Type="http://schemas.openxmlformats.org/officeDocument/2006/relationships/slide" Target="slides/slide10.xml" /><Relationship Id="rId3" Type="http://schemas.openxmlformats.org/officeDocument/2006/relationships/slide" Target="slides/slide3.xml" /><Relationship Id="rId1" Type="http://schemas.openxmlformats.org/officeDocument/2006/relationships/slide" Target="slides/slide1.xml" /><Relationship Id="rId21" Type="http://schemas.openxmlformats.org/officeDocument/2006/relationships/slide" Target="slides/slide21.xml" /><Relationship Id="rId17" Type="http://schemas.openxmlformats.org/officeDocument/2006/relationships/slide" Target="slides/slide17.xml" /><Relationship Id="rId6" Type="http://schemas.openxmlformats.org/officeDocument/2006/relationships/slide" Target="slides/slide6.xml" /><Relationship Id="rId0" Type="http://schemas.openxmlformats.org/officeDocument/2006/relationships/slideMaster" Target="slideMasters/slideMaster1.xml" /><Relationship Id="rId19" Type="http://schemas.openxmlformats.org/officeDocument/2006/relationships/slide" Target="slides/slide19.xml" /><Relationship Id="rId15" Type="http://schemas.openxmlformats.org/officeDocument/2006/relationships/slide" Target="slides/slide15.xml" /><Relationship Id="rId27" Type="http://schemas.openxmlformats.org/officeDocument/2006/relationships/slide" Target="slides/slide27.xml" /><Relationship Id="rId12" Type="http://schemas.openxmlformats.org/officeDocument/2006/relationships/slide" Target="slides/slide12.xml" /><Relationship Id="rId13" Type="http://schemas.openxmlformats.org/officeDocument/2006/relationships/slide" Target="slides/slide13.xml" /><Relationship Id="rId24" Type="http://schemas.openxmlformats.org/officeDocument/2006/relationships/slide" Target="slides/slide24.xml" /><Relationship Id="rId11" Type="http://schemas.openxmlformats.org/officeDocument/2006/relationships/slide" Target="slides/slide11.xml" /><Relationship Id="rId23" Type="http://schemas.openxmlformats.org/officeDocument/2006/relationships/slide" Target="slides/slide23.xml" /><Relationship Id="rId25" Type="http://schemas.openxmlformats.org/officeDocument/2006/relationships/slide" Target="slides/slide25.xml" /><Relationship Id="rId28" Type="http://schemas.openxmlformats.org/officeDocument/2006/relationships/slide" Target="slides/slide28.xml" /><Relationship Id="rId29" Type="http://schemas.openxmlformats.org/officeDocument/2006/relationships/slide" Target="slides/slide29.xml" /><Relationship Id="rId30" Type="http://schemas.openxmlformats.org/officeDocument/2006/relationships/slide" Target="slides/slide30.xml" /><Relationship Id="rId7" Type="http://schemas.openxmlformats.org/officeDocument/2006/relationships/slide" Target="slides/slide7.xml" /><Relationship Id="rId34" Type="http://schemas.openxmlformats.org/officeDocument/2006/relationships/slide" Target="slides/slide34.xml" /><Relationship Id="rId4" Type="http://schemas.openxmlformats.org/officeDocument/2006/relationships/slide" Target="slides/slide4.xml" /><Relationship Id="rId32" Type="http://schemas.openxmlformats.org/officeDocument/2006/relationships/slide" Target="slides/slide32.xml" /><Relationship Id="rId22" Type="http://schemas.openxmlformats.org/officeDocument/2006/relationships/slide" Target="slides/slide22.xml" /><Relationship Id="rId31" Type="http://schemas.openxmlformats.org/officeDocument/2006/relationships/slide" Target="slides/slide31.xml" /><Relationship Id="rId35" Type="http://schemas.openxmlformats.org/officeDocument/2006/relationships/slide" Target="slides/slide35.xml" /><Relationship Id="rId38" Type="http://schemas.openxmlformats.org/officeDocument/2006/relationships/viewProps" Target="viewProps.xml" /><Relationship Id="rId26" Type="http://schemas.openxmlformats.org/officeDocument/2006/relationships/slide" Target="slides/slide26.xml" /><Relationship Id="rId37" Type="http://schemas.openxmlformats.org/officeDocument/2006/relationships/tableStyles" Target="tableStyles.xml" /><Relationship Id="rId5" Type="http://schemas.openxmlformats.org/officeDocument/2006/relationships/slide" Target="slides/slide5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7" Type="http://schemas.openxmlformats.org/officeDocument/2006/relationships/slideLayout" Target="../slideLayouts/slideLayout8.xml" /><Relationship Id="rId8" Type="http://schemas.openxmlformats.org/officeDocument/2006/relationships/slideLayout" Target="../slideLayouts/slideLayout9.xml" /><Relationship Id="rId5" Type="http://schemas.openxmlformats.org/officeDocument/2006/relationships/slideLayout" Target="../slideLayouts/slideLayout6.xml" /><Relationship Id="rId4" Type="http://schemas.openxmlformats.org/officeDocument/2006/relationships/slideLayout" Target="../slideLayouts/slideLayout5.xml" /><Relationship Id="rId2" Type="http://schemas.openxmlformats.org/officeDocument/2006/relationships/slideLayout" Target="../slideLayouts/slideLayout3.xml" /><Relationship Id="rId6" Type="http://schemas.openxmlformats.org/officeDocument/2006/relationships/slideLayout" Target="../slideLayouts/slideLayout7.xml" /><Relationship Id="rId0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1.xml" /><Relationship Id="rId11" Type="http://schemas.openxmlformats.org/officeDocument/2006/relationships/theme" Target="../theme/theme1.xml" /><Relationship Id="rId9" Type="http://schemas.openxmlformats.org/officeDocument/2006/relationships/slideLayout" Target="../slideLayouts/slideLayout10.xml" /><Relationship Id="rId1" Type="http://schemas.openxmlformats.org/officeDocument/2006/relationships/slideLayout" Target="../slideLayouts/slideLayout2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23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30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31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32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33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34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35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image" Target="media/image16.jpg" /><Relationship Id="rId0" Type="http://schemas.openxmlformats.org/officeDocument/2006/relationships/slideLayout" Target="../slideLayouts/slideLayout1.xml" 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image" Target="media/image17.jpg" /><Relationship Id="rId0" Type="http://schemas.openxmlformats.org/officeDocument/2006/relationships/slideLayout" Target="../slideLayouts/slideLayout1.xml" 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image" Target="media/image18.jpg" /><Relationship Id="rId0" Type="http://schemas.openxmlformats.org/officeDocument/2006/relationships/slideLayout" Target="../slideLayouts/slideLayout1.xml" 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image" Target="media/image19.jpg" /><Relationship Id="rId0" Type="http://schemas.openxmlformats.org/officeDocument/2006/relationships/slideLayout" Target="../slideLayouts/slideLayout1.xml" 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image" Target="media/image20.jpg" /><Relationship Id="rId0" Type="http://schemas.openxmlformats.org/officeDocument/2006/relationships/slideLayout" Target="../slideLayouts/slideLayout1.xml" 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image" Target="media/image21.jpg" /><Relationship Id="rId0" Type="http://schemas.openxmlformats.org/officeDocument/2006/relationships/slideLayout" Target="../slideLayouts/slideLayout1.xml" 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image" Target="media/image22.jpg" /><Relationship Id="rId0" Type="http://schemas.openxmlformats.org/officeDocument/2006/relationships/slideLayout" Target="../slideLayouts/slideLayout1.xml" 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image" Target="media/image24.jpg" /><Relationship Id="rId0" Type="http://schemas.openxmlformats.org/officeDocument/2006/relationships/slideLayout" Target="../slideLayouts/slideLayout1.xml" 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image" Target="media/image25.jpg" /><Relationship Id="rId0" Type="http://schemas.openxmlformats.org/officeDocument/2006/relationships/slideLayout" Target="../slideLayouts/slideLayout1.xml" 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image" Target="media/image26.jpg" /><Relationship Id="rId0" Type="http://schemas.openxmlformats.org/officeDocument/2006/relationships/slideLayout" Target="../slideLayouts/slideLayout1.xml" 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image" Target="media/image27.jpg" /><Relationship Id="rId0" Type="http://schemas.openxmlformats.org/officeDocument/2006/relationships/slideLayout" Target="../slideLayouts/slideLayout1.xml" 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image" Target="media/image28.jpg" /><Relationship Id="rId0" Type="http://schemas.openxmlformats.org/officeDocument/2006/relationships/slideLayout" Target="../slideLayouts/slideLayout1.xml" 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image" Target="media/image29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01 Video 46E (#5 of 5) 00m0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8" name="Picture 3" descr="02 Main Points 00m2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92" name="Picture 3" descr="03 Sell Zones  In Bear BO or Tight Channel 01m4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0" name="Picture 3" descr="04 Sell Zone  In Top 3rd 03m1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2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4" name="Picture 3" descr="05 Bear Trend  So Can Sell Any Time 05m05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2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8" name="Picture 3" descr="06 Broad Bear Channel  Better to Sell PB Than BO 06m0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3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32" name="Picture 3" descr="07 Profit Taking Zone  Below Low 07m18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3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36" name="Picture 3" descr="08 Broad Bear Channel  Expect Deep PBs (Bear Rallies) 07m5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3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40" name="Picture 3" descr="09 Broad Bear Channel  Expect Deep PBS (Bear Rallies) 08m0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10 Broad Bear Channel  Expect Deep PBs (Bear Rallies) 08m0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11 Broad Bear Channel  Expect Deep PBs (Bear Rallies) 08m1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" name="Picture 3" descr="12 Broad Bear Channel  Expect Deep PBS (Bear Rallies) 08m48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0" name="Picture 3" descr="13 Broad Bear Channel  Expect Deep PBs (Bear Rallies) 08m5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4" name="Picture 3" descr="14 Strong Bulls BO Attempts  Reverse down Quickly 10m37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8" name="Picture 3" descr="15 Stop  Sometimes 2 Choices 12m55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2" name="Picture 3" descr="16 Main Points  50% Pullback (PB) 13m08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6" name="Picture 3" descr="17 50% PB  Why Sell  15m2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0" name="Picture 3" descr="18 Minor 50% P38  Still Good Sell 15m4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4" name="Picture 3" descr="19 Minor 50% PBS  Still Good Sell 15m4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2" name="Picture 3" descr="20 Minor 50% P33  Still Good Sell 15m5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6" name="Picture 3" descr="21 Minor 50% PBS  Still Good Sell 16m0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0" name="Picture 3" descr="22 Minor 50% P38  Still Good Sell 16m1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4" name="Picture 3" descr="23 Minor 50% PBs  Still Good Sell 16m2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8" name="Picture 3" descr="24 Minor 50% P38  Still Good Sell 16m2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2" name="Picture 3" descr="25 Broad Channel  Has TRs, Then BOs  Emini Globex 5 min 17m45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6" name="Picture 3" descr="26 Every TR in Bear Trend  Contains Bottoming Patterns  Emini GIobexS min 17m51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0" name="Picture 3" descr="27 Every TR in Bear Trend  Contains Bottoming Patterns  Emini Globex 5 min 20m13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4" name="Picture 3" descr="28 Every Bear BO  Is a Failed Bottom  Emini Globex 5 min 21m2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8" name="Picture 3" descr="29 Every TR in Bear Trend  Contains Bear Flag  Emini GlobexS min 21m2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96" name="Picture 3" descr="30 Every Rally in Bear Trend  ls Bear Flag  Emini Globexs min 21m3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00" name="Picture 3" descr="31 Every Rally in Bear Trend  ls Bear Flag  Emini Globex 5 min 22m51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0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04" name="Picture 3" descr="32 Every TR in Bear Trend  Contains Bear Flag 24m0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0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08" name="Picture 3" descr="33 Bear BO of Broad Bear Channel  Usually Fails 26m1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12" name="Picture 3" descr="34 Bear Channels  Evolve into TR or Bull Trend 28m29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16" name="Picture 3" descr="35 Review 29m09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2024-11-18T10:49:09Z</dcterms:created>
  <dcterms:modified xsi:type="dcterms:W3CDTF">2024-11-18T10:49:09Z</dcterms:modified>
</cp:coreProperties>
</file>