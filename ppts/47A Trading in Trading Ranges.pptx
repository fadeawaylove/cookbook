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2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6" Type="http://schemas.openxmlformats.org/officeDocument/2006/relationships/slide" Target="slides/slide6.xml" /><Relationship Id="rId24" Type="http://schemas.openxmlformats.org/officeDocument/2006/relationships/tableStyles" Target="tableStyles.xml" /><Relationship Id="rId23" Type="http://schemas.openxmlformats.org/officeDocument/2006/relationships/presProps" Target="presProps.xml" /><Relationship Id="rId13" Type="http://schemas.openxmlformats.org/officeDocument/2006/relationships/slide" Target="slides/slide13.xml" /><Relationship Id="rId2" Type="http://schemas.openxmlformats.org/officeDocument/2006/relationships/slide" Target="slides/slide2.xml" /><Relationship Id="rId5" Type="http://schemas.openxmlformats.org/officeDocument/2006/relationships/slide" Target="slides/slide5.xml" /><Relationship Id="rId20" Type="http://schemas.openxmlformats.org/officeDocument/2006/relationships/slide" Target="slides/slide20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7" Type="http://schemas.openxmlformats.org/officeDocument/2006/relationships/slide" Target="slides/slide7.xml" /><Relationship Id="rId0" Type="http://schemas.openxmlformats.org/officeDocument/2006/relationships/slideMaster" Target="slideMasters/slideMaster1.xml" /><Relationship Id="rId4" Type="http://schemas.openxmlformats.org/officeDocument/2006/relationships/slide" Target="slides/slide4.xml" /><Relationship Id="rId16" Type="http://schemas.openxmlformats.org/officeDocument/2006/relationships/slide" Target="slides/slide16.xml" /><Relationship Id="rId14" Type="http://schemas.openxmlformats.org/officeDocument/2006/relationships/slide" Target="slides/slide14.xml" /><Relationship Id="rId3" Type="http://schemas.openxmlformats.org/officeDocument/2006/relationships/slide" Target="slides/slide3.xml" /><Relationship Id="rId15" Type="http://schemas.openxmlformats.org/officeDocument/2006/relationships/slide" Target="slides/slide15.xml" /><Relationship Id="rId19" Type="http://schemas.openxmlformats.org/officeDocument/2006/relationships/slide" Target="slides/slide19.xml" /><Relationship Id="rId25" Type="http://schemas.openxmlformats.org/officeDocument/2006/relationships/viewProps" Target="viewProps.xml" /><Relationship Id="rId17" Type="http://schemas.openxmlformats.org/officeDocument/2006/relationships/slide" Target="slides/slide17.xml" /><Relationship Id="rId8" Type="http://schemas.openxmlformats.org/officeDocument/2006/relationships/slide" Target="slides/slide8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8" Type="http://schemas.openxmlformats.org/officeDocument/2006/relationships/slide" Target="slides/slide18.xml" /><Relationship Id="rId21" Type="http://schemas.openxmlformats.org/officeDocument/2006/relationships/slide" Target="slides/slide21.xml" /><Relationship Id="rId9" Type="http://schemas.openxmlformats.org/officeDocument/2006/relationships/slide" Target="slides/slide9.xml" /><Relationship Id="rId22" Type="http://schemas.openxmlformats.org/officeDocument/2006/relationships/slide" Target="slides/slide2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8" Type="http://schemas.openxmlformats.org/officeDocument/2006/relationships/slideLayout" Target="../slideLayouts/slideLayout9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9" Type="http://schemas.openxmlformats.org/officeDocument/2006/relationships/slideLayout" Target="../slideLayouts/slideLayout10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Video 47A (#1 of 4) 00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02 Main Points 00m2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03 When TR Is Broad  Swing or Scalp 04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04 When TR ls Broad  Swing or Scalp 04m1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05 When TR Is Broad  Swing or Scalp 04m4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06 When TR Is Tight  Scalp or Wait 06m2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07 TR  Is 3 Horizontal Channel 06m3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4" name="Picture 3" descr="08 TR  Is a Horizontal Channel 07m5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8" name="Picture 3" descr="09 Main Points  Look for Signs of Trading Range 08m2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0 Context (Bars to the Left)  Influences Bars to the Right 12m2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11 Confusion  Not as Good or Bad as It Appears 16m2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12 Confusion  Look for Signs of Sideways Market 18m3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13 Until There Is a Clear BO  There Is No BO 21m0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14 Disappointment  ls Useful Information 21m2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15 Disappointment  Is Useful Information 22m3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16 Early Sign of TR  Probabilities Not Behaving Well 24m4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17 TR  Contained Between Support and Resistance 26m4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18 TR  Usually Needs 2 Legs Up and 2 Legs Down 30m1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19 Markets Are Fractal  Pattern Contains Smaller, Similar Patterns 31m2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20 Early Signs of TR  If Many, Increased Chance of TR 33m3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21 TR Price Action  Evidence That Market Is in a TR 35m2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22 Review 36m1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2024-11-18T10:48:01Z</dcterms:created>
  <dcterms:modified xsi:type="dcterms:W3CDTF">2024-11-18T10:48:01Z</dcterms:modified>
</cp:coreProperties>
</file>