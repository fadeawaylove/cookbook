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9" Type="http://schemas.openxmlformats.org/officeDocument/2006/relationships/slide" Target="slides/slide19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21" Type="http://schemas.openxmlformats.org/officeDocument/2006/relationships/tableStyles" Target="tableStyles.xml" /><Relationship Id="rId1" Type="http://schemas.openxmlformats.org/officeDocument/2006/relationships/slide" Target="slides/slide1.xml" /><Relationship Id="rId22" Type="http://schemas.openxmlformats.org/officeDocument/2006/relationships/viewProps" Target="viewProps.xml" /><Relationship Id="rId18" Type="http://schemas.openxmlformats.org/officeDocument/2006/relationships/slide" Target="slides/slide18.xml" /><Relationship Id="rId2" Type="http://schemas.openxmlformats.org/officeDocument/2006/relationships/slide" Target="slides/slide2.xml" /><Relationship Id="rId20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1" Type="http://schemas.openxmlformats.org/officeDocument/2006/relationships/slideLayout" Target="../slideLayouts/slideLayout2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8" Type="http://schemas.openxmlformats.org/officeDocument/2006/relationships/slideLayout" Target="../slideLayouts/slideLayout9.xml" /><Relationship Id="rId11" Type="http://schemas.openxmlformats.org/officeDocument/2006/relationships/theme" Target="../theme/theme1.xml" /><Relationship Id="rId5" Type="http://schemas.openxmlformats.org/officeDocument/2006/relationships/slideLayout" Target="../slideLayouts/slideLayout6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78 (#2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80% Rule  Failed BO and Then Reversal ls Common 02m4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3 80% Rule  Failed B0 and Then Reversal ls Common 03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4 If Easy for Bears to Make Money in Bull  Probably TR 06m3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5 If Easy for Bulls to Make Money in Bear  Probably TR 08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06 Probabilities Mostly around 50%  Good Setups Often Fail 10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7 Probabilities Mostly around 50%  Bad Setups Often Work 12m0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8 Expect Gaps to Close  Not Lead to Trend 14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9 Main Points  Legs in TR, Not in Trend 14m5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Bull Leg in TR  Instead of in Bull Trend 16m4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Bull Leg in Bull Trend  Instead of in TR 18m4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Bear Leg in TR  Instead of in Bear Trend 20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Bear Leg in Bear Trend  Instead of in TR 21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BO  Bet That It Will Fail 24m1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Main Points  Buy in Bottom Half, Sell in Top Half 24m2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Bulls and Bears  Both Buy in Bottom Half, Sell in Top Half 25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Bulls and Bears  Some Use Upper and Lower Third 28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LOM  Limit Order Market, Betting against 808 30m1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Review 30m4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2024-11-18T10:48:08Z</dcterms:created>
  <dcterms:modified xsi:type="dcterms:W3CDTF">2024-11-18T10:48:08Z</dcterms:modified>
</cp:coreProperties>
</file>