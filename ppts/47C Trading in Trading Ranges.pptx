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31.xml" ContentType="application/vnd.openxmlformats-officedocument.presentationml.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s/slide13.xml" ContentType="application/vnd.openxmlformats-officedocument.presentationml.slide+xml"/>
  <Override PartName="/ppt/slides/slide36.xml" ContentType="application/vnd.openxmlformats-officedocument.presentationml.slide+xml"/>
  <Override PartName="/ppt/slides/slide26.xml" ContentType="application/vnd.openxmlformats-officedocument.presentationml.slide+xml"/>
  <Override PartName="/ppt/slides/slide30.xml" ContentType="application/vnd.openxmlformats-officedocument.presentationml.slide+xml"/>
  <Override PartName="/ppt/slides/slide23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41" Type="http://schemas.openxmlformats.org/officeDocument/2006/relationships/viewProps" Target="viewProps.xml" /><Relationship Id="rId2" Type="http://schemas.openxmlformats.org/officeDocument/2006/relationships/slide" Target="slides/slide2.xml" /><Relationship Id="rId18" Type="http://schemas.openxmlformats.org/officeDocument/2006/relationships/slide" Target="slides/slide18.xml" /><Relationship Id="rId16" Type="http://schemas.openxmlformats.org/officeDocument/2006/relationships/slide" Target="slides/slide16.xml" /><Relationship Id="rId39" Type="http://schemas.openxmlformats.org/officeDocument/2006/relationships/presProps" Target="presProps.xml" /><Relationship Id="rId17" Type="http://schemas.openxmlformats.org/officeDocument/2006/relationships/slide" Target="slides/slide17.xml" /><Relationship Id="rId30" Type="http://schemas.openxmlformats.org/officeDocument/2006/relationships/slide" Target="slides/slide30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21" Type="http://schemas.openxmlformats.org/officeDocument/2006/relationships/slide" Target="slides/slide21.xml" /><Relationship Id="rId19" Type="http://schemas.openxmlformats.org/officeDocument/2006/relationships/slide" Target="slides/slide19.xml" /><Relationship Id="rId8" Type="http://schemas.openxmlformats.org/officeDocument/2006/relationships/slide" Target="slides/slide8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37" Type="http://schemas.openxmlformats.org/officeDocument/2006/relationships/slide" Target="slides/slide37.xml" /><Relationship Id="rId11" Type="http://schemas.openxmlformats.org/officeDocument/2006/relationships/slide" Target="slides/slide11.xml" /><Relationship Id="rId20" Type="http://schemas.openxmlformats.org/officeDocument/2006/relationships/slide" Target="slides/slide20.xml" /><Relationship Id="rId31" Type="http://schemas.openxmlformats.org/officeDocument/2006/relationships/slide" Target="slides/slide31.xml" /><Relationship Id="rId12" Type="http://schemas.openxmlformats.org/officeDocument/2006/relationships/slide" Target="slides/slide12.xml" /><Relationship Id="rId22" Type="http://schemas.openxmlformats.org/officeDocument/2006/relationships/slide" Target="slides/slide22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36" Type="http://schemas.openxmlformats.org/officeDocument/2006/relationships/slide" Target="slides/slide36.xml" /><Relationship Id="rId23" Type="http://schemas.openxmlformats.org/officeDocument/2006/relationships/slide" Target="slides/slide23.xml" /><Relationship Id="rId38" Type="http://schemas.openxmlformats.org/officeDocument/2006/relationships/slide" Target="slides/slide38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32" Type="http://schemas.openxmlformats.org/officeDocument/2006/relationships/slide" Target="slides/slide32.xml" /><Relationship Id="rId7" Type="http://schemas.openxmlformats.org/officeDocument/2006/relationships/slide" Target="slides/slide7.xml" /><Relationship Id="rId33" Type="http://schemas.openxmlformats.org/officeDocument/2006/relationships/slide" Target="slides/slide33.xml" /><Relationship Id="rId34" Type="http://schemas.openxmlformats.org/officeDocument/2006/relationships/slide" Target="slides/slide34.xml" /><Relationship Id="rId35" Type="http://schemas.openxmlformats.org/officeDocument/2006/relationships/slide" Target="slides/slide35.xml" /><Relationship Id="rId24" Type="http://schemas.openxmlformats.org/officeDocument/2006/relationships/slide" Target="slides/slide24.xml" /><Relationship Id="rId4" Type="http://schemas.openxmlformats.org/officeDocument/2006/relationships/slide" Target="slides/slide4.xml" /><Relationship Id="rId40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8" Type="http://schemas.openxmlformats.org/officeDocument/2006/relationships/slideLayout" Target="../slideLayouts/slideLayout9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6" Type="http://schemas.openxmlformats.org/officeDocument/2006/relationships/slideLayout" Target="../slideLayouts/slideLayout7.xml" /><Relationship Id="rId10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5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3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4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5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6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37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38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27.jpg" /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28.jpg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image" Target="media/image29.jpg" /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image" Target="media/image30.jpg" /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image" Target="media/image31.jpg" /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image" Target="media/image32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7c (#3 of 4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5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3 Strong 2 d Leg ls Trap  Hopeful Beginner Bets on Trend 04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2" name="Picture 3" descr="04 Strong 2 d Leg Is Trap  Hopeful Beginner Bets on Trend 04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6" name="Picture 3" descr="05 Strong 2 d Leg ls Trap  Hopeful Beginner Bets on Trend 05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0" name="Picture 3" descr="06 Strong 2 d Leg ls Trap  Hopeful Beginner Bets on Trend 05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4" name="Picture 3" descr="07 Strong 2 d Leg ls Trap  Hopeful Beginner Bets on Trend 06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48" name="Picture 3" descr="08 Strong 2nd Leg ls Trap  Hopeful Beginner Bets on Trend 06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52" name="Picture 3" descr="09 Strong 2 d Leg Is Trap  Hopeful Beginner Bets on Trend 06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Strong 2 d Leg ls Trap  Hopeful Beginner Bets on Trend 06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Strong 2 d Leg Is Trap  Hopeful Beginner Bets on Trend 06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Strong 2 d Leg ls Trap  Hopeful Beginner Bets on Trend 06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Strong 2 d Leg Is Trap  Hopeful Beginner Bets on Trend 07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Strong 2 d Leg ls Trap  Hopeful Beginner Bets on Trend 07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Beginner  Trapped When Buying High, Selling Low 11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Main Points  Fade Breakouts (Bet Will Fail) 11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Expert  Fades BO, Betting on Trapped Traders 15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Trend Bars  Expect Bad Follow-Through 15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Trend Bars  Expect Bad Follow-Through 16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Trend Bars  Expect Bad Fo low-Through 16m3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Trend Bars  Expect Bad Follow-Through 16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Trend Bars  Expect Bad Fo low-Through 16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Trend Bars  Expect Bad Fo low-Through 17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24 Trend Bars  Expect Bad Follow-Through 17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25 Main Points  How to Enter on Reversals 17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26 Timing an Entry  Can Be Difficult 19m3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27 Stop Order  Market Going Your Way 20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28 Strong Leg  Wait for 2nd Signal 22m5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29 Main Points  Wide Stops and Scaling In 23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30 Protective Stops  Beyond Signal Bar 24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31 Protective Stops  Not Too Wide 26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32 Scaling In  Increases Probability, but Adds Risk 29m0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8" name="Picture 3" descr="33 Scale In  Experts Only 31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2" name="Picture 3" descr="34 Scale In  To Make Profit or Reduce Loss 33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6" name="Picture 3" descr="35 Scale In  Many Choices 35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0" name="Picture 3" descr="36 Wide Stop  Protect against Black Swan Catastrophes 37m5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4" name="Picture 3" descr="37 Review 39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8" name="Picture 3" descr="38 End of Video 47C (#3 Of 4) mm H 39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2024-11-18T10:48:16Z</dcterms:created>
  <dcterms:modified xsi:type="dcterms:W3CDTF">2024-11-18T10:48:16Z</dcterms:modified>
</cp:coreProperties>
</file>