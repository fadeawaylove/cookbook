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viewProps.xml" ContentType="application/vnd.openxmlformats-officedocument.presentationml.viewProps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Layouts/slideLayout5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23" Type="http://schemas.openxmlformats.org/officeDocument/2006/relationships/viewProps" Target="viewProps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7" Type="http://schemas.openxmlformats.org/officeDocument/2006/relationships/slide" Target="slides/slide17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19" Type="http://schemas.openxmlformats.org/officeDocument/2006/relationships/slide" Target="slides/slide19.xml" /><Relationship Id="rId20" Type="http://schemas.openxmlformats.org/officeDocument/2006/relationships/slide" Target="slides/slide20.xml" /><Relationship Id="rId22" Type="http://schemas.openxmlformats.org/officeDocument/2006/relationships/tableStyles" Target="tableStyles.xml" /><Relationship Id="rId10" Type="http://schemas.openxmlformats.org/officeDocument/2006/relationships/slide" Target="slides/slide10.xml" /><Relationship Id="rId21" Type="http://schemas.openxmlformats.org/officeDocument/2006/relationships/presProps" Target="presProp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7D (#4 of 4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2 Main Points 00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3 Entering with Limit Orders  Use Reasonable Stop 02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4 Scale In  To Increase Chance of Profit 05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05 Main Points  Taking Profits 05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6 Take Profits  TR 80 Many Will Scalp 05m21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2" name="Picture 3" descr="07 Take Profits  TR 80 Many Will Scalp  m 07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6" name="Picture 3" descr="08 Take Profits  Many Logical Choices 08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0" name="Picture 3" descr="09 Take Profits  Big Swings up and down, so Many Will Swing 11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Main Points  Late Test of Open 11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TR Day  Often Get Late Test of Open of Day 13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TR  Very Forgiving to Limit Order Traders 16m3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Main Points  Tight Trading Ranges (TTR) 16m4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TR  Can Be Tight Trading Range (TTR) 18m2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TTR  Most Should Not Trade 21m1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TR  Limit Order Market (LOM) 24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Main Points  Eventually Breaks out into Trend 24m5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18 TR  All Eventually Become Trend 28m2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19 BO  Can Be Made of Channel and Many Small Bars 30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20 Review 32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2024-11-18T10:48:23Z</dcterms:created>
  <dcterms:modified xsi:type="dcterms:W3CDTF">2024-11-18T10:48:23Z</dcterms:modified>
</cp:coreProperties>
</file>