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676" r:id="rId3"/>
    <p:sldId id="707" r:id="rId4"/>
    <p:sldId id="708" r:id="rId5"/>
    <p:sldId id="709" r:id="rId6"/>
    <p:sldId id="710" r:id="rId7"/>
    <p:sldId id="711" r:id="rId8"/>
    <p:sldId id="712" r:id="rId9"/>
    <p:sldId id="713" r:id="rId10"/>
    <p:sldId id="714" r:id="rId11"/>
    <p:sldId id="715" r:id="rId12"/>
    <p:sldId id="677" r:id="rId13"/>
    <p:sldId id="678" r:id="rId14"/>
    <p:sldId id="679" r:id="rId15"/>
    <p:sldId id="680" r:id="rId16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55" autoAdjust="0"/>
    <p:restoredTop sz="94660"/>
  </p:normalViewPr>
  <p:slideViewPr>
    <p:cSldViewPr snapToGrid="0">
      <p:cViewPr>
        <p:scale>
          <a:sx n="100" d="100"/>
          <a:sy n="100" d="100"/>
        </p:scale>
        <p:origin x="2124" y="7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36" descr="Snipaste_2024-11-20_15-25-3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36" descr="Snipaste_2024-11-20_15-25-4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36" descr="Snipaste_2024-11-20_15-26-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36" descr="Snipaste_2024-11-20_15-26-1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36" descr="Snipaste_2024-11-20_15-26-2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8" name="图片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18970" cy="8229600"/>
          </a:xfrm>
          <a:prstGeom prst="rect">
            <a:avLst/>
          </a:prstGeom>
        </p:spPr>
      </p:pic>
      <p:sp>
        <p:nvSpPr>
          <p:cNvPr id="39" name="文本框 36"/>
          <p:cNvSpPr txBox="1"/>
          <p:nvPr/>
        </p:nvSpPr>
        <p:spPr>
          <a:xfrm>
            <a:off x="212725" y="829310"/>
            <a:ext cx="12626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开盘开始的趋势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					     2.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突破模式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							  3.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开盘反转</a:t>
            </a:r>
            <a:endParaRPr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36" descr="Snipaste_2024-11-20_15-27-1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36" descr="Snipaste_2024-11-20_15-27-2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36" descr="Snipaste_2024-11-20_15-27-4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36" descr="Snipaste_2024-11-20_15-28-0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36" descr="Snipaste_2024-11-20_15-28-2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36" descr="Snipaste_2024-11-20_15-28-2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36" descr="Snipaste_2024-11-20_15-28-4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  <p:sp>
        <p:nvSpPr>
          <p:cNvPr id="38" name="文本框 36"/>
          <p:cNvSpPr txBox="1"/>
          <p:nvPr/>
        </p:nvSpPr>
        <p:spPr>
          <a:xfrm>
            <a:off x="380835" y="821601"/>
            <a:ext cx="42722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准备好接受任何事情，不要被发生的任何事情</a:t>
            </a:r>
            <a:r>
              <a:rPr lang="zh-CN" altLang="en-US" sz="1400" dirty="0">
                <a:solidFill>
                  <a:srgbClr val="316B93"/>
                </a:solidFill>
              </a:rPr>
              <a:t>震惊到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41" name="文本框 36"/>
          <p:cNvSpPr txBox="1"/>
          <p:nvPr/>
        </p:nvSpPr>
        <p:spPr>
          <a:xfrm>
            <a:off x="296380" y="2076361"/>
            <a:ext cx="64058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价格通常要上下测试一至两次，有时是三次，才会找到让交易者有信心的</a:t>
            </a:r>
            <a:r>
              <a:rPr lang="zh-CN" altLang="en-US" sz="1400" dirty="0">
                <a:solidFill>
                  <a:srgbClr val="316B93"/>
                </a:solidFill>
              </a:rPr>
              <a:t>方向。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42" name="文本框 37"/>
          <p:cNvSpPr txBox="1"/>
          <p:nvPr/>
        </p:nvSpPr>
        <p:spPr>
          <a:xfrm>
            <a:off x="10652010" y="4483011"/>
            <a:ext cx="3027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永远不要有想法</a:t>
            </a:r>
            <a:endParaRPr lang="zh-CN" altLang="en-US" sz="1400" dirty="0">
              <a:solidFill>
                <a:srgbClr val="AF8647"/>
              </a:solidFill>
            </a:endParaRPr>
          </a:p>
          <a:p>
            <a:r>
              <a:rPr lang="zh-CN" altLang="en-US" sz="1400" dirty="0">
                <a:solidFill>
                  <a:srgbClr val="AF8647"/>
                </a:solidFill>
              </a:rPr>
              <a:t>关于市场应该怎么做或者不该怎么</a:t>
            </a:r>
            <a:r>
              <a:rPr lang="zh-CN" altLang="en-US" sz="1400" dirty="0">
                <a:solidFill>
                  <a:srgbClr val="AF8647"/>
                </a:solidFill>
              </a:rPr>
              <a:t>做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3" name="文本框 67"/>
          <p:cNvSpPr txBox="1"/>
          <p:nvPr/>
        </p:nvSpPr>
        <p:spPr>
          <a:xfrm>
            <a:off x="5356694" y="2468412"/>
            <a:ext cx="3916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经常需要很多次尝试，才能找到今天的波段方向</a:t>
            </a:r>
            <a:endParaRPr lang="zh-CN" alt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甚至有时候整天都没有一个明显的波段方向</a:t>
            </a:r>
            <a:endParaRPr lang="zh-CN" alt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文本框 39"/>
          <p:cNvSpPr txBox="1"/>
          <p:nvPr/>
        </p:nvSpPr>
        <p:spPr>
          <a:xfrm>
            <a:off x="10217672" y="6180019"/>
            <a:ext cx="3916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要客观，面前图表是怎么样的，就怎么</a:t>
            </a:r>
            <a:r>
              <a:rPr lang="zh-CN" altLang="en-US" sz="1400" dirty="0">
                <a:solidFill>
                  <a:srgbClr val="CE1DD3"/>
                </a:solidFill>
              </a:rPr>
              <a:t>交易</a:t>
            </a:r>
            <a:endParaRPr lang="zh-CN" altLang="en-US" sz="1400" dirty="0">
              <a:solidFill>
                <a:srgbClr val="CE1DD3"/>
              </a:solidFill>
            </a:endParaRPr>
          </a:p>
          <a:p>
            <a:r>
              <a:rPr lang="zh-CN" altLang="en-US" sz="1400" dirty="0">
                <a:solidFill>
                  <a:srgbClr val="CE1DD3"/>
                </a:solidFill>
              </a:rPr>
              <a:t>如果预设立场，就很容易不客观，做出错误</a:t>
            </a:r>
            <a:r>
              <a:rPr lang="zh-CN" altLang="en-US" sz="1400" dirty="0">
                <a:solidFill>
                  <a:srgbClr val="CE1DD3"/>
                </a:solidFill>
              </a:rPr>
              <a:t>决定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36" descr="Snipaste_2024-11-20_15-28-4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399</Words>
  <Application>WPS 演示</Application>
  <PresentationFormat>自定义</PresentationFormat>
  <Paragraphs>211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Constantia</vt:lpstr>
      <vt:lpstr>等线</vt:lpstr>
      <vt:lpstr>Aptos</vt:lpstr>
      <vt:lpstr>TypoGraphica</vt:lpstr>
      <vt:lpstr>微软雅黑</vt:lpstr>
      <vt:lpstr>Arial Unicode MS</vt:lpstr>
      <vt:lpstr>Aptos Display</vt:lpstr>
      <vt:lpstr>等线 Light</vt:lpstr>
      <vt:lpstr>Calibri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润庭 邓</dc:creator>
  <cp:lastModifiedBy>呆瓜瓜瓜瓜瓜</cp:lastModifiedBy>
  <cp:revision>14</cp:revision>
  <dcterms:created xsi:type="dcterms:W3CDTF">2024-11-19T02:39:00Z</dcterms:created>
  <dcterms:modified xsi:type="dcterms:W3CDTF">2024-12-15T15:05:36Z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0D0BA0CB5BA74E3E90A29B76479AB8AA_12</vt:lpwstr>
  </property>
  <property fmtid="{D5CDD505-2E9C-101B-9397-08002B2CF9AE}" pid="3" name="KSOProductBuildVer">
    <vt:lpwstr>2052-12.1.0.19302</vt:lpwstr>
  </property>
</Properties>
</file>