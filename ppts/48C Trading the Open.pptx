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676" r:id="rId3"/>
    <p:sldId id="707" r:id="rId4"/>
    <p:sldId id="708" r:id="rId5"/>
    <p:sldId id="709" r:id="rId6"/>
    <p:sldId id="710" r:id="rId7"/>
    <p:sldId id="711" r:id="rId8"/>
    <p:sldId id="712" r:id="rId9"/>
    <p:sldId id="713" r:id="rId10"/>
    <p:sldId id="714" r:id="rId11"/>
    <p:sldId id="715" r:id="rId12"/>
    <p:sldId id="677" r:id="rId13"/>
    <p:sldId id="678" r:id="rId14"/>
    <p:sldId id="679" r:id="rId15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55" autoAdjust="0"/>
    <p:restoredTop sz="94660"/>
  </p:normalViewPr>
  <p:slideViewPr>
    <p:cSldViewPr snapToGrid="0">
      <p:cViewPr>
        <p:scale>
          <a:sx n="100" d="100"/>
          <a:sy n="100" d="100"/>
        </p:scale>
        <p:origin x="2124" y="7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173450-21BC-4A53-A38A-02AF4E4F56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57DB2-7B4A-476D-BD91-FA8E9281E5A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31-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31-2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32-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  <p:sp>
        <p:nvSpPr>
          <p:cNvPr id="38" name="文本框 39"/>
          <p:cNvSpPr txBox="1"/>
          <p:nvPr/>
        </p:nvSpPr>
        <p:spPr>
          <a:xfrm>
            <a:off x="7409067" y="2160469"/>
            <a:ext cx="3383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b="1" dirty="0">
                <a:solidFill>
                  <a:srgbClr val="CE1DD3"/>
                </a:solidFill>
              </a:rPr>
              <a:t>任何反转都发生在支撑或者阻力的位置</a:t>
            </a:r>
            <a:endParaRPr lang="zh-CN" altLang="en-US" sz="1400" b="1" dirty="0">
              <a:solidFill>
                <a:srgbClr val="CE1DD3"/>
              </a:solidFill>
            </a:endParaRPr>
          </a:p>
          <a:p>
            <a:r>
              <a:rPr lang="zh-CN" altLang="en-US" sz="1400" b="1" dirty="0">
                <a:solidFill>
                  <a:srgbClr val="CE1DD3"/>
                </a:solidFill>
              </a:rPr>
              <a:t>这些支撑、阻力是最近今天的行情创造的</a:t>
            </a:r>
            <a:endParaRPr lang="zh-CN" altLang="en-US" sz="1400" b="1" dirty="0">
              <a:solidFill>
                <a:srgbClr val="CE1DD3"/>
              </a:solidFill>
            </a:endParaRPr>
          </a:p>
        </p:txBody>
      </p:sp>
      <p:sp>
        <p:nvSpPr>
          <p:cNvPr id="39" name="文本框 37"/>
          <p:cNvSpPr txBox="1"/>
          <p:nvPr/>
        </p:nvSpPr>
        <p:spPr>
          <a:xfrm>
            <a:off x="7373505" y="5669191"/>
            <a:ext cx="5161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b="1" dirty="0">
                <a:solidFill>
                  <a:srgbClr val="AF8647"/>
                </a:solidFill>
              </a:rPr>
              <a:t>知道最近几天的支撑、阻力有助于寻找交易机会，但不是必须的</a:t>
            </a:r>
            <a:endParaRPr lang="zh-CN" altLang="en-US" sz="1400" b="1" dirty="0">
              <a:solidFill>
                <a:srgbClr val="AF8647"/>
              </a:solidFill>
            </a:endParaRPr>
          </a:p>
          <a:p>
            <a:r>
              <a:rPr lang="zh-CN" altLang="en-US" sz="1400" b="1" dirty="0">
                <a:solidFill>
                  <a:srgbClr val="AF8647"/>
                </a:solidFill>
              </a:rPr>
              <a:t>因为相较于最近几天，</a:t>
            </a:r>
            <a:r>
              <a:rPr lang="zh-CN" altLang="en-US" sz="1400" b="1" dirty="0">
                <a:solidFill>
                  <a:srgbClr val="AF8647"/>
                </a:solidFill>
              </a:rPr>
              <a:t>今天开盘有更多事情要做！</a:t>
            </a:r>
            <a:endParaRPr lang="zh-CN" altLang="en-US" sz="1400" b="1" dirty="0">
              <a:solidFill>
                <a:srgbClr val="AF864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32-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32-4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33-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33-2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33-3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33-4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34-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35-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35-3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6"/>
          <p:cNvSpPr txBox="1"/>
          <p:nvPr/>
        </p:nvSpPr>
        <p:spPr>
          <a:xfrm>
            <a:off x="-189564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1124700" y="4926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88655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1124698" y="1128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88656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7" name="Google Shape;59;p14"/>
          <p:cNvSpPr/>
          <p:nvPr/>
        </p:nvSpPr>
        <p:spPr>
          <a:xfrm>
            <a:off x="-728581" y="3879216"/>
            <a:ext cx="438720" cy="21936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930754" y="3860299"/>
            <a:ext cx="438720" cy="21936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749370" y="3543013"/>
            <a:ext cx="438720" cy="21936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916358" y="3543013"/>
            <a:ext cx="438720" cy="21936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851163" y="53874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851163" y="5748285"/>
            <a:ext cx="34752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968963" y="5421586"/>
            <a:ext cx="474733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976598" y="5757790"/>
            <a:ext cx="4687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5718" y="6041834"/>
            <a:ext cx="35808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78523" y="6401714"/>
            <a:ext cx="37488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1003296" y="6401715"/>
            <a:ext cx="526096" cy="24275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969912" y="6145038"/>
            <a:ext cx="511128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1119211" y="6699467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881994" y="6702083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714348" y="6773045"/>
            <a:ext cx="381114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700737" y="7074245"/>
            <a:ext cx="38303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2026952" y="6629378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789733" y="6631994"/>
            <a:ext cx="0" cy="48288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644144" y="6715091"/>
            <a:ext cx="35376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637824" y="7014766"/>
            <a:ext cx="3744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312000" y="3539810"/>
            <a:ext cx="468173" cy="234086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43827" y="4284494"/>
            <a:ext cx="521056" cy="446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95309" y="4260711"/>
            <a:ext cx="521056" cy="44667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0" name="Rectangle 108"/>
          <p:cNvSpPr/>
          <p:nvPr/>
        </p:nvSpPr>
        <p:spPr>
          <a:xfrm>
            <a:off x="-1312000" y="3872291"/>
            <a:ext cx="468173" cy="234086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1" name="Rectangle 220"/>
          <p:cNvSpPr/>
          <p:nvPr/>
        </p:nvSpPr>
        <p:spPr>
          <a:xfrm>
            <a:off x="-853498" y="4855410"/>
            <a:ext cx="510904" cy="386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844141" y="5005067"/>
            <a:ext cx="34752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67"/>
          <p:cNvSpPr txBox="1"/>
          <p:nvPr/>
        </p:nvSpPr>
        <p:spPr>
          <a:xfrm>
            <a:off x="-1124751" y="175149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78523" y="2383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Google Shape;60;p14"/>
          <p:cNvSpPr/>
          <p:nvPr/>
        </p:nvSpPr>
        <p:spPr>
          <a:xfrm>
            <a:off x="-1046480" y="2383155"/>
            <a:ext cx="387985" cy="607060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20000"/>
                  </a:srgbClr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36" name="Google Shape;115;p14"/>
          <p:cNvCxnSpPr>
            <a:stCxn id="35" idx="3"/>
            <a:endCxn id="35" idx="1"/>
          </p:cNvCxnSpPr>
          <p:nvPr/>
        </p:nvCxnSpPr>
        <p:spPr>
          <a:xfrm flipH="1">
            <a:off x="-1046443" y="2686830"/>
            <a:ext cx="387985" cy="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7" name="Picture 36" descr="Snipaste_2024-11-20_15-35-3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" y="0"/>
            <a:ext cx="14614795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267</Words>
  <Application>WPS 演示</Application>
  <PresentationFormat>自定义</PresentationFormat>
  <Paragraphs>188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Constantia</vt:lpstr>
      <vt:lpstr>等线</vt:lpstr>
      <vt:lpstr>Aptos</vt:lpstr>
      <vt:lpstr>Segoe Print</vt:lpstr>
      <vt:lpstr>微软雅黑</vt:lpstr>
      <vt:lpstr>Arial Unicode MS</vt:lpstr>
      <vt:lpstr>等线 Light</vt:lpstr>
      <vt:lpstr>Aptos Display</vt:lpstr>
      <vt:lpstr>Calibri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润庭 邓</dc:creator>
  <cp:lastModifiedBy>呆瓜瓜瓜瓜瓜</cp:lastModifiedBy>
  <cp:revision>11</cp:revision>
  <dcterms:created xsi:type="dcterms:W3CDTF">2024-11-19T02:39:00Z</dcterms:created>
  <dcterms:modified xsi:type="dcterms:W3CDTF">2024-12-05T09:58:41Z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0D0BA0CB5BA74E3E90A29B76479AB8AA_12</vt:lpwstr>
  </property>
  <property fmtid="{D5CDD505-2E9C-101B-9397-08002B2CF9AE}" pid="3" name="KSOProductBuildVer">
    <vt:lpwstr>2052-12.1.0.19302</vt:lpwstr>
  </property>
</Properties>
</file>