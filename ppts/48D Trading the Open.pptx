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898" r:id="rId3"/>
    <p:sldId id="899" r:id="rId4"/>
    <p:sldId id="900" r:id="rId5"/>
    <p:sldId id="901" r:id="rId6"/>
    <p:sldId id="902" r:id="rId7"/>
    <p:sldId id="903" r:id="rId8"/>
    <p:sldId id="904" r:id="rId9"/>
    <p:sldId id="905" r:id="rId10"/>
    <p:sldId id="906" r:id="rId11"/>
    <p:sldId id="907" r:id="rId12"/>
    <p:sldId id="908" r:id="rId13"/>
    <p:sldId id="909" r:id="rId14"/>
    <p:sldId id="910" r:id="rId15"/>
    <p:sldId id="911" r:id="rId16"/>
    <p:sldId id="912" r:id="rId17"/>
    <p:sldId id="913" r:id="rId18"/>
    <p:sldId id="914" r:id="rId19"/>
    <p:sldId id="915" r:id="rId20"/>
    <p:sldId id="916" r:id="rId21"/>
    <p:sldId id="917" r:id="rId22"/>
    <p:sldId id="918" r:id="rId23"/>
    <p:sldId id="919" r:id="rId24"/>
    <p:sldId id="920" r:id="rId25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55" autoAdjust="0"/>
    <p:restoredTop sz="94660"/>
  </p:normalViewPr>
  <p:slideViewPr>
    <p:cSldViewPr snapToGrid="0">
      <p:cViewPr>
        <p:scale>
          <a:sx n="100" d="100"/>
          <a:sy n="100" d="100"/>
        </p:scale>
        <p:origin x="2124" y="7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07-2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07-5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0-2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0-4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1-2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2-2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3-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3-2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3-5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4-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4-3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  <p:sp>
        <p:nvSpPr>
          <p:cNvPr id="36" name="文本框 39"/>
          <p:cNvSpPr txBox="1"/>
          <p:nvPr/>
        </p:nvSpPr>
        <p:spPr>
          <a:xfrm>
            <a:off x="10482467" y="3421579"/>
            <a:ext cx="298323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b="1" dirty="0">
                <a:solidFill>
                  <a:srgbClr val="CE1DD3"/>
                </a:solidFill>
              </a:rPr>
              <a:t>希望：</a:t>
            </a:r>
            <a:endParaRPr lang="zh-CN" altLang="en-US" sz="1400" b="1" dirty="0">
              <a:solidFill>
                <a:srgbClr val="CE1DD3"/>
              </a:solidFill>
            </a:endParaRPr>
          </a:p>
          <a:p>
            <a:r>
              <a:rPr lang="en-US" altLang="zh-CN" sz="1400" b="1" dirty="0">
                <a:solidFill>
                  <a:srgbClr val="CE1DD3"/>
                </a:solidFill>
              </a:rPr>
              <a:t>1.</a:t>
            </a:r>
            <a:r>
              <a:rPr lang="zh-CN" altLang="en-US" sz="1400" b="1" dirty="0">
                <a:solidFill>
                  <a:srgbClr val="CE1DD3"/>
                </a:solidFill>
              </a:rPr>
              <a:t>区间至少持续</a:t>
            </a:r>
            <a:r>
              <a:rPr lang="en-US" altLang="zh-CN" sz="1400" b="1" dirty="0">
                <a:solidFill>
                  <a:srgbClr val="CE1DD3"/>
                </a:solidFill>
              </a:rPr>
              <a:t>5-10</a:t>
            </a:r>
            <a:r>
              <a:rPr lang="zh-CN" altLang="en-US" sz="1400" b="1" dirty="0">
                <a:solidFill>
                  <a:srgbClr val="CE1DD3"/>
                </a:solidFill>
              </a:rPr>
              <a:t>根</a:t>
            </a:r>
            <a:r>
              <a:rPr lang="en-US" altLang="zh-CN" sz="1400" b="1" dirty="0">
                <a:solidFill>
                  <a:srgbClr val="CE1DD3"/>
                </a:solidFill>
              </a:rPr>
              <a:t>k</a:t>
            </a:r>
            <a:r>
              <a:rPr lang="zh-CN" altLang="en-US" sz="1400" b="1" dirty="0">
                <a:solidFill>
                  <a:srgbClr val="CE1DD3"/>
                </a:solidFill>
              </a:rPr>
              <a:t>线</a:t>
            </a:r>
            <a:endParaRPr lang="zh-CN" altLang="en-US" sz="1400" b="1" dirty="0">
              <a:solidFill>
                <a:srgbClr val="CE1DD3"/>
              </a:solidFill>
            </a:endParaRPr>
          </a:p>
          <a:p>
            <a:r>
              <a:rPr lang="en-US" altLang="zh-CN" sz="1400" b="1" dirty="0">
                <a:solidFill>
                  <a:srgbClr val="CE1DD3"/>
                </a:solidFill>
              </a:rPr>
              <a:t>2.</a:t>
            </a:r>
            <a:r>
              <a:rPr lang="zh-CN" altLang="en-US" sz="1400" b="1" dirty="0">
                <a:solidFill>
                  <a:srgbClr val="CE1DD3"/>
                </a:solidFill>
              </a:rPr>
              <a:t>区间的波动至少为平均波动的</a:t>
            </a:r>
            <a:r>
              <a:rPr lang="en-US" altLang="zh-CN" sz="1400" b="1" dirty="0">
                <a:solidFill>
                  <a:srgbClr val="CE1DD3"/>
                </a:solidFill>
              </a:rPr>
              <a:t>30%</a:t>
            </a:r>
            <a:endParaRPr lang="en-US" altLang="zh-CN" sz="1400" b="1" dirty="0">
              <a:solidFill>
                <a:srgbClr val="CE1DD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5-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5-1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5-4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5-4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6-1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6-5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  <p:sp>
        <p:nvSpPr>
          <p:cNvPr id="36" name="文本框 68"/>
          <p:cNvSpPr txBox="1"/>
          <p:nvPr/>
        </p:nvSpPr>
        <p:spPr>
          <a:xfrm>
            <a:off x="7031130" y="1434306"/>
            <a:ext cx="45885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 b="1" dirty="0">
                <a:solidFill>
                  <a:srgbClr val="FF0000"/>
                </a:solidFill>
              </a:rPr>
              <a:t>18</a:t>
            </a:r>
            <a:r>
              <a:rPr lang="zh-CN" altLang="en-US" sz="1400" b="1" dirty="0">
                <a:solidFill>
                  <a:srgbClr val="FF0000"/>
                </a:solidFill>
              </a:rPr>
              <a:t>根</a:t>
            </a:r>
            <a:r>
              <a:rPr lang="en-US" altLang="zh-CN" sz="1400" b="1" dirty="0">
                <a:solidFill>
                  <a:srgbClr val="FF0000"/>
                </a:solidFill>
              </a:rPr>
              <a:t>K</a:t>
            </a:r>
            <a:r>
              <a:rPr lang="zh-CN" altLang="en-US" sz="1400" b="1" dirty="0">
                <a:solidFill>
                  <a:srgbClr val="FF0000"/>
                </a:solidFill>
              </a:rPr>
              <a:t>线出现的时候，</a:t>
            </a:r>
            <a:r>
              <a:rPr lang="en-US" altLang="zh-CN" sz="1400" b="1" dirty="0">
                <a:solidFill>
                  <a:srgbClr val="FF0000"/>
                </a:solidFill>
              </a:rPr>
              <a:t>90%</a:t>
            </a:r>
            <a:r>
              <a:rPr lang="zh-CN" altLang="en-US" sz="1400" b="1" dirty="0">
                <a:solidFill>
                  <a:srgbClr val="FF0000"/>
                </a:solidFill>
              </a:rPr>
              <a:t>概率今日最高最低点已经出现</a:t>
            </a:r>
            <a:endParaRPr lang="zh-CN" altLang="en-US" sz="1400" b="1" dirty="0">
              <a:solidFill>
                <a:srgbClr val="FF0000"/>
              </a:solidFill>
            </a:endParaRPr>
          </a:p>
          <a:p>
            <a:r>
              <a:rPr lang="zh-CN" altLang="en-US" sz="1400" b="1" dirty="0">
                <a:solidFill>
                  <a:srgbClr val="FF0000"/>
                </a:solidFill>
              </a:rPr>
              <a:t>如果在最高点附近出现反转机会，可以尝试做空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38" name="文本框 39"/>
          <p:cNvSpPr txBox="1"/>
          <p:nvPr/>
        </p:nvSpPr>
        <p:spPr>
          <a:xfrm>
            <a:off x="10013837" y="4783654"/>
            <a:ext cx="31540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b="1" dirty="0">
                <a:solidFill>
                  <a:srgbClr val="CE1DD3"/>
                </a:solidFill>
              </a:rPr>
              <a:t>大涨大跌的日子，通常会变成</a:t>
            </a:r>
            <a:r>
              <a:rPr lang="en-US" altLang="zh-CN" sz="1400" b="1" dirty="0">
                <a:solidFill>
                  <a:srgbClr val="CE1DD3"/>
                </a:solidFill>
              </a:rPr>
              <a:t>TR DAY</a:t>
            </a:r>
            <a:endParaRPr lang="en-US" altLang="zh-CN" sz="1400" b="1" dirty="0">
              <a:solidFill>
                <a:srgbClr val="CE1DD3"/>
              </a:solidFill>
            </a:endParaRPr>
          </a:p>
          <a:p>
            <a:r>
              <a:rPr lang="zh-CN" altLang="en-US" sz="1400" b="1" dirty="0">
                <a:solidFill>
                  <a:srgbClr val="CE1DD3"/>
                </a:solidFill>
              </a:rPr>
              <a:t>往任何方向，都不太可能</a:t>
            </a:r>
            <a:r>
              <a:rPr lang="zh-CN" altLang="en-US" sz="1400" b="1" dirty="0">
                <a:solidFill>
                  <a:srgbClr val="CE1DD3"/>
                </a:solidFill>
              </a:rPr>
              <a:t>走得很远</a:t>
            </a:r>
            <a:endParaRPr lang="zh-CN" altLang="en-US" sz="1400" b="1" dirty="0">
              <a:solidFill>
                <a:srgbClr val="CE1DD3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7-2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7-4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8-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8-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9609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021778" y="3215139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1021527" y="274503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97796" y="275836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76625" y="4783589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76625" y="5041487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1051621" y="514201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1054090" y="548338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88602" y="533294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88227" y="5624302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64966" y="6147973"/>
            <a:ext cx="457200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1051526" y="5816054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76270" y="6076328"/>
            <a:ext cx="548640" cy="13335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93755" y="5847769"/>
            <a:ext cx="548640" cy="50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813370" y="3199450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1076302" y="3793112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12651" y="3795159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1075640" y="4513845"/>
            <a:ext cx="457200" cy="365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76329" y="4539515"/>
            <a:ext cx="4572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4771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42360" y="213471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-1118870" y="2139950"/>
            <a:ext cx="602615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>
                <a:solidFill>
                  <a:schemeClr val="accent6"/>
                </a:solidFill>
                <a:ea typeface="等线" panose="02010600030101010101" charset="-122"/>
              </a:rPr>
              <a:t>绿色</a:t>
            </a:r>
            <a:endParaRPr lang="zh-CN" altLang="en-US" sz="1400" dirty="0">
              <a:solidFill>
                <a:schemeClr val="accent6"/>
              </a:solidFill>
              <a:ea typeface="等线" panose="02010600030101010101" charset="-122"/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904365" y="6464935"/>
            <a:ext cx="54864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1064895" y="6466840"/>
            <a:ext cx="54864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2" name="Picture 41" descr="Snipaste_2024-11-21_11-18-3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486</Words>
  <Application>WPS Presentation</Application>
  <PresentationFormat>自定义</PresentationFormat>
  <Paragraphs>378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Arial</vt:lpstr>
      <vt:lpstr>宋体</vt:lpstr>
      <vt:lpstr>Wingdings</vt:lpstr>
      <vt:lpstr>Constantia</vt:lpstr>
      <vt:lpstr>等线</vt:lpstr>
      <vt:lpstr>Aptos</vt:lpstr>
      <vt:lpstr>Times New Roman</vt:lpstr>
      <vt:lpstr>微软雅黑</vt:lpstr>
      <vt:lpstr>Arial Unicode MS</vt:lpstr>
      <vt:lpstr>等线 Light</vt:lpstr>
      <vt:lpstr>Aptos Display</vt:lpstr>
      <vt:lpstr>Segoe Print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润庭 邓</dc:creator>
  <cp:lastModifiedBy>10329</cp:lastModifiedBy>
  <cp:revision>67</cp:revision>
  <dcterms:created xsi:type="dcterms:W3CDTF">2024-11-19T02:39:00Z</dcterms:created>
  <dcterms:modified xsi:type="dcterms:W3CDTF">2024-11-22T04:00:18Z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0D0BA0CB5BA74E3E90A29B76479AB8AA_12</vt:lpwstr>
  </property>
  <property fmtid="{D5CDD505-2E9C-101B-9397-08002B2CF9AE}" pid="3" name="KSOProductBuildVer">
    <vt:lpwstr>1033-12.2.0.18911</vt:lpwstr>
  </property>
</Properties>
</file>