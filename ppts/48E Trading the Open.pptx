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73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2" Type="http://schemas.openxmlformats.org/officeDocument/2006/relationships/tableStyles" Target="tableStyles.xml"/><Relationship Id="rId21" Type="http://schemas.openxmlformats.org/officeDocument/2006/relationships/viewProps" Target="viewProps.xml"/><Relationship Id="rId20" Type="http://schemas.openxmlformats.org/officeDocument/2006/relationships/presProps" Target="presProps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9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11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Section Header">
    <p:spTree>
      <p:nvGrpSpPr>
        <p:cNvPr id="1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21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2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2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2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27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28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29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0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1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Comparison">
    <p:spTree>
      <p:nvGrpSpPr>
        <p:cNvPr id="3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4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35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36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37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38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9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0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4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4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4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8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9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Content with Caption">
    <p:spTree>
      <p:nvGrpSpPr>
        <p:cNvPr id="5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52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3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4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Picture with Caption">
    <p:spTree>
      <p:nvGrpSpPr>
        <p:cNvPr id="5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59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60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1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2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3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Title and Vertical Text">
    <p:spTree>
      <p:nvGrpSpPr>
        <p:cNvPr id="6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66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Vertical Title and Text">
    <p:spTree>
      <p:nvGrpSpPr>
        <p:cNvPr id="1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5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6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17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0.jpe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1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3.png"/><Relationship Id="rId1" Type="http://schemas.openxmlformats.org/officeDocument/2006/relationships/image" Target="../media/image12.jpe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4.jpe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5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6.jpe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7.jpe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8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pic>
        <p:nvPicPr>
          <p:cNvPr id="4" name="Picture 3" descr="01 Video 48E (#5 of 6) 00m05s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40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pic>
        <p:nvPicPr>
          <p:cNvPr id="41" name="Picture 3" descr="02 Main Points 00m42s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42" name="Text Box 41"/>
          <p:cNvSpPr txBox="1"/>
          <p:nvPr/>
        </p:nvSpPr>
        <p:spPr>
          <a:xfrm>
            <a:off x="2081909" y="1280893"/>
            <a:ext cx="2884078" cy="368300"/>
          </a:xfrm>
          <a:prstGeom prst="rect">
            <a:avLst/>
          </a:prstGeom>
          <a:ln w="12700">
            <a:prstDash val="solid"/>
            <a:miter lim="800000"/>
          </a:ln>
        </p:spPr>
        <p:txBody>
          <a:bodyPr>
            <a:spAutoFit/>
          </a:bodyPr>
          <a:p>
            <a:r>
              <a:rPr lang="zh-CN"/>
              <a:t>突破前日高点、低点失败</a:t>
            </a:r>
            <a:endParaRPr lang="zh-CN"/>
          </a:p>
        </p:txBody>
      </p:sp>
      <p:sp>
        <p:nvSpPr>
          <p:cNvPr id="43" name="Text Box 42"/>
          <p:cNvSpPr txBox="1"/>
          <p:nvPr/>
        </p:nvSpPr>
        <p:spPr>
          <a:xfrm>
            <a:off x="2029853" y="3244955"/>
            <a:ext cx="2889250" cy="641350"/>
          </a:xfrm>
          <a:prstGeom prst="rect">
            <a:avLst/>
          </a:prstGeom>
          <a:ln w="12700">
            <a:prstDash val="solid"/>
            <a:miter lim="800000"/>
          </a:ln>
        </p:spPr>
        <p:txBody>
          <a:bodyPr>
            <a:spAutoFit/>
          </a:bodyPr>
          <a:p>
            <a:r>
              <a:rPr lang="zh-CN"/>
              <a:t>对突破前日的范围的</a:t>
            </a:r>
            <a:r>
              <a:rPr lang="zh-CN"/>
              <a:t>反转失败了</a:t>
            </a:r>
            <a:r>
              <a:rPr lang="en-US"/>
              <a:t> </a:t>
            </a:r>
            <a:endParaRPr lang="en-US"/>
          </a:p>
        </p:txBody>
      </p:sp>
      <p:sp>
        <p:nvSpPr>
          <p:cNvPr id="2" name="文本框 36"/>
          <p:cNvSpPr txBox="1"/>
          <p:nvPr/>
        </p:nvSpPr>
        <p:spPr>
          <a:xfrm>
            <a:off x="-1834515" y="492671"/>
            <a:ext cx="45720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1400" dirty="0">
                <a:solidFill>
                  <a:srgbClr val="316B93"/>
                </a:solidFill>
              </a:rPr>
              <a:t>深蓝</a:t>
            </a:r>
            <a:endParaRPr lang="zh-CN" altLang="en-US" sz="1400" dirty="0">
              <a:solidFill>
                <a:srgbClr val="316B93"/>
              </a:solidFill>
            </a:endParaRPr>
          </a:p>
        </p:txBody>
      </p:sp>
      <p:sp>
        <p:nvSpPr>
          <p:cNvPr id="3" name="文本框 37"/>
          <p:cNvSpPr txBox="1"/>
          <p:nvPr/>
        </p:nvSpPr>
        <p:spPr>
          <a:xfrm>
            <a:off x="-890671" y="492671"/>
            <a:ext cx="45720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1400" dirty="0">
                <a:solidFill>
                  <a:srgbClr val="AF8647"/>
                </a:solidFill>
              </a:rPr>
              <a:t>褐色</a:t>
            </a:r>
            <a:endParaRPr lang="zh-CN" altLang="en-US" sz="1400" dirty="0">
              <a:solidFill>
                <a:srgbClr val="AF8647"/>
              </a:solidFill>
            </a:endParaRPr>
          </a:p>
        </p:txBody>
      </p:sp>
      <p:sp>
        <p:nvSpPr>
          <p:cNvPr id="4" name="文本框 38"/>
          <p:cNvSpPr txBox="1"/>
          <p:nvPr/>
        </p:nvSpPr>
        <p:spPr>
          <a:xfrm>
            <a:off x="-1834515" y="1086833"/>
            <a:ext cx="457200" cy="30734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1400" dirty="0">
                <a:solidFill>
                  <a:srgbClr val="256824"/>
                </a:solidFill>
              </a:rPr>
              <a:t>深绿</a:t>
            </a:r>
            <a:endParaRPr lang="zh-CN" altLang="en-US" sz="1400" dirty="0">
              <a:solidFill>
                <a:srgbClr val="256824"/>
              </a:solidFill>
            </a:endParaRPr>
          </a:p>
        </p:txBody>
      </p:sp>
      <p:sp>
        <p:nvSpPr>
          <p:cNvPr id="5" name="文本框 39"/>
          <p:cNvSpPr txBox="1"/>
          <p:nvPr/>
        </p:nvSpPr>
        <p:spPr>
          <a:xfrm>
            <a:off x="-890671" y="1087468"/>
            <a:ext cx="457200" cy="30734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1400" dirty="0">
                <a:solidFill>
                  <a:srgbClr val="CE1DD3"/>
                </a:solidFill>
              </a:rPr>
              <a:t>紫色</a:t>
            </a:r>
            <a:endParaRPr lang="zh-CN" altLang="en-US" sz="1400" dirty="0">
              <a:solidFill>
                <a:srgbClr val="CE1DD3"/>
              </a:solidFill>
            </a:endParaRPr>
          </a:p>
        </p:txBody>
      </p:sp>
      <p:sp>
        <p:nvSpPr>
          <p:cNvPr id="6" name="文本框 40"/>
          <p:cNvSpPr txBox="1"/>
          <p:nvPr/>
        </p:nvSpPr>
        <p:spPr>
          <a:xfrm>
            <a:off x="-1834515" y="1680558"/>
            <a:ext cx="457200" cy="30734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1400" dirty="0">
                <a:solidFill>
                  <a:srgbClr val="BA1C20"/>
                </a:solidFill>
              </a:rPr>
              <a:t>深红</a:t>
            </a:r>
            <a:endParaRPr lang="zh-CN" altLang="en-US" sz="1400" dirty="0">
              <a:solidFill>
                <a:srgbClr val="BA1C20"/>
              </a:solidFill>
            </a:endParaRPr>
          </a:p>
        </p:txBody>
      </p:sp>
      <p:sp>
        <p:nvSpPr>
          <p:cNvPr id="8" name="Google Shape;60;p14"/>
          <p:cNvSpPr/>
          <p:nvPr/>
        </p:nvSpPr>
        <p:spPr>
          <a:xfrm>
            <a:off x="-890671" y="3339813"/>
            <a:ext cx="365760" cy="182880"/>
          </a:xfrm>
          <a:prstGeom prst="rect">
            <a:avLst/>
          </a:prstGeom>
          <a:solidFill>
            <a:srgbClr val="33CC33">
              <a:alpha val="20000"/>
            </a:srgbClr>
          </a:solidFill>
          <a:ln>
            <a:noFill/>
          </a:ln>
        </p:spPr>
        <p:txBody>
          <a:bodyPr spcFirstLastPara="1" wrap="square" lIns="146280" tIns="73120" rIns="146280" bIns="73120" anchor="ctr" anchorCtr="0">
            <a:noAutofit/>
          </a:bodyPr>
          <a:p>
            <a:pPr algn="ctr"/>
            <a:endParaRPr sz="288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sp>
        <p:nvSpPr>
          <p:cNvPr id="9" name="Google Shape;113;p14"/>
          <p:cNvSpPr/>
          <p:nvPr/>
        </p:nvSpPr>
        <p:spPr>
          <a:xfrm>
            <a:off x="-890671" y="2869913"/>
            <a:ext cx="365760" cy="182880"/>
          </a:xfrm>
          <a:prstGeom prst="rect">
            <a:avLst/>
          </a:prstGeom>
          <a:solidFill>
            <a:srgbClr val="FF0000">
              <a:alpha val="49800"/>
            </a:srgbClr>
          </a:solidFill>
          <a:ln>
            <a:noFill/>
          </a:ln>
        </p:spPr>
        <p:txBody>
          <a:bodyPr spcFirstLastPara="1" wrap="square" lIns="146280" tIns="73120" rIns="146280" bIns="73120" anchor="ctr" anchorCtr="0">
            <a:noAutofit/>
          </a:bodyPr>
          <a:p>
            <a:pPr algn="ctr"/>
            <a:endParaRPr sz="1280" dirty="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sp>
        <p:nvSpPr>
          <p:cNvPr id="10" name="Google Shape;114;p14"/>
          <p:cNvSpPr/>
          <p:nvPr/>
        </p:nvSpPr>
        <p:spPr>
          <a:xfrm>
            <a:off x="-1743075" y="2868008"/>
            <a:ext cx="365760" cy="182880"/>
          </a:xfrm>
          <a:prstGeom prst="rect">
            <a:avLst/>
          </a:prstGeom>
          <a:solidFill>
            <a:srgbClr val="33CC33">
              <a:alpha val="49800"/>
            </a:srgbClr>
          </a:solidFill>
          <a:ln>
            <a:noFill/>
          </a:ln>
        </p:spPr>
        <p:txBody>
          <a:bodyPr spcFirstLastPara="1" wrap="square" lIns="146280" tIns="73120" rIns="146280" bIns="73120" anchor="ctr" anchorCtr="0">
            <a:noAutofit/>
          </a:bodyPr>
          <a:p>
            <a:pPr algn="ctr"/>
            <a:endParaRPr sz="1280" dirty="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cxnSp>
        <p:nvCxnSpPr>
          <p:cNvPr id="12" name="Google Shape;116;p14"/>
          <p:cNvCxnSpPr/>
          <p:nvPr/>
        </p:nvCxnSpPr>
        <p:spPr>
          <a:xfrm rot="10800000">
            <a:off x="-1834515" y="503145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3" name="Google Shape;120;p14"/>
          <p:cNvCxnSpPr/>
          <p:nvPr/>
        </p:nvCxnSpPr>
        <p:spPr>
          <a:xfrm flipH="1">
            <a:off x="-890671" y="532355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4" name="Google Shape;121;p14"/>
          <p:cNvCxnSpPr/>
          <p:nvPr/>
        </p:nvCxnSpPr>
        <p:spPr>
          <a:xfrm flipH="1">
            <a:off x="-890671" y="561057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5" name="Google Shape;118;p14"/>
          <p:cNvCxnSpPr/>
          <p:nvPr/>
        </p:nvCxnSpPr>
        <p:spPr>
          <a:xfrm rot="10800000">
            <a:off x="-1834515" y="5317838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00FF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6" name="Google Shape;119;p14"/>
          <p:cNvCxnSpPr/>
          <p:nvPr/>
        </p:nvCxnSpPr>
        <p:spPr>
          <a:xfrm rot="10800000">
            <a:off x="-1834515" y="560422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8E1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7" name="Google Shape;123;p14"/>
          <p:cNvCxnSpPr/>
          <p:nvPr/>
        </p:nvCxnSpPr>
        <p:spPr>
          <a:xfrm flipH="1">
            <a:off x="-890671" y="618461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8E11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8" name="Google Shape;124;p14"/>
          <p:cNvCxnSpPr/>
          <p:nvPr/>
        </p:nvCxnSpPr>
        <p:spPr>
          <a:xfrm flipH="1">
            <a:off x="-890671" y="589759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00FF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9" name="Google Shape;65;p14"/>
          <p:cNvCxnSpPr/>
          <p:nvPr/>
        </p:nvCxnSpPr>
        <p:spPr>
          <a:xfrm flipH="1">
            <a:off x="-1834515" y="617699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4" name="Google Shape;75;p14"/>
          <p:cNvCxnSpPr/>
          <p:nvPr/>
        </p:nvCxnSpPr>
        <p:spPr>
          <a:xfrm flipH="1">
            <a:off x="-1834515" y="5890608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stealth" w="med" len="med"/>
          </a:ln>
        </p:spPr>
      </p:cxnSp>
      <p:sp>
        <p:nvSpPr>
          <p:cNvPr id="27" name="Rectangle 218"/>
          <p:cNvSpPr/>
          <p:nvPr/>
        </p:nvSpPr>
        <p:spPr>
          <a:xfrm>
            <a:off x="-1743075" y="3337273"/>
            <a:ext cx="365760" cy="182880"/>
          </a:xfrm>
          <a:prstGeom prst="rect">
            <a:avLst/>
          </a:prstGeom>
          <a:solidFill>
            <a:srgbClr val="D2691E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sz="2880"/>
          </a:p>
        </p:txBody>
      </p:sp>
      <p:sp>
        <p:nvSpPr>
          <p:cNvPr id="28" name="Rectangle 328"/>
          <p:cNvSpPr/>
          <p:nvPr/>
        </p:nvSpPr>
        <p:spPr>
          <a:xfrm>
            <a:off x="-890671" y="3809713"/>
            <a:ext cx="457200" cy="36576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sz="2880"/>
          </a:p>
        </p:txBody>
      </p:sp>
      <p:sp>
        <p:nvSpPr>
          <p:cNvPr id="29" name="Rectangle 331"/>
          <p:cNvSpPr/>
          <p:nvPr/>
        </p:nvSpPr>
        <p:spPr>
          <a:xfrm>
            <a:off x="-1834515" y="3806538"/>
            <a:ext cx="457200" cy="365760"/>
          </a:xfrm>
          <a:prstGeom prst="rect">
            <a:avLst/>
          </a:prstGeom>
          <a:ln w="19050">
            <a:solidFill>
              <a:srgbClr val="00A4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en-US" sz="2880"/>
          </a:p>
        </p:txBody>
      </p:sp>
      <p:sp>
        <p:nvSpPr>
          <p:cNvPr id="33" name="文本框 67"/>
          <p:cNvSpPr txBox="1"/>
          <p:nvPr/>
        </p:nvSpPr>
        <p:spPr>
          <a:xfrm>
            <a:off x="-890671" y="1681828"/>
            <a:ext cx="457200" cy="30734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14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黑色</a:t>
            </a:r>
            <a:endParaRPr lang="zh-CN" altLang="en-US" sz="140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34" name="文本框 68"/>
          <p:cNvSpPr txBox="1"/>
          <p:nvPr/>
        </p:nvSpPr>
        <p:spPr>
          <a:xfrm>
            <a:off x="-1834515" y="2274283"/>
            <a:ext cx="457200" cy="30734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1400" dirty="0">
                <a:solidFill>
                  <a:srgbClr val="FF0000"/>
                </a:solidFill>
              </a:rPr>
              <a:t>红色</a:t>
            </a:r>
            <a:endParaRPr lang="zh-CN" altLang="en-US" sz="1400" dirty="0">
              <a:solidFill>
                <a:srgbClr val="FF0000"/>
              </a:solidFill>
            </a:endParaRPr>
          </a:p>
        </p:txBody>
      </p:sp>
      <p:grpSp>
        <p:nvGrpSpPr>
          <p:cNvPr id="7" name="组合 8"/>
          <p:cNvGrpSpPr/>
          <p:nvPr/>
        </p:nvGrpSpPr>
        <p:grpSpPr>
          <a:xfrm>
            <a:off x="-1834515" y="6463378"/>
            <a:ext cx="457200" cy="548640"/>
            <a:chOff x="8533167" y="1924272"/>
            <a:chExt cx="1099206" cy="1385455"/>
          </a:xfrm>
        </p:grpSpPr>
        <p:cxnSp>
          <p:nvCxnSpPr>
            <p:cNvPr id="20" name="Google Shape;119;p14"/>
            <p:cNvCxnSpPr/>
            <p:nvPr/>
          </p:nvCxnSpPr>
          <p:spPr>
            <a:xfrm flipH="1">
              <a:off x="8533168" y="1924272"/>
              <a:ext cx="1099205" cy="0"/>
            </a:xfrm>
            <a:prstGeom prst="straightConnector1">
              <a:avLst/>
            </a:prstGeom>
            <a:noFill/>
            <a:ln w="19050" cap="flat" cmpd="sng">
              <a:solidFill>
                <a:srgbClr val="FF8E1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1" name="Google Shape;119;p14"/>
            <p:cNvCxnSpPr/>
            <p:nvPr/>
          </p:nvCxnSpPr>
          <p:spPr>
            <a:xfrm flipH="1">
              <a:off x="8533167" y="2618454"/>
              <a:ext cx="1099205" cy="0"/>
            </a:xfrm>
            <a:prstGeom prst="straightConnector1">
              <a:avLst/>
            </a:prstGeom>
            <a:noFill/>
            <a:ln w="19050" cap="flat" cmpd="sng">
              <a:solidFill>
                <a:srgbClr val="FF8E1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2" name="Google Shape;119;p14"/>
            <p:cNvCxnSpPr/>
            <p:nvPr/>
          </p:nvCxnSpPr>
          <p:spPr>
            <a:xfrm flipH="1">
              <a:off x="8533168" y="3309727"/>
              <a:ext cx="1099205" cy="0"/>
            </a:xfrm>
            <a:prstGeom prst="straightConnector1">
              <a:avLst/>
            </a:prstGeom>
            <a:noFill/>
            <a:ln w="19050" cap="flat" cmpd="sng">
              <a:solidFill>
                <a:srgbClr val="FF8E11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grpSp>
        <p:nvGrpSpPr>
          <p:cNvPr id="23" name="组合 22"/>
          <p:cNvGrpSpPr/>
          <p:nvPr/>
        </p:nvGrpSpPr>
        <p:grpSpPr>
          <a:xfrm>
            <a:off x="-890671" y="6471633"/>
            <a:ext cx="457200" cy="548640"/>
            <a:chOff x="8824317" y="1696204"/>
            <a:chExt cx="1140564" cy="1575691"/>
          </a:xfrm>
        </p:grpSpPr>
        <p:grpSp>
          <p:nvGrpSpPr>
            <p:cNvPr id="25" name="组合 14"/>
            <p:cNvGrpSpPr/>
            <p:nvPr/>
          </p:nvGrpSpPr>
          <p:grpSpPr>
            <a:xfrm>
              <a:off x="8824318" y="1696204"/>
              <a:ext cx="1140563" cy="1057388"/>
              <a:chOff x="8533167" y="1924272"/>
              <a:chExt cx="1099206" cy="1385455"/>
            </a:xfrm>
          </p:grpSpPr>
          <p:cxnSp>
            <p:nvCxnSpPr>
              <p:cNvPr id="26" name="Google Shape;119;p14"/>
              <p:cNvCxnSpPr/>
              <p:nvPr/>
            </p:nvCxnSpPr>
            <p:spPr>
              <a:xfrm flipH="1">
                <a:off x="8533168" y="1924272"/>
                <a:ext cx="1099205" cy="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FF8E1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30" name="Google Shape;119;p14"/>
              <p:cNvCxnSpPr/>
              <p:nvPr/>
            </p:nvCxnSpPr>
            <p:spPr>
              <a:xfrm flipH="1">
                <a:off x="8533167" y="2618454"/>
                <a:ext cx="1099205" cy="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FF8E1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35" name="Google Shape;119;p14"/>
              <p:cNvCxnSpPr/>
              <p:nvPr/>
            </p:nvCxnSpPr>
            <p:spPr>
              <a:xfrm flipH="1">
                <a:off x="8533168" y="3309727"/>
                <a:ext cx="1099205" cy="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FF8E1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</p:grpSp>
        <p:cxnSp>
          <p:nvCxnSpPr>
            <p:cNvPr id="37" name="Google Shape;119;p14"/>
            <p:cNvCxnSpPr/>
            <p:nvPr/>
          </p:nvCxnSpPr>
          <p:spPr>
            <a:xfrm flipH="1">
              <a:off x="8824317" y="3271895"/>
              <a:ext cx="1140562" cy="0"/>
            </a:xfrm>
            <a:prstGeom prst="straightConnector1">
              <a:avLst/>
            </a:prstGeom>
            <a:noFill/>
            <a:ln w="19050" cap="flat" cmpd="sng">
              <a:solidFill>
                <a:srgbClr val="FF8E11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cxnSp>
        <p:nvCxnSpPr>
          <p:cNvPr id="47" name="Google Shape;116;p14"/>
          <p:cNvCxnSpPr/>
          <p:nvPr/>
        </p:nvCxnSpPr>
        <p:spPr>
          <a:xfrm rot="10800000">
            <a:off x="-890671" y="5036533"/>
            <a:ext cx="457200" cy="0"/>
          </a:xfrm>
          <a:prstGeom prst="straightConnector1">
            <a:avLst/>
          </a:prstGeom>
          <a:noFill/>
          <a:ln w="19050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53" name="Group 52"/>
          <p:cNvGrpSpPr/>
          <p:nvPr/>
        </p:nvGrpSpPr>
        <p:grpSpPr>
          <a:xfrm>
            <a:off x="-1751965" y="4525010"/>
            <a:ext cx="1318260" cy="306705"/>
            <a:chOff x="9798" y="4510"/>
            <a:chExt cx="1542" cy="483"/>
          </a:xfrm>
        </p:grpSpPr>
        <p:cxnSp>
          <p:nvCxnSpPr>
            <p:cNvPr id="51" name="Google Shape;115;p14"/>
            <p:cNvCxnSpPr/>
            <p:nvPr/>
          </p:nvCxnSpPr>
          <p:spPr>
            <a:xfrm rot="10800000">
              <a:off x="9798" y="4755"/>
              <a:ext cx="720" cy="0"/>
            </a:xfrm>
            <a:prstGeom prst="straightConnector1">
              <a:avLst/>
            </a:prstGeom>
            <a:ln w="19050">
              <a:headEnd type="none" w="sm" len="sm"/>
              <a:tailEnd type="none" w="sm" len="sm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52" name="文本框 67"/>
            <p:cNvSpPr txBox="1"/>
            <p:nvPr/>
          </p:nvSpPr>
          <p:spPr>
            <a:xfrm>
              <a:off x="10538" y="4510"/>
              <a:ext cx="802" cy="4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1400" dirty="0"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Stop</a:t>
              </a:r>
              <a:endParaRPr lang="en-US" altLang="zh-CN" sz="14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</p:grpSp>
      <p:sp>
        <p:nvSpPr>
          <p:cNvPr id="54" name="文本框 68"/>
          <p:cNvSpPr txBox="1"/>
          <p:nvPr/>
        </p:nvSpPr>
        <p:spPr>
          <a:xfrm>
            <a:off x="-890671" y="2276188"/>
            <a:ext cx="5384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1400" dirty="0">
                <a:solidFill>
                  <a:srgbClr val="00B050"/>
                </a:solidFill>
              </a:rPr>
              <a:t>绿色</a:t>
            </a:r>
            <a:endParaRPr lang="zh-CN" altLang="en-US" sz="1400" dirty="0">
              <a:solidFill>
                <a:srgbClr val="00B050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" name="Picture 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13255" cy="8228965"/>
          </a:xfrm>
          <a:prstGeom prst="rect">
            <a:avLst/>
          </a:prstGeom>
        </p:spPr>
      </p:pic>
      <p:sp>
        <p:nvSpPr>
          <p:cNvPr id="2" name="文本框 36"/>
          <p:cNvSpPr txBox="1"/>
          <p:nvPr/>
        </p:nvSpPr>
        <p:spPr>
          <a:xfrm>
            <a:off x="-1834515" y="492671"/>
            <a:ext cx="45720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316B93"/>
                </a:solidFill>
              </a:rPr>
              <a:t>深蓝</a:t>
            </a:r>
            <a:endParaRPr lang="zh-CN" altLang="en-US" sz="1400" dirty="0">
              <a:solidFill>
                <a:srgbClr val="316B93"/>
              </a:solidFill>
            </a:endParaRPr>
          </a:p>
        </p:txBody>
      </p:sp>
      <p:sp>
        <p:nvSpPr>
          <p:cNvPr id="3" name="文本框 37"/>
          <p:cNvSpPr txBox="1"/>
          <p:nvPr/>
        </p:nvSpPr>
        <p:spPr>
          <a:xfrm>
            <a:off x="-890671" y="492671"/>
            <a:ext cx="45720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AF8647"/>
                </a:solidFill>
              </a:rPr>
              <a:t>褐色</a:t>
            </a:r>
            <a:endParaRPr lang="zh-CN" altLang="en-US" sz="1400" dirty="0">
              <a:solidFill>
                <a:srgbClr val="AF8647"/>
              </a:solidFill>
            </a:endParaRPr>
          </a:p>
        </p:txBody>
      </p:sp>
      <p:sp>
        <p:nvSpPr>
          <p:cNvPr id="4" name="文本框 38"/>
          <p:cNvSpPr txBox="1"/>
          <p:nvPr/>
        </p:nvSpPr>
        <p:spPr>
          <a:xfrm>
            <a:off x="-1834515" y="1086833"/>
            <a:ext cx="457200" cy="3073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256824"/>
                </a:solidFill>
              </a:rPr>
              <a:t>深绿</a:t>
            </a:r>
            <a:endParaRPr lang="zh-CN" altLang="en-US" sz="1400" dirty="0">
              <a:solidFill>
                <a:srgbClr val="256824"/>
              </a:solidFill>
            </a:endParaRPr>
          </a:p>
        </p:txBody>
      </p:sp>
      <p:sp>
        <p:nvSpPr>
          <p:cNvPr id="5" name="文本框 39"/>
          <p:cNvSpPr txBox="1"/>
          <p:nvPr/>
        </p:nvSpPr>
        <p:spPr>
          <a:xfrm>
            <a:off x="-890671" y="1087468"/>
            <a:ext cx="457200" cy="3073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CE1DD3"/>
                </a:solidFill>
              </a:rPr>
              <a:t>紫色</a:t>
            </a:r>
            <a:endParaRPr lang="zh-CN" altLang="en-US" sz="1400" dirty="0">
              <a:solidFill>
                <a:srgbClr val="CE1DD3"/>
              </a:solidFill>
            </a:endParaRPr>
          </a:p>
        </p:txBody>
      </p:sp>
      <p:sp>
        <p:nvSpPr>
          <p:cNvPr id="6" name="文本框 40"/>
          <p:cNvSpPr txBox="1"/>
          <p:nvPr/>
        </p:nvSpPr>
        <p:spPr>
          <a:xfrm>
            <a:off x="-1834515" y="1680558"/>
            <a:ext cx="457200" cy="3073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BA1C20"/>
                </a:solidFill>
              </a:rPr>
              <a:t>深红</a:t>
            </a:r>
            <a:endParaRPr lang="zh-CN" altLang="en-US" sz="1400" dirty="0">
              <a:solidFill>
                <a:srgbClr val="BA1C20"/>
              </a:solidFill>
            </a:endParaRPr>
          </a:p>
        </p:txBody>
      </p:sp>
      <p:sp>
        <p:nvSpPr>
          <p:cNvPr id="8" name="Google Shape;60;p14"/>
          <p:cNvSpPr/>
          <p:nvPr/>
        </p:nvSpPr>
        <p:spPr>
          <a:xfrm>
            <a:off x="-890671" y="3339813"/>
            <a:ext cx="365760" cy="182880"/>
          </a:xfrm>
          <a:prstGeom prst="rect">
            <a:avLst/>
          </a:prstGeom>
          <a:solidFill>
            <a:srgbClr val="33CC33">
              <a:alpha val="20000"/>
            </a:srgbClr>
          </a:solidFill>
          <a:ln>
            <a:noFill/>
          </a:ln>
        </p:spPr>
        <p:txBody>
          <a:bodyPr spcFirstLastPara="1" wrap="square" lIns="146280" tIns="73120" rIns="146280" bIns="73120" anchor="ctr" anchorCtr="0">
            <a:noAutofit/>
          </a:bodyPr>
          <a:lstStyle/>
          <a:p>
            <a:pPr algn="ctr"/>
            <a:endParaRPr sz="288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sp>
        <p:nvSpPr>
          <p:cNvPr id="9" name="Google Shape;113;p14"/>
          <p:cNvSpPr/>
          <p:nvPr/>
        </p:nvSpPr>
        <p:spPr>
          <a:xfrm>
            <a:off x="-890671" y="2869913"/>
            <a:ext cx="365760" cy="182880"/>
          </a:xfrm>
          <a:prstGeom prst="rect">
            <a:avLst/>
          </a:prstGeom>
          <a:solidFill>
            <a:srgbClr val="FF0000">
              <a:alpha val="49800"/>
            </a:srgbClr>
          </a:solidFill>
          <a:ln>
            <a:noFill/>
          </a:ln>
        </p:spPr>
        <p:txBody>
          <a:bodyPr spcFirstLastPara="1" wrap="square" lIns="146280" tIns="73120" rIns="146280" bIns="73120" anchor="ctr" anchorCtr="0">
            <a:noAutofit/>
          </a:bodyPr>
          <a:lstStyle/>
          <a:p>
            <a:pPr algn="ctr"/>
            <a:endParaRPr sz="1280" dirty="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sp>
        <p:nvSpPr>
          <p:cNvPr id="10" name="Google Shape;114;p14"/>
          <p:cNvSpPr/>
          <p:nvPr/>
        </p:nvSpPr>
        <p:spPr>
          <a:xfrm>
            <a:off x="-1743075" y="2868008"/>
            <a:ext cx="365760" cy="182880"/>
          </a:xfrm>
          <a:prstGeom prst="rect">
            <a:avLst/>
          </a:prstGeom>
          <a:solidFill>
            <a:srgbClr val="33CC33">
              <a:alpha val="49800"/>
            </a:srgbClr>
          </a:solidFill>
          <a:ln>
            <a:noFill/>
          </a:ln>
        </p:spPr>
        <p:txBody>
          <a:bodyPr spcFirstLastPara="1" wrap="square" lIns="146280" tIns="73120" rIns="146280" bIns="73120" anchor="ctr" anchorCtr="0">
            <a:noAutofit/>
          </a:bodyPr>
          <a:lstStyle/>
          <a:p>
            <a:pPr algn="ctr"/>
            <a:endParaRPr sz="1280" dirty="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cxnSp>
        <p:nvCxnSpPr>
          <p:cNvPr id="12" name="Google Shape;116;p14"/>
          <p:cNvCxnSpPr/>
          <p:nvPr/>
        </p:nvCxnSpPr>
        <p:spPr>
          <a:xfrm rot="10800000">
            <a:off x="-1834515" y="503145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3" name="Google Shape;120;p14"/>
          <p:cNvCxnSpPr/>
          <p:nvPr/>
        </p:nvCxnSpPr>
        <p:spPr>
          <a:xfrm flipH="1">
            <a:off x="-890671" y="532355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4" name="Google Shape;121;p14"/>
          <p:cNvCxnSpPr/>
          <p:nvPr/>
        </p:nvCxnSpPr>
        <p:spPr>
          <a:xfrm flipH="1">
            <a:off x="-890671" y="561057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5" name="Google Shape;118;p14"/>
          <p:cNvCxnSpPr/>
          <p:nvPr/>
        </p:nvCxnSpPr>
        <p:spPr>
          <a:xfrm rot="10800000">
            <a:off x="-1834515" y="5317838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00FF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6" name="Google Shape;119;p14"/>
          <p:cNvCxnSpPr/>
          <p:nvPr/>
        </p:nvCxnSpPr>
        <p:spPr>
          <a:xfrm rot="10800000">
            <a:off x="-1834515" y="560422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8E1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7" name="Google Shape;123;p14"/>
          <p:cNvCxnSpPr/>
          <p:nvPr/>
        </p:nvCxnSpPr>
        <p:spPr>
          <a:xfrm flipH="1">
            <a:off x="-890671" y="618461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8E11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8" name="Google Shape;124;p14"/>
          <p:cNvCxnSpPr/>
          <p:nvPr/>
        </p:nvCxnSpPr>
        <p:spPr>
          <a:xfrm flipH="1">
            <a:off x="-890671" y="589759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00FF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9" name="Google Shape;65;p14"/>
          <p:cNvCxnSpPr/>
          <p:nvPr/>
        </p:nvCxnSpPr>
        <p:spPr>
          <a:xfrm flipH="1">
            <a:off x="-1834515" y="617699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4" name="Google Shape;75;p14"/>
          <p:cNvCxnSpPr/>
          <p:nvPr/>
        </p:nvCxnSpPr>
        <p:spPr>
          <a:xfrm flipH="1">
            <a:off x="-1834515" y="5890608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stealth" w="med" len="med"/>
          </a:ln>
        </p:spPr>
      </p:cxnSp>
      <p:sp>
        <p:nvSpPr>
          <p:cNvPr id="27" name="Rectangle 218"/>
          <p:cNvSpPr/>
          <p:nvPr/>
        </p:nvSpPr>
        <p:spPr>
          <a:xfrm>
            <a:off x="-1743075" y="3337273"/>
            <a:ext cx="365760" cy="182880"/>
          </a:xfrm>
          <a:prstGeom prst="rect">
            <a:avLst/>
          </a:prstGeom>
          <a:solidFill>
            <a:srgbClr val="D2691E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80"/>
          </a:p>
        </p:txBody>
      </p:sp>
      <p:sp>
        <p:nvSpPr>
          <p:cNvPr id="28" name="Rectangle 328"/>
          <p:cNvSpPr/>
          <p:nvPr/>
        </p:nvSpPr>
        <p:spPr>
          <a:xfrm>
            <a:off x="-890671" y="3809713"/>
            <a:ext cx="457200" cy="36576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80"/>
          </a:p>
        </p:txBody>
      </p:sp>
      <p:sp>
        <p:nvSpPr>
          <p:cNvPr id="29" name="Rectangle 331"/>
          <p:cNvSpPr/>
          <p:nvPr/>
        </p:nvSpPr>
        <p:spPr>
          <a:xfrm>
            <a:off x="-1834515" y="3806538"/>
            <a:ext cx="457200" cy="365760"/>
          </a:xfrm>
          <a:prstGeom prst="rect">
            <a:avLst/>
          </a:prstGeom>
          <a:ln w="19050">
            <a:solidFill>
              <a:srgbClr val="00A4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2880"/>
          </a:p>
        </p:txBody>
      </p:sp>
      <p:sp>
        <p:nvSpPr>
          <p:cNvPr id="33" name="文本框 67"/>
          <p:cNvSpPr txBox="1"/>
          <p:nvPr/>
        </p:nvSpPr>
        <p:spPr>
          <a:xfrm>
            <a:off x="-890671" y="1681828"/>
            <a:ext cx="457200" cy="3073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黑色</a:t>
            </a:r>
            <a:endParaRPr lang="zh-CN" altLang="en-US" sz="140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34" name="文本框 68"/>
          <p:cNvSpPr txBox="1"/>
          <p:nvPr/>
        </p:nvSpPr>
        <p:spPr>
          <a:xfrm>
            <a:off x="-1834515" y="2274283"/>
            <a:ext cx="457200" cy="3073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FF0000"/>
                </a:solidFill>
              </a:rPr>
              <a:t>红色</a:t>
            </a:r>
            <a:endParaRPr lang="zh-CN" altLang="en-US" sz="1400" dirty="0">
              <a:solidFill>
                <a:srgbClr val="FF0000"/>
              </a:solidFill>
            </a:endParaRPr>
          </a:p>
        </p:txBody>
      </p:sp>
      <p:grpSp>
        <p:nvGrpSpPr>
          <p:cNvPr id="7" name="组合 8"/>
          <p:cNvGrpSpPr/>
          <p:nvPr/>
        </p:nvGrpSpPr>
        <p:grpSpPr>
          <a:xfrm>
            <a:off x="-1834515" y="6463378"/>
            <a:ext cx="457200" cy="548640"/>
            <a:chOff x="8533167" y="1924272"/>
            <a:chExt cx="1099206" cy="1385455"/>
          </a:xfrm>
        </p:grpSpPr>
        <p:cxnSp>
          <p:nvCxnSpPr>
            <p:cNvPr id="20" name="Google Shape;119;p14"/>
            <p:cNvCxnSpPr/>
            <p:nvPr/>
          </p:nvCxnSpPr>
          <p:spPr>
            <a:xfrm flipH="1">
              <a:off x="8533168" y="1924272"/>
              <a:ext cx="1099205" cy="0"/>
            </a:xfrm>
            <a:prstGeom prst="straightConnector1">
              <a:avLst/>
            </a:prstGeom>
            <a:noFill/>
            <a:ln w="19050" cap="flat" cmpd="sng">
              <a:solidFill>
                <a:srgbClr val="FF8E1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1" name="Google Shape;119;p14"/>
            <p:cNvCxnSpPr/>
            <p:nvPr/>
          </p:nvCxnSpPr>
          <p:spPr>
            <a:xfrm flipH="1">
              <a:off x="8533167" y="2618454"/>
              <a:ext cx="1099205" cy="0"/>
            </a:xfrm>
            <a:prstGeom prst="straightConnector1">
              <a:avLst/>
            </a:prstGeom>
            <a:noFill/>
            <a:ln w="19050" cap="flat" cmpd="sng">
              <a:solidFill>
                <a:srgbClr val="FF8E1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2" name="Google Shape;119;p14"/>
            <p:cNvCxnSpPr/>
            <p:nvPr/>
          </p:nvCxnSpPr>
          <p:spPr>
            <a:xfrm flipH="1">
              <a:off x="8533168" y="3309727"/>
              <a:ext cx="1099205" cy="0"/>
            </a:xfrm>
            <a:prstGeom prst="straightConnector1">
              <a:avLst/>
            </a:prstGeom>
            <a:noFill/>
            <a:ln w="19050" cap="flat" cmpd="sng">
              <a:solidFill>
                <a:srgbClr val="FF8E11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grpSp>
        <p:nvGrpSpPr>
          <p:cNvPr id="23" name="组合 22"/>
          <p:cNvGrpSpPr/>
          <p:nvPr/>
        </p:nvGrpSpPr>
        <p:grpSpPr>
          <a:xfrm>
            <a:off x="-890671" y="6471633"/>
            <a:ext cx="457200" cy="548640"/>
            <a:chOff x="8824317" y="1696204"/>
            <a:chExt cx="1140564" cy="1575691"/>
          </a:xfrm>
        </p:grpSpPr>
        <p:grpSp>
          <p:nvGrpSpPr>
            <p:cNvPr id="25" name="组合 14"/>
            <p:cNvGrpSpPr/>
            <p:nvPr/>
          </p:nvGrpSpPr>
          <p:grpSpPr>
            <a:xfrm>
              <a:off x="8824318" y="1696204"/>
              <a:ext cx="1140563" cy="1057388"/>
              <a:chOff x="8533167" y="1924272"/>
              <a:chExt cx="1099206" cy="1385455"/>
            </a:xfrm>
          </p:grpSpPr>
          <p:cxnSp>
            <p:nvCxnSpPr>
              <p:cNvPr id="26" name="Google Shape;119;p14"/>
              <p:cNvCxnSpPr/>
              <p:nvPr/>
            </p:nvCxnSpPr>
            <p:spPr>
              <a:xfrm flipH="1">
                <a:off x="8533168" y="1924272"/>
                <a:ext cx="1099205" cy="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FF8E1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30" name="Google Shape;119;p14"/>
              <p:cNvCxnSpPr/>
              <p:nvPr/>
            </p:nvCxnSpPr>
            <p:spPr>
              <a:xfrm flipH="1">
                <a:off x="8533167" y="2618454"/>
                <a:ext cx="1099205" cy="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FF8E1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35" name="Google Shape;119;p14"/>
              <p:cNvCxnSpPr/>
              <p:nvPr/>
            </p:nvCxnSpPr>
            <p:spPr>
              <a:xfrm flipH="1">
                <a:off x="8533168" y="3309727"/>
                <a:ext cx="1099205" cy="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FF8E1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</p:grpSp>
        <p:cxnSp>
          <p:nvCxnSpPr>
            <p:cNvPr id="37" name="Google Shape;119;p14"/>
            <p:cNvCxnSpPr/>
            <p:nvPr/>
          </p:nvCxnSpPr>
          <p:spPr>
            <a:xfrm flipH="1">
              <a:off x="8824317" y="3271895"/>
              <a:ext cx="1140562" cy="0"/>
            </a:xfrm>
            <a:prstGeom prst="straightConnector1">
              <a:avLst/>
            </a:prstGeom>
            <a:noFill/>
            <a:ln w="19050" cap="flat" cmpd="sng">
              <a:solidFill>
                <a:srgbClr val="FF8E11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cxnSp>
        <p:nvCxnSpPr>
          <p:cNvPr id="11" name="Google Shape;116;p14"/>
          <p:cNvCxnSpPr/>
          <p:nvPr/>
        </p:nvCxnSpPr>
        <p:spPr>
          <a:xfrm rot="10800000">
            <a:off x="-890671" y="5036533"/>
            <a:ext cx="457200" cy="0"/>
          </a:xfrm>
          <a:prstGeom prst="straightConnector1">
            <a:avLst/>
          </a:prstGeom>
          <a:noFill/>
          <a:ln w="19050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53" name="Group 52"/>
          <p:cNvGrpSpPr/>
          <p:nvPr/>
        </p:nvGrpSpPr>
        <p:grpSpPr>
          <a:xfrm>
            <a:off x="-1751965" y="4525010"/>
            <a:ext cx="1318260" cy="306705"/>
            <a:chOff x="9798" y="4510"/>
            <a:chExt cx="1542" cy="483"/>
          </a:xfrm>
        </p:grpSpPr>
        <p:cxnSp>
          <p:nvCxnSpPr>
            <p:cNvPr id="51" name="Google Shape;115;p14"/>
            <p:cNvCxnSpPr/>
            <p:nvPr/>
          </p:nvCxnSpPr>
          <p:spPr>
            <a:xfrm rot="10800000">
              <a:off x="9798" y="4755"/>
              <a:ext cx="720" cy="0"/>
            </a:xfrm>
            <a:prstGeom prst="straightConnector1">
              <a:avLst/>
            </a:prstGeom>
            <a:ln w="19050">
              <a:headEnd type="none" w="sm" len="sm"/>
              <a:tailEnd type="none" w="sm" len="sm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52" name="文本框 67"/>
            <p:cNvSpPr txBox="1"/>
            <p:nvPr/>
          </p:nvSpPr>
          <p:spPr>
            <a:xfrm>
              <a:off x="10538" y="4510"/>
              <a:ext cx="802" cy="4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1400" dirty="0"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Stop</a:t>
              </a:r>
              <a:endParaRPr lang="en-US" altLang="zh-CN" sz="14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</p:grpSp>
      <p:sp>
        <p:nvSpPr>
          <p:cNvPr id="54" name="文本框 68"/>
          <p:cNvSpPr txBox="1"/>
          <p:nvPr/>
        </p:nvSpPr>
        <p:spPr>
          <a:xfrm>
            <a:off x="-890671" y="2276188"/>
            <a:ext cx="5384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1400" dirty="0">
                <a:solidFill>
                  <a:srgbClr val="00B050"/>
                </a:solidFill>
              </a:rPr>
              <a:t>绿色</a:t>
            </a:r>
            <a:endParaRPr lang="zh-CN" altLang="en-US" sz="1400" dirty="0">
              <a:solidFill>
                <a:srgbClr val="00B050"/>
              </a:solidFill>
            </a:endParaRPr>
          </a:p>
        </p:txBody>
      </p:sp>
      <p:sp>
        <p:nvSpPr>
          <p:cNvPr id="31" name="文本框 36"/>
          <p:cNvSpPr txBox="1"/>
          <p:nvPr/>
        </p:nvSpPr>
        <p:spPr>
          <a:xfrm>
            <a:off x="184785" y="883196"/>
            <a:ext cx="458216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1400" b="1" dirty="0">
                <a:solidFill>
                  <a:srgbClr val="316B93"/>
                </a:solidFill>
              </a:rPr>
              <a:t>突破昨天高点失败，形成双顶，</a:t>
            </a:r>
            <a:r>
              <a:rPr lang="en-US" altLang="zh-CN" sz="1400" b="1" dirty="0">
                <a:solidFill>
                  <a:srgbClr val="316B93"/>
                </a:solidFill>
              </a:rPr>
              <a:t>2nd</a:t>
            </a:r>
            <a:r>
              <a:rPr lang="zh-CN" altLang="en-US" sz="1400" b="1" dirty="0">
                <a:solidFill>
                  <a:srgbClr val="316B93"/>
                </a:solidFill>
              </a:rPr>
              <a:t>入场做空，胜率更高</a:t>
            </a:r>
            <a:endParaRPr lang="zh-CN" altLang="en-US" sz="1400" b="1" dirty="0">
              <a:solidFill>
                <a:srgbClr val="316B93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59055" y="0"/>
            <a:ext cx="14689455" cy="8271510"/>
          </a:xfrm>
          <a:prstGeom prst="rect">
            <a:avLst/>
          </a:prstGeom>
        </p:spPr>
      </p:pic>
      <p:sp>
        <p:nvSpPr>
          <p:cNvPr id="3" name="文本框 36"/>
          <p:cNvSpPr txBox="1"/>
          <p:nvPr/>
        </p:nvSpPr>
        <p:spPr>
          <a:xfrm>
            <a:off x="-1834515" y="492671"/>
            <a:ext cx="45720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316B93"/>
                </a:solidFill>
              </a:rPr>
              <a:t>深蓝</a:t>
            </a:r>
            <a:endParaRPr lang="zh-CN" altLang="en-US" sz="1400" dirty="0">
              <a:solidFill>
                <a:srgbClr val="316B93"/>
              </a:solidFill>
            </a:endParaRPr>
          </a:p>
        </p:txBody>
      </p:sp>
      <p:sp>
        <p:nvSpPr>
          <p:cNvPr id="4" name="文本框 37"/>
          <p:cNvSpPr txBox="1"/>
          <p:nvPr/>
        </p:nvSpPr>
        <p:spPr>
          <a:xfrm>
            <a:off x="-890671" y="492671"/>
            <a:ext cx="45720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AF8647"/>
                </a:solidFill>
              </a:rPr>
              <a:t>褐色</a:t>
            </a:r>
            <a:endParaRPr lang="zh-CN" altLang="en-US" sz="1400" dirty="0">
              <a:solidFill>
                <a:srgbClr val="AF8647"/>
              </a:solidFill>
            </a:endParaRPr>
          </a:p>
        </p:txBody>
      </p:sp>
      <p:sp>
        <p:nvSpPr>
          <p:cNvPr id="5" name="文本框 38"/>
          <p:cNvSpPr txBox="1"/>
          <p:nvPr/>
        </p:nvSpPr>
        <p:spPr>
          <a:xfrm>
            <a:off x="-1834515" y="1086833"/>
            <a:ext cx="457200" cy="3073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256824"/>
                </a:solidFill>
              </a:rPr>
              <a:t>深绿</a:t>
            </a:r>
            <a:endParaRPr lang="zh-CN" altLang="en-US" sz="1400" dirty="0">
              <a:solidFill>
                <a:srgbClr val="256824"/>
              </a:solidFill>
            </a:endParaRPr>
          </a:p>
        </p:txBody>
      </p:sp>
      <p:sp>
        <p:nvSpPr>
          <p:cNvPr id="6" name="文本框 39"/>
          <p:cNvSpPr txBox="1"/>
          <p:nvPr/>
        </p:nvSpPr>
        <p:spPr>
          <a:xfrm>
            <a:off x="-890671" y="1087468"/>
            <a:ext cx="457200" cy="3073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CE1DD3"/>
                </a:solidFill>
              </a:rPr>
              <a:t>紫色</a:t>
            </a:r>
            <a:endParaRPr lang="zh-CN" altLang="en-US" sz="1400" dirty="0">
              <a:solidFill>
                <a:srgbClr val="CE1DD3"/>
              </a:solidFill>
            </a:endParaRPr>
          </a:p>
        </p:txBody>
      </p:sp>
      <p:sp>
        <p:nvSpPr>
          <p:cNvPr id="7" name="文本框 40"/>
          <p:cNvSpPr txBox="1"/>
          <p:nvPr/>
        </p:nvSpPr>
        <p:spPr>
          <a:xfrm>
            <a:off x="-1834515" y="1680558"/>
            <a:ext cx="457200" cy="3073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BA1C20"/>
                </a:solidFill>
              </a:rPr>
              <a:t>深红</a:t>
            </a:r>
            <a:endParaRPr lang="zh-CN" altLang="en-US" sz="1400" dirty="0">
              <a:solidFill>
                <a:srgbClr val="BA1C20"/>
              </a:solidFill>
            </a:endParaRPr>
          </a:p>
        </p:txBody>
      </p:sp>
      <p:sp>
        <p:nvSpPr>
          <p:cNvPr id="8" name="Google Shape;60;p14"/>
          <p:cNvSpPr/>
          <p:nvPr/>
        </p:nvSpPr>
        <p:spPr>
          <a:xfrm>
            <a:off x="-890671" y="3339813"/>
            <a:ext cx="365760" cy="182880"/>
          </a:xfrm>
          <a:prstGeom prst="rect">
            <a:avLst/>
          </a:prstGeom>
          <a:solidFill>
            <a:srgbClr val="33CC33">
              <a:alpha val="20000"/>
            </a:srgbClr>
          </a:solidFill>
          <a:ln>
            <a:noFill/>
          </a:ln>
        </p:spPr>
        <p:txBody>
          <a:bodyPr spcFirstLastPara="1" wrap="square" lIns="146280" tIns="73120" rIns="146280" bIns="73120" anchor="ctr" anchorCtr="0">
            <a:noAutofit/>
          </a:bodyPr>
          <a:lstStyle/>
          <a:p>
            <a:pPr algn="ctr"/>
            <a:endParaRPr sz="288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sp>
        <p:nvSpPr>
          <p:cNvPr id="9" name="Google Shape;113;p14"/>
          <p:cNvSpPr/>
          <p:nvPr/>
        </p:nvSpPr>
        <p:spPr>
          <a:xfrm>
            <a:off x="-890671" y="2869913"/>
            <a:ext cx="365760" cy="182880"/>
          </a:xfrm>
          <a:prstGeom prst="rect">
            <a:avLst/>
          </a:prstGeom>
          <a:solidFill>
            <a:srgbClr val="FF0000">
              <a:alpha val="49800"/>
            </a:srgbClr>
          </a:solidFill>
          <a:ln>
            <a:noFill/>
          </a:ln>
        </p:spPr>
        <p:txBody>
          <a:bodyPr spcFirstLastPara="1" wrap="square" lIns="146280" tIns="73120" rIns="146280" bIns="73120" anchor="ctr" anchorCtr="0">
            <a:noAutofit/>
          </a:bodyPr>
          <a:lstStyle/>
          <a:p>
            <a:pPr algn="ctr"/>
            <a:endParaRPr sz="1280" dirty="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sp>
        <p:nvSpPr>
          <p:cNvPr id="10" name="Google Shape;114;p14"/>
          <p:cNvSpPr/>
          <p:nvPr/>
        </p:nvSpPr>
        <p:spPr>
          <a:xfrm>
            <a:off x="-1743075" y="2868008"/>
            <a:ext cx="365760" cy="182880"/>
          </a:xfrm>
          <a:prstGeom prst="rect">
            <a:avLst/>
          </a:prstGeom>
          <a:solidFill>
            <a:srgbClr val="33CC33">
              <a:alpha val="49800"/>
            </a:srgbClr>
          </a:solidFill>
          <a:ln>
            <a:noFill/>
          </a:ln>
        </p:spPr>
        <p:txBody>
          <a:bodyPr spcFirstLastPara="1" wrap="square" lIns="146280" tIns="73120" rIns="146280" bIns="73120" anchor="ctr" anchorCtr="0">
            <a:noAutofit/>
          </a:bodyPr>
          <a:lstStyle/>
          <a:p>
            <a:pPr algn="ctr"/>
            <a:endParaRPr sz="1280" dirty="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cxnSp>
        <p:nvCxnSpPr>
          <p:cNvPr id="12" name="Google Shape;116;p14"/>
          <p:cNvCxnSpPr/>
          <p:nvPr/>
        </p:nvCxnSpPr>
        <p:spPr>
          <a:xfrm rot="10800000">
            <a:off x="-1834515" y="503145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3" name="Google Shape;120;p14"/>
          <p:cNvCxnSpPr/>
          <p:nvPr/>
        </p:nvCxnSpPr>
        <p:spPr>
          <a:xfrm flipH="1">
            <a:off x="-890671" y="532355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4" name="Google Shape;121;p14"/>
          <p:cNvCxnSpPr/>
          <p:nvPr/>
        </p:nvCxnSpPr>
        <p:spPr>
          <a:xfrm flipH="1">
            <a:off x="-890671" y="561057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5" name="Google Shape;118;p14"/>
          <p:cNvCxnSpPr/>
          <p:nvPr/>
        </p:nvCxnSpPr>
        <p:spPr>
          <a:xfrm rot="10800000">
            <a:off x="-1834515" y="5317838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00FF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6" name="Google Shape;119;p14"/>
          <p:cNvCxnSpPr/>
          <p:nvPr/>
        </p:nvCxnSpPr>
        <p:spPr>
          <a:xfrm rot="10800000">
            <a:off x="-1834515" y="560422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8E1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7" name="Google Shape;123;p14"/>
          <p:cNvCxnSpPr/>
          <p:nvPr/>
        </p:nvCxnSpPr>
        <p:spPr>
          <a:xfrm flipH="1">
            <a:off x="-890671" y="618461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8E11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8" name="Google Shape;124;p14"/>
          <p:cNvCxnSpPr/>
          <p:nvPr/>
        </p:nvCxnSpPr>
        <p:spPr>
          <a:xfrm flipH="1">
            <a:off x="-890671" y="589759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00FF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9" name="Google Shape;65;p14"/>
          <p:cNvCxnSpPr/>
          <p:nvPr/>
        </p:nvCxnSpPr>
        <p:spPr>
          <a:xfrm flipH="1">
            <a:off x="-1834515" y="617699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4" name="Google Shape;75;p14"/>
          <p:cNvCxnSpPr/>
          <p:nvPr/>
        </p:nvCxnSpPr>
        <p:spPr>
          <a:xfrm flipH="1">
            <a:off x="-1834515" y="5890608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stealth" w="med" len="med"/>
          </a:ln>
        </p:spPr>
      </p:cxnSp>
      <p:sp>
        <p:nvSpPr>
          <p:cNvPr id="27" name="Rectangle 218"/>
          <p:cNvSpPr/>
          <p:nvPr/>
        </p:nvSpPr>
        <p:spPr>
          <a:xfrm>
            <a:off x="-1743075" y="3337273"/>
            <a:ext cx="365760" cy="182880"/>
          </a:xfrm>
          <a:prstGeom prst="rect">
            <a:avLst/>
          </a:prstGeom>
          <a:solidFill>
            <a:srgbClr val="D2691E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80"/>
          </a:p>
        </p:txBody>
      </p:sp>
      <p:sp>
        <p:nvSpPr>
          <p:cNvPr id="28" name="Rectangle 328"/>
          <p:cNvSpPr/>
          <p:nvPr/>
        </p:nvSpPr>
        <p:spPr>
          <a:xfrm>
            <a:off x="-890671" y="3809713"/>
            <a:ext cx="457200" cy="36576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80"/>
          </a:p>
        </p:txBody>
      </p:sp>
      <p:sp>
        <p:nvSpPr>
          <p:cNvPr id="29" name="Rectangle 331"/>
          <p:cNvSpPr/>
          <p:nvPr/>
        </p:nvSpPr>
        <p:spPr>
          <a:xfrm>
            <a:off x="-1834515" y="3806538"/>
            <a:ext cx="457200" cy="365760"/>
          </a:xfrm>
          <a:prstGeom prst="rect">
            <a:avLst/>
          </a:prstGeom>
          <a:ln w="19050">
            <a:solidFill>
              <a:srgbClr val="00A4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2880"/>
          </a:p>
        </p:txBody>
      </p:sp>
      <p:sp>
        <p:nvSpPr>
          <p:cNvPr id="33" name="文本框 67"/>
          <p:cNvSpPr txBox="1"/>
          <p:nvPr/>
        </p:nvSpPr>
        <p:spPr>
          <a:xfrm>
            <a:off x="-890671" y="1681828"/>
            <a:ext cx="457200" cy="3073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黑色</a:t>
            </a:r>
            <a:endParaRPr lang="zh-CN" altLang="en-US" sz="140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34" name="文本框 68"/>
          <p:cNvSpPr txBox="1"/>
          <p:nvPr/>
        </p:nvSpPr>
        <p:spPr>
          <a:xfrm>
            <a:off x="-1834515" y="2274283"/>
            <a:ext cx="457200" cy="3073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FF0000"/>
                </a:solidFill>
              </a:rPr>
              <a:t>红色</a:t>
            </a:r>
            <a:endParaRPr lang="zh-CN" altLang="en-US" sz="1400" dirty="0">
              <a:solidFill>
                <a:srgbClr val="FF0000"/>
              </a:solidFill>
            </a:endParaRPr>
          </a:p>
        </p:txBody>
      </p:sp>
      <p:grpSp>
        <p:nvGrpSpPr>
          <p:cNvPr id="11" name="组合 8"/>
          <p:cNvGrpSpPr/>
          <p:nvPr/>
        </p:nvGrpSpPr>
        <p:grpSpPr>
          <a:xfrm>
            <a:off x="-1834515" y="6463378"/>
            <a:ext cx="457200" cy="548640"/>
            <a:chOff x="8533167" y="1924272"/>
            <a:chExt cx="1099206" cy="1385455"/>
          </a:xfrm>
        </p:grpSpPr>
        <p:cxnSp>
          <p:nvCxnSpPr>
            <p:cNvPr id="20" name="Google Shape;119;p14"/>
            <p:cNvCxnSpPr/>
            <p:nvPr/>
          </p:nvCxnSpPr>
          <p:spPr>
            <a:xfrm flipH="1">
              <a:off x="8533168" y="1924272"/>
              <a:ext cx="1099205" cy="0"/>
            </a:xfrm>
            <a:prstGeom prst="straightConnector1">
              <a:avLst/>
            </a:prstGeom>
            <a:noFill/>
            <a:ln w="19050" cap="flat" cmpd="sng">
              <a:solidFill>
                <a:srgbClr val="FF8E1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1" name="Google Shape;119;p14"/>
            <p:cNvCxnSpPr/>
            <p:nvPr/>
          </p:nvCxnSpPr>
          <p:spPr>
            <a:xfrm flipH="1">
              <a:off x="8533167" y="2618454"/>
              <a:ext cx="1099205" cy="0"/>
            </a:xfrm>
            <a:prstGeom prst="straightConnector1">
              <a:avLst/>
            </a:prstGeom>
            <a:noFill/>
            <a:ln w="19050" cap="flat" cmpd="sng">
              <a:solidFill>
                <a:srgbClr val="FF8E1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2" name="Google Shape;119;p14"/>
            <p:cNvCxnSpPr/>
            <p:nvPr/>
          </p:nvCxnSpPr>
          <p:spPr>
            <a:xfrm flipH="1">
              <a:off x="8533168" y="3309727"/>
              <a:ext cx="1099205" cy="0"/>
            </a:xfrm>
            <a:prstGeom prst="straightConnector1">
              <a:avLst/>
            </a:prstGeom>
            <a:noFill/>
            <a:ln w="19050" cap="flat" cmpd="sng">
              <a:solidFill>
                <a:srgbClr val="FF8E11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grpSp>
        <p:nvGrpSpPr>
          <p:cNvPr id="23" name="组合 22"/>
          <p:cNvGrpSpPr/>
          <p:nvPr/>
        </p:nvGrpSpPr>
        <p:grpSpPr>
          <a:xfrm>
            <a:off x="-890671" y="6471633"/>
            <a:ext cx="457200" cy="548640"/>
            <a:chOff x="8824317" y="1696204"/>
            <a:chExt cx="1140564" cy="1575691"/>
          </a:xfrm>
        </p:grpSpPr>
        <p:grpSp>
          <p:nvGrpSpPr>
            <p:cNvPr id="25" name="组合 14"/>
            <p:cNvGrpSpPr/>
            <p:nvPr/>
          </p:nvGrpSpPr>
          <p:grpSpPr>
            <a:xfrm>
              <a:off x="8824318" y="1696204"/>
              <a:ext cx="1140563" cy="1057388"/>
              <a:chOff x="8533167" y="1924272"/>
              <a:chExt cx="1099206" cy="1385455"/>
            </a:xfrm>
          </p:grpSpPr>
          <p:cxnSp>
            <p:nvCxnSpPr>
              <p:cNvPr id="26" name="Google Shape;119;p14"/>
              <p:cNvCxnSpPr/>
              <p:nvPr/>
            </p:nvCxnSpPr>
            <p:spPr>
              <a:xfrm flipH="1">
                <a:off x="8533168" y="1924272"/>
                <a:ext cx="1099205" cy="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FF8E1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30" name="Google Shape;119;p14"/>
              <p:cNvCxnSpPr/>
              <p:nvPr/>
            </p:nvCxnSpPr>
            <p:spPr>
              <a:xfrm flipH="1">
                <a:off x="8533167" y="2618454"/>
                <a:ext cx="1099205" cy="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FF8E1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35" name="Google Shape;119;p14"/>
              <p:cNvCxnSpPr/>
              <p:nvPr/>
            </p:nvCxnSpPr>
            <p:spPr>
              <a:xfrm flipH="1">
                <a:off x="8533168" y="3309727"/>
                <a:ext cx="1099205" cy="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FF8E1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</p:grpSp>
        <p:cxnSp>
          <p:nvCxnSpPr>
            <p:cNvPr id="37" name="Google Shape;119;p14"/>
            <p:cNvCxnSpPr/>
            <p:nvPr/>
          </p:nvCxnSpPr>
          <p:spPr>
            <a:xfrm flipH="1">
              <a:off x="8824317" y="3271895"/>
              <a:ext cx="1140562" cy="0"/>
            </a:xfrm>
            <a:prstGeom prst="straightConnector1">
              <a:avLst/>
            </a:prstGeom>
            <a:noFill/>
            <a:ln w="19050" cap="flat" cmpd="sng">
              <a:solidFill>
                <a:srgbClr val="FF8E11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cxnSp>
        <p:nvCxnSpPr>
          <p:cNvPr id="47" name="Google Shape;116;p14"/>
          <p:cNvCxnSpPr/>
          <p:nvPr/>
        </p:nvCxnSpPr>
        <p:spPr>
          <a:xfrm rot="10800000">
            <a:off x="-890671" y="5036533"/>
            <a:ext cx="457200" cy="0"/>
          </a:xfrm>
          <a:prstGeom prst="straightConnector1">
            <a:avLst/>
          </a:prstGeom>
          <a:noFill/>
          <a:ln w="19050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31" name="Group 30"/>
          <p:cNvGrpSpPr/>
          <p:nvPr/>
        </p:nvGrpSpPr>
        <p:grpSpPr>
          <a:xfrm>
            <a:off x="-1751965" y="4525010"/>
            <a:ext cx="1318260" cy="306705"/>
            <a:chOff x="9798" y="4510"/>
            <a:chExt cx="1542" cy="483"/>
          </a:xfrm>
        </p:grpSpPr>
        <p:cxnSp>
          <p:nvCxnSpPr>
            <p:cNvPr id="32" name="Google Shape;115;p14"/>
            <p:cNvCxnSpPr/>
            <p:nvPr/>
          </p:nvCxnSpPr>
          <p:spPr>
            <a:xfrm rot="10800000">
              <a:off x="9798" y="4755"/>
              <a:ext cx="720" cy="0"/>
            </a:xfrm>
            <a:prstGeom prst="straightConnector1">
              <a:avLst/>
            </a:prstGeom>
            <a:ln w="19050">
              <a:headEnd type="none" w="sm" len="sm"/>
              <a:tailEnd type="none" w="sm" len="sm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36" name="文本框 67"/>
            <p:cNvSpPr txBox="1"/>
            <p:nvPr/>
          </p:nvSpPr>
          <p:spPr>
            <a:xfrm>
              <a:off x="10538" y="4510"/>
              <a:ext cx="802" cy="4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1400" dirty="0"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Stop</a:t>
              </a:r>
              <a:endParaRPr lang="en-US" altLang="zh-CN" sz="14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</p:grpSp>
      <p:sp>
        <p:nvSpPr>
          <p:cNvPr id="54" name="文本框 68"/>
          <p:cNvSpPr txBox="1"/>
          <p:nvPr/>
        </p:nvSpPr>
        <p:spPr>
          <a:xfrm>
            <a:off x="-890671" y="2276188"/>
            <a:ext cx="5384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1400" dirty="0">
                <a:solidFill>
                  <a:srgbClr val="00B050"/>
                </a:solidFill>
              </a:rPr>
              <a:t>绿色</a:t>
            </a:r>
            <a:endParaRPr lang="zh-CN" altLang="en-US" sz="1400" dirty="0">
              <a:solidFill>
                <a:srgbClr val="00B050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36"/>
          <p:cNvSpPr txBox="1"/>
          <p:nvPr/>
        </p:nvSpPr>
        <p:spPr>
          <a:xfrm>
            <a:off x="-1834515" y="492671"/>
            <a:ext cx="45720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316B93"/>
                </a:solidFill>
              </a:rPr>
              <a:t>深蓝</a:t>
            </a:r>
            <a:endParaRPr lang="zh-CN" altLang="en-US" sz="1400" dirty="0">
              <a:solidFill>
                <a:srgbClr val="316B93"/>
              </a:solidFill>
            </a:endParaRPr>
          </a:p>
        </p:txBody>
      </p:sp>
      <p:sp>
        <p:nvSpPr>
          <p:cNvPr id="3" name="文本框 37"/>
          <p:cNvSpPr txBox="1"/>
          <p:nvPr/>
        </p:nvSpPr>
        <p:spPr>
          <a:xfrm>
            <a:off x="-890671" y="492671"/>
            <a:ext cx="45720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AF8647"/>
                </a:solidFill>
              </a:rPr>
              <a:t>褐色</a:t>
            </a:r>
            <a:endParaRPr lang="zh-CN" altLang="en-US" sz="1400" dirty="0">
              <a:solidFill>
                <a:srgbClr val="AF8647"/>
              </a:solidFill>
            </a:endParaRPr>
          </a:p>
        </p:txBody>
      </p:sp>
      <p:sp>
        <p:nvSpPr>
          <p:cNvPr id="4" name="文本框 38"/>
          <p:cNvSpPr txBox="1"/>
          <p:nvPr/>
        </p:nvSpPr>
        <p:spPr>
          <a:xfrm>
            <a:off x="-1834515" y="1086833"/>
            <a:ext cx="457200" cy="3073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256824"/>
                </a:solidFill>
              </a:rPr>
              <a:t>深绿</a:t>
            </a:r>
            <a:endParaRPr lang="zh-CN" altLang="en-US" sz="1400" dirty="0">
              <a:solidFill>
                <a:srgbClr val="256824"/>
              </a:solidFill>
            </a:endParaRPr>
          </a:p>
        </p:txBody>
      </p:sp>
      <p:sp>
        <p:nvSpPr>
          <p:cNvPr id="5" name="文本框 39"/>
          <p:cNvSpPr txBox="1"/>
          <p:nvPr/>
        </p:nvSpPr>
        <p:spPr>
          <a:xfrm>
            <a:off x="-890671" y="1087468"/>
            <a:ext cx="457200" cy="3073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CE1DD3"/>
                </a:solidFill>
              </a:rPr>
              <a:t>紫色</a:t>
            </a:r>
            <a:endParaRPr lang="zh-CN" altLang="en-US" sz="1400" dirty="0">
              <a:solidFill>
                <a:srgbClr val="CE1DD3"/>
              </a:solidFill>
            </a:endParaRPr>
          </a:p>
        </p:txBody>
      </p:sp>
      <p:sp>
        <p:nvSpPr>
          <p:cNvPr id="6" name="文本框 40"/>
          <p:cNvSpPr txBox="1"/>
          <p:nvPr/>
        </p:nvSpPr>
        <p:spPr>
          <a:xfrm>
            <a:off x="-1834515" y="1680558"/>
            <a:ext cx="457200" cy="3073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BA1C20"/>
                </a:solidFill>
              </a:rPr>
              <a:t>深红</a:t>
            </a:r>
            <a:endParaRPr lang="zh-CN" altLang="en-US" sz="1400" dirty="0">
              <a:solidFill>
                <a:srgbClr val="BA1C20"/>
              </a:solidFill>
            </a:endParaRPr>
          </a:p>
        </p:txBody>
      </p:sp>
      <p:sp>
        <p:nvSpPr>
          <p:cNvPr id="8" name="Google Shape;60;p14"/>
          <p:cNvSpPr/>
          <p:nvPr/>
        </p:nvSpPr>
        <p:spPr>
          <a:xfrm>
            <a:off x="-890671" y="3339813"/>
            <a:ext cx="365760" cy="182880"/>
          </a:xfrm>
          <a:prstGeom prst="rect">
            <a:avLst/>
          </a:prstGeom>
          <a:solidFill>
            <a:srgbClr val="33CC33">
              <a:alpha val="20000"/>
            </a:srgbClr>
          </a:solidFill>
          <a:ln>
            <a:noFill/>
          </a:ln>
        </p:spPr>
        <p:txBody>
          <a:bodyPr spcFirstLastPara="1" wrap="square" lIns="146280" tIns="73120" rIns="146280" bIns="73120" anchor="ctr" anchorCtr="0">
            <a:noAutofit/>
          </a:bodyPr>
          <a:lstStyle/>
          <a:p>
            <a:pPr algn="ctr"/>
            <a:endParaRPr sz="288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sp>
        <p:nvSpPr>
          <p:cNvPr id="9" name="Google Shape;113;p14"/>
          <p:cNvSpPr/>
          <p:nvPr/>
        </p:nvSpPr>
        <p:spPr>
          <a:xfrm>
            <a:off x="-890671" y="2869913"/>
            <a:ext cx="365760" cy="182880"/>
          </a:xfrm>
          <a:prstGeom prst="rect">
            <a:avLst/>
          </a:prstGeom>
          <a:solidFill>
            <a:srgbClr val="FF0000">
              <a:alpha val="49800"/>
            </a:srgbClr>
          </a:solidFill>
          <a:ln>
            <a:noFill/>
          </a:ln>
        </p:spPr>
        <p:txBody>
          <a:bodyPr spcFirstLastPara="1" wrap="square" lIns="146280" tIns="73120" rIns="146280" bIns="73120" anchor="ctr" anchorCtr="0">
            <a:noAutofit/>
          </a:bodyPr>
          <a:lstStyle/>
          <a:p>
            <a:pPr algn="ctr"/>
            <a:endParaRPr sz="1280" dirty="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sp>
        <p:nvSpPr>
          <p:cNvPr id="10" name="Google Shape;114;p14"/>
          <p:cNvSpPr/>
          <p:nvPr/>
        </p:nvSpPr>
        <p:spPr>
          <a:xfrm>
            <a:off x="-1743075" y="2868008"/>
            <a:ext cx="365760" cy="182880"/>
          </a:xfrm>
          <a:prstGeom prst="rect">
            <a:avLst/>
          </a:prstGeom>
          <a:solidFill>
            <a:srgbClr val="33CC33">
              <a:alpha val="49800"/>
            </a:srgbClr>
          </a:solidFill>
          <a:ln>
            <a:noFill/>
          </a:ln>
        </p:spPr>
        <p:txBody>
          <a:bodyPr spcFirstLastPara="1" wrap="square" lIns="146280" tIns="73120" rIns="146280" bIns="73120" anchor="ctr" anchorCtr="0">
            <a:noAutofit/>
          </a:bodyPr>
          <a:lstStyle/>
          <a:p>
            <a:pPr algn="ctr"/>
            <a:endParaRPr sz="1280" dirty="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cxnSp>
        <p:nvCxnSpPr>
          <p:cNvPr id="12" name="Google Shape;116;p14"/>
          <p:cNvCxnSpPr/>
          <p:nvPr/>
        </p:nvCxnSpPr>
        <p:spPr>
          <a:xfrm rot="10800000">
            <a:off x="-1834515" y="503145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3" name="Google Shape;120;p14"/>
          <p:cNvCxnSpPr/>
          <p:nvPr/>
        </p:nvCxnSpPr>
        <p:spPr>
          <a:xfrm flipH="1">
            <a:off x="-890671" y="532355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4" name="Google Shape;121;p14"/>
          <p:cNvCxnSpPr/>
          <p:nvPr/>
        </p:nvCxnSpPr>
        <p:spPr>
          <a:xfrm flipH="1">
            <a:off x="-890671" y="561057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5" name="Google Shape;118;p14"/>
          <p:cNvCxnSpPr/>
          <p:nvPr/>
        </p:nvCxnSpPr>
        <p:spPr>
          <a:xfrm rot="10800000">
            <a:off x="-1834515" y="5317838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00FF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6" name="Google Shape;119;p14"/>
          <p:cNvCxnSpPr/>
          <p:nvPr/>
        </p:nvCxnSpPr>
        <p:spPr>
          <a:xfrm rot="10800000">
            <a:off x="-1834515" y="560422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8E1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7" name="Google Shape;123;p14"/>
          <p:cNvCxnSpPr/>
          <p:nvPr/>
        </p:nvCxnSpPr>
        <p:spPr>
          <a:xfrm flipH="1">
            <a:off x="-890671" y="618461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8E11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8" name="Google Shape;124;p14"/>
          <p:cNvCxnSpPr/>
          <p:nvPr/>
        </p:nvCxnSpPr>
        <p:spPr>
          <a:xfrm flipH="1">
            <a:off x="-890671" y="589759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00FF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9" name="Google Shape;65;p14"/>
          <p:cNvCxnSpPr/>
          <p:nvPr/>
        </p:nvCxnSpPr>
        <p:spPr>
          <a:xfrm flipH="1">
            <a:off x="-1834515" y="617699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4" name="Google Shape;75;p14"/>
          <p:cNvCxnSpPr/>
          <p:nvPr/>
        </p:nvCxnSpPr>
        <p:spPr>
          <a:xfrm flipH="1">
            <a:off x="-1834515" y="5890608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stealth" w="med" len="med"/>
          </a:ln>
        </p:spPr>
      </p:cxnSp>
      <p:sp>
        <p:nvSpPr>
          <p:cNvPr id="27" name="Rectangle 218"/>
          <p:cNvSpPr/>
          <p:nvPr/>
        </p:nvSpPr>
        <p:spPr>
          <a:xfrm>
            <a:off x="-1743075" y="3337273"/>
            <a:ext cx="365760" cy="182880"/>
          </a:xfrm>
          <a:prstGeom prst="rect">
            <a:avLst/>
          </a:prstGeom>
          <a:solidFill>
            <a:srgbClr val="D2691E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80"/>
          </a:p>
        </p:txBody>
      </p:sp>
      <p:sp>
        <p:nvSpPr>
          <p:cNvPr id="28" name="Rectangle 328"/>
          <p:cNvSpPr/>
          <p:nvPr/>
        </p:nvSpPr>
        <p:spPr>
          <a:xfrm>
            <a:off x="-890671" y="3809713"/>
            <a:ext cx="457200" cy="36576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80"/>
          </a:p>
        </p:txBody>
      </p:sp>
      <p:sp>
        <p:nvSpPr>
          <p:cNvPr id="29" name="Rectangle 331"/>
          <p:cNvSpPr/>
          <p:nvPr/>
        </p:nvSpPr>
        <p:spPr>
          <a:xfrm>
            <a:off x="-1834515" y="3806538"/>
            <a:ext cx="457200" cy="365760"/>
          </a:xfrm>
          <a:prstGeom prst="rect">
            <a:avLst/>
          </a:prstGeom>
          <a:ln w="19050">
            <a:solidFill>
              <a:srgbClr val="00A4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2880"/>
          </a:p>
        </p:txBody>
      </p:sp>
      <p:sp>
        <p:nvSpPr>
          <p:cNvPr id="33" name="文本框 67"/>
          <p:cNvSpPr txBox="1"/>
          <p:nvPr/>
        </p:nvSpPr>
        <p:spPr>
          <a:xfrm>
            <a:off x="-890671" y="1681828"/>
            <a:ext cx="457200" cy="3073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黑色</a:t>
            </a:r>
            <a:endParaRPr lang="zh-CN" altLang="en-US" sz="140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34" name="文本框 68"/>
          <p:cNvSpPr txBox="1"/>
          <p:nvPr/>
        </p:nvSpPr>
        <p:spPr>
          <a:xfrm>
            <a:off x="-1834515" y="2274283"/>
            <a:ext cx="457200" cy="3073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FF0000"/>
                </a:solidFill>
              </a:rPr>
              <a:t>红色</a:t>
            </a:r>
            <a:endParaRPr lang="zh-CN" altLang="en-US" sz="1400" dirty="0">
              <a:solidFill>
                <a:srgbClr val="FF0000"/>
              </a:solidFill>
            </a:endParaRPr>
          </a:p>
        </p:txBody>
      </p:sp>
      <p:grpSp>
        <p:nvGrpSpPr>
          <p:cNvPr id="7" name="组合 8"/>
          <p:cNvGrpSpPr/>
          <p:nvPr/>
        </p:nvGrpSpPr>
        <p:grpSpPr>
          <a:xfrm>
            <a:off x="-1834515" y="6463378"/>
            <a:ext cx="457200" cy="548640"/>
            <a:chOff x="8533167" y="1924272"/>
            <a:chExt cx="1099206" cy="1385455"/>
          </a:xfrm>
        </p:grpSpPr>
        <p:cxnSp>
          <p:nvCxnSpPr>
            <p:cNvPr id="20" name="Google Shape;119;p14"/>
            <p:cNvCxnSpPr/>
            <p:nvPr/>
          </p:nvCxnSpPr>
          <p:spPr>
            <a:xfrm flipH="1">
              <a:off x="8533168" y="1924272"/>
              <a:ext cx="1099205" cy="0"/>
            </a:xfrm>
            <a:prstGeom prst="straightConnector1">
              <a:avLst/>
            </a:prstGeom>
            <a:noFill/>
            <a:ln w="19050" cap="flat" cmpd="sng">
              <a:solidFill>
                <a:srgbClr val="FF8E1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1" name="Google Shape;119;p14"/>
            <p:cNvCxnSpPr/>
            <p:nvPr/>
          </p:nvCxnSpPr>
          <p:spPr>
            <a:xfrm flipH="1">
              <a:off x="8533167" y="2618454"/>
              <a:ext cx="1099205" cy="0"/>
            </a:xfrm>
            <a:prstGeom prst="straightConnector1">
              <a:avLst/>
            </a:prstGeom>
            <a:noFill/>
            <a:ln w="19050" cap="flat" cmpd="sng">
              <a:solidFill>
                <a:srgbClr val="FF8E1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2" name="Google Shape;119;p14"/>
            <p:cNvCxnSpPr/>
            <p:nvPr/>
          </p:nvCxnSpPr>
          <p:spPr>
            <a:xfrm flipH="1">
              <a:off x="8533168" y="3309727"/>
              <a:ext cx="1099205" cy="0"/>
            </a:xfrm>
            <a:prstGeom prst="straightConnector1">
              <a:avLst/>
            </a:prstGeom>
            <a:noFill/>
            <a:ln w="19050" cap="flat" cmpd="sng">
              <a:solidFill>
                <a:srgbClr val="FF8E11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grpSp>
        <p:nvGrpSpPr>
          <p:cNvPr id="23" name="组合 22"/>
          <p:cNvGrpSpPr/>
          <p:nvPr/>
        </p:nvGrpSpPr>
        <p:grpSpPr>
          <a:xfrm>
            <a:off x="-890671" y="6471633"/>
            <a:ext cx="457200" cy="548640"/>
            <a:chOff x="8824317" y="1696204"/>
            <a:chExt cx="1140564" cy="1575691"/>
          </a:xfrm>
        </p:grpSpPr>
        <p:grpSp>
          <p:nvGrpSpPr>
            <p:cNvPr id="25" name="组合 14"/>
            <p:cNvGrpSpPr/>
            <p:nvPr/>
          </p:nvGrpSpPr>
          <p:grpSpPr>
            <a:xfrm>
              <a:off x="8824318" y="1696204"/>
              <a:ext cx="1140563" cy="1057388"/>
              <a:chOff x="8533167" y="1924272"/>
              <a:chExt cx="1099206" cy="1385455"/>
            </a:xfrm>
          </p:grpSpPr>
          <p:cxnSp>
            <p:nvCxnSpPr>
              <p:cNvPr id="26" name="Google Shape;119;p14"/>
              <p:cNvCxnSpPr/>
              <p:nvPr/>
            </p:nvCxnSpPr>
            <p:spPr>
              <a:xfrm flipH="1">
                <a:off x="8533168" y="1924272"/>
                <a:ext cx="1099205" cy="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FF8E1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30" name="Google Shape;119;p14"/>
              <p:cNvCxnSpPr/>
              <p:nvPr/>
            </p:nvCxnSpPr>
            <p:spPr>
              <a:xfrm flipH="1">
                <a:off x="8533167" y="2618454"/>
                <a:ext cx="1099205" cy="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FF8E1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35" name="Google Shape;119;p14"/>
              <p:cNvCxnSpPr/>
              <p:nvPr/>
            </p:nvCxnSpPr>
            <p:spPr>
              <a:xfrm flipH="1">
                <a:off x="8533168" y="3309727"/>
                <a:ext cx="1099205" cy="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FF8E1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</p:grpSp>
        <p:cxnSp>
          <p:nvCxnSpPr>
            <p:cNvPr id="37" name="Google Shape;119;p14"/>
            <p:cNvCxnSpPr/>
            <p:nvPr/>
          </p:nvCxnSpPr>
          <p:spPr>
            <a:xfrm flipH="1">
              <a:off x="8824317" y="3271895"/>
              <a:ext cx="1140562" cy="0"/>
            </a:xfrm>
            <a:prstGeom prst="straightConnector1">
              <a:avLst/>
            </a:prstGeom>
            <a:noFill/>
            <a:ln w="19050" cap="flat" cmpd="sng">
              <a:solidFill>
                <a:srgbClr val="FF8E11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cxnSp>
        <p:nvCxnSpPr>
          <p:cNvPr id="47" name="Google Shape;116;p14"/>
          <p:cNvCxnSpPr/>
          <p:nvPr/>
        </p:nvCxnSpPr>
        <p:spPr>
          <a:xfrm rot="10800000">
            <a:off x="-890671" y="5036533"/>
            <a:ext cx="457200" cy="0"/>
          </a:xfrm>
          <a:prstGeom prst="straightConnector1">
            <a:avLst/>
          </a:prstGeom>
          <a:noFill/>
          <a:ln w="19050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53" name="Group 52"/>
          <p:cNvGrpSpPr/>
          <p:nvPr/>
        </p:nvGrpSpPr>
        <p:grpSpPr>
          <a:xfrm>
            <a:off x="-1751965" y="4525010"/>
            <a:ext cx="1318260" cy="306705"/>
            <a:chOff x="9798" y="4510"/>
            <a:chExt cx="1542" cy="483"/>
          </a:xfrm>
        </p:grpSpPr>
        <p:cxnSp>
          <p:nvCxnSpPr>
            <p:cNvPr id="51" name="Google Shape;115;p14"/>
            <p:cNvCxnSpPr/>
            <p:nvPr/>
          </p:nvCxnSpPr>
          <p:spPr>
            <a:xfrm rot="10800000">
              <a:off x="9798" y="4755"/>
              <a:ext cx="720" cy="0"/>
            </a:xfrm>
            <a:prstGeom prst="straightConnector1">
              <a:avLst/>
            </a:prstGeom>
            <a:ln w="19050">
              <a:headEnd type="none" w="sm" len="sm"/>
              <a:tailEnd type="none" w="sm" len="sm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52" name="文本框 67"/>
            <p:cNvSpPr txBox="1"/>
            <p:nvPr/>
          </p:nvSpPr>
          <p:spPr>
            <a:xfrm>
              <a:off x="10538" y="4510"/>
              <a:ext cx="802" cy="4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1400" dirty="0"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Stop</a:t>
              </a:r>
              <a:endParaRPr lang="en-US" altLang="zh-CN" sz="14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</p:grpSp>
      <p:sp>
        <p:nvSpPr>
          <p:cNvPr id="1" name="文本框 68"/>
          <p:cNvSpPr txBox="1"/>
          <p:nvPr/>
        </p:nvSpPr>
        <p:spPr>
          <a:xfrm>
            <a:off x="-890671" y="2276188"/>
            <a:ext cx="5384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1400" dirty="0">
                <a:solidFill>
                  <a:srgbClr val="00B050"/>
                </a:solidFill>
              </a:rPr>
              <a:t>绿色</a:t>
            </a:r>
            <a:endParaRPr lang="zh-CN" altLang="en-US" sz="1400" dirty="0">
              <a:solidFill>
                <a:srgbClr val="00B050"/>
              </a:solidFill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3175" y="0"/>
            <a:ext cx="14648815" cy="824865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6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36"/>
          <p:cNvSpPr txBox="1"/>
          <p:nvPr/>
        </p:nvSpPr>
        <p:spPr>
          <a:xfrm>
            <a:off x="-1834515" y="492671"/>
            <a:ext cx="45720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316B93"/>
                </a:solidFill>
              </a:rPr>
              <a:t>深蓝</a:t>
            </a:r>
            <a:endParaRPr lang="zh-CN" altLang="en-US" sz="1400" dirty="0">
              <a:solidFill>
                <a:srgbClr val="316B93"/>
              </a:solidFill>
            </a:endParaRPr>
          </a:p>
        </p:txBody>
      </p:sp>
      <p:sp>
        <p:nvSpPr>
          <p:cNvPr id="3" name="文本框 37"/>
          <p:cNvSpPr txBox="1"/>
          <p:nvPr/>
        </p:nvSpPr>
        <p:spPr>
          <a:xfrm>
            <a:off x="-890671" y="492671"/>
            <a:ext cx="45720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AF8647"/>
                </a:solidFill>
              </a:rPr>
              <a:t>褐色</a:t>
            </a:r>
            <a:endParaRPr lang="zh-CN" altLang="en-US" sz="1400" dirty="0">
              <a:solidFill>
                <a:srgbClr val="AF8647"/>
              </a:solidFill>
            </a:endParaRPr>
          </a:p>
        </p:txBody>
      </p:sp>
      <p:sp>
        <p:nvSpPr>
          <p:cNvPr id="4" name="文本框 38"/>
          <p:cNvSpPr txBox="1"/>
          <p:nvPr/>
        </p:nvSpPr>
        <p:spPr>
          <a:xfrm>
            <a:off x="-1834515" y="1086833"/>
            <a:ext cx="457200" cy="3073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256824"/>
                </a:solidFill>
              </a:rPr>
              <a:t>深绿</a:t>
            </a:r>
            <a:endParaRPr lang="zh-CN" altLang="en-US" sz="1400" dirty="0">
              <a:solidFill>
                <a:srgbClr val="256824"/>
              </a:solidFill>
            </a:endParaRPr>
          </a:p>
        </p:txBody>
      </p:sp>
      <p:sp>
        <p:nvSpPr>
          <p:cNvPr id="5" name="文本框 39"/>
          <p:cNvSpPr txBox="1"/>
          <p:nvPr/>
        </p:nvSpPr>
        <p:spPr>
          <a:xfrm>
            <a:off x="-890671" y="1087468"/>
            <a:ext cx="457200" cy="3073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CE1DD3"/>
                </a:solidFill>
              </a:rPr>
              <a:t>紫色</a:t>
            </a:r>
            <a:endParaRPr lang="zh-CN" altLang="en-US" sz="1400" dirty="0">
              <a:solidFill>
                <a:srgbClr val="CE1DD3"/>
              </a:solidFill>
            </a:endParaRPr>
          </a:p>
        </p:txBody>
      </p:sp>
      <p:sp>
        <p:nvSpPr>
          <p:cNvPr id="6" name="文本框 40"/>
          <p:cNvSpPr txBox="1"/>
          <p:nvPr/>
        </p:nvSpPr>
        <p:spPr>
          <a:xfrm>
            <a:off x="-1834515" y="1680558"/>
            <a:ext cx="457200" cy="3073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BA1C20"/>
                </a:solidFill>
              </a:rPr>
              <a:t>深红</a:t>
            </a:r>
            <a:endParaRPr lang="zh-CN" altLang="en-US" sz="1400" dirty="0">
              <a:solidFill>
                <a:srgbClr val="BA1C20"/>
              </a:solidFill>
            </a:endParaRPr>
          </a:p>
        </p:txBody>
      </p:sp>
      <p:sp>
        <p:nvSpPr>
          <p:cNvPr id="8" name="Google Shape;60;p14"/>
          <p:cNvSpPr/>
          <p:nvPr/>
        </p:nvSpPr>
        <p:spPr>
          <a:xfrm>
            <a:off x="-890671" y="3339813"/>
            <a:ext cx="365760" cy="182880"/>
          </a:xfrm>
          <a:prstGeom prst="rect">
            <a:avLst/>
          </a:prstGeom>
          <a:solidFill>
            <a:srgbClr val="33CC33">
              <a:alpha val="20000"/>
            </a:srgbClr>
          </a:solidFill>
          <a:ln>
            <a:noFill/>
          </a:ln>
        </p:spPr>
        <p:txBody>
          <a:bodyPr spcFirstLastPara="1" wrap="square" lIns="146280" tIns="73120" rIns="146280" bIns="73120" anchor="ctr" anchorCtr="0">
            <a:noAutofit/>
          </a:bodyPr>
          <a:lstStyle/>
          <a:p>
            <a:pPr algn="ctr"/>
            <a:endParaRPr sz="288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sp>
        <p:nvSpPr>
          <p:cNvPr id="9" name="Google Shape;113;p14"/>
          <p:cNvSpPr/>
          <p:nvPr/>
        </p:nvSpPr>
        <p:spPr>
          <a:xfrm>
            <a:off x="-890671" y="2869913"/>
            <a:ext cx="365760" cy="182880"/>
          </a:xfrm>
          <a:prstGeom prst="rect">
            <a:avLst/>
          </a:prstGeom>
          <a:solidFill>
            <a:srgbClr val="FF0000">
              <a:alpha val="49800"/>
            </a:srgbClr>
          </a:solidFill>
          <a:ln>
            <a:noFill/>
          </a:ln>
        </p:spPr>
        <p:txBody>
          <a:bodyPr spcFirstLastPara="1" wrap="square" lIns="146280" tIns="73120" rIns="146280" bIns="73120" anchor="ctr" anchorCtr="0">
            <a:noAutofit/>
          </a:bodyPr>
          <a:lstStyle/>
          <a:p>
            <a:pPr algn="ctr"/>
            <a:endParaRPr sz="1280" dirty="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sp>
        <p:nvSpPr>
          <p:cNvPr id="10" name="Google Shape;114;p14"/>
          <p:cNvSpPr/>
          <p:nvPr/>
        </p:nvSpPr>
        <p:spPr>
          <a:xfrm>
            <a:off x="-1743075" y="2868008"/>
            <a:ext cx="365760" cy="182880"/>
          </a:xfrm>
          <a:prstGeom prst="rect">
            <a:avLst/>
          </a:prstGeom>
          <a:solidFill>
            <a:srgbClr val="33CC33">
              <a:alpha val="49800"/>
            </a:srgbClr>
          </a:solidFill>
          <a:ln>
            <a:noFill/>
          </a:ln>
        </p:spPr>
        <p:txBody>
          <a:bodyPr spcFirstLastPara="1" wrap="square" lIns="146280" tIns="73120" rIns="146280" bIns="73120" anchor="ctr" anchorCtr="0">
            <a:noAutofit/>
          </a:bodyPr>
          <a:lstStyle/>
          <a:p>
            <a:pPr algn="ctr"/>
            <a:endParaRPr sz="1280" dirty="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cxnSp>
        <p:nvCxnSpPr>
          <p:cNvPr id="12" name="Google Shape;116;p14"/>
          <p:cNvCxnSpPr/>
          <p:nvPr/>
        </p:nvCxnSpPr>
        <p:spPr>
          <a:xfrm rot="10800000">
            <a:off x="-1834515" y="503145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3" name="Google Shape;120;p14"/>
          <p:cNvCxnSpPr/>
          <p:nvPr/>
        </p:nvCxnSpPr>
        <p:spPr>
          <a:xfrm flipH="1">
            <a:off x="-890671" y="532355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4" name="Google Shape;121;p14"/>
          <p:cNvCxnSpPr/>
          <p:nvPr/>
        </p:nvCxnSpPr>
        <p:spPr>
          <a:xfrm flipH="1">
            <a:off x="-890671" y="561057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5" name="Google Shape;118;p14"/>
          <p:cNvCxnSpPr/>
          <p:nvPr/>
        </p:nvCxnSpPr>
        <p:spPr>
          <a:xfrm rot="10800000">
            <a:off x="-1834515" y="5317838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00FF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6" name="Google Shape;119;p14"/>
          <p:cNvCxnSpPr/>
          <p:nvPr/>
        </p:nvCxnSpPr>
        <p:spPr>
          <a:xfrm rot="10800000">
            <a:off x="-1834515" y="560422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8E1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7" name="Google Shape;123;p14"/>
          <p:cNvCxnSpPr/>
          <p:nvPr/>
        </p:nvCxnSpPr>
        <p:spPr>
          <a:xfrm flipH="1">
            <a:off x="-890671" y="618461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8E11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8" name="Google Shape;124;p14"/>
          <p:cNvCxnSpPr/>
          <p:nvPr/>
        </p:nvCxnSpPr>
        <p:spPr>
          <a:xfrm flipH="1">
            <a:off x="-890671" y="589759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00FF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9" name="Google Shape;65;p14"/>
          <p:cNvCxnSpPr/>
          <p:nvPr/>
        </p:nvCxnSpPr>
        <p:spPr>
          <a:xfrm flipH="1">
            <a:off x="-1834515" y="617699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4" name="Google Shape;75;p14"/>
          <p:cNvCxnSpPr/>
          <p:nvPr/>
        </p:nvCxnSpPr>
        <p:spPr>
          <a:xfrm flipH="1">
            <a:off x="-1834515" y="5890608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stealth" w="med" len="med"/>
          </a:ln>
        </p:spPr>
      </p:cxnSp>
      <p:sp>
        <p:nvSpPr>
          <p:cNvPr id="27" name="Rectangle 218"/>
          <p:cNvSpPr/>
          <p:nvPr/>
        </p:nvSpPr>
        <p:spPr>
          <a:xfrm>
            <a:off x="-1743075" y="3337273"/>
            <a:ext cx="365760" cy="182880"/>
          </a:xfrm>
          <a:prstGeom prst="rect">
            <a:avLst/>
          </a:prstGeom>
          <a:solidFill>
            <a:srgbClr val="D2691E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80"/>
          </a:p>
        </p:txBody>
      </p:sp>
      <p:sp>
        <p:nvSpPr>
          <p:cNvPr id="28" name="Rectangle 328"/>
          <p:cNvSpPr/>
          <p:nvPr/>
        </p:nvSpPr>
        <p:spPr>
          <a:xfrm>
            <a:off x="-890671" y="3809713"/>
            <a:ext cx="457200" cy="36576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80"/>
          </a:p>
        </p:txBody>
      </p:sp>
      <p:sp>
        <p:nvSpPr>
          <p:cNvPr id="29" name="Rectangle 331"/>
          <p:cNvSpPr/>
          <p:nvPr/>
        </p:nvSpPr>
        <p:spPr>
          <a:xfrm>
            <a:off x="-1834515" y="3806538"/>
            <a:ext cx="457200" cy="365760"/>
          </a:xfrm>
          <a:prstGeom prst="rect">
            <a:avLst/>
          </a:prstGeom>
          <a:ln w="19050">
            <a:solidFill>
              <a:srgbClr val="00A4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2880"/>
          </a:p>
        </p:txBody>
      </p:sp>
      <p:sp>
        <p:nvSpPr>
          <p:cNvPr id="33" name="文本框 67"/>
          <p:cNvSpPr txBox="1"/>
          <p:nvPr/>
        </p:nvSpPr>
        <p:spPr>
          <a:xfrm>
            <a:off x="-890671" y="1681828"/>
            <a:ext cx="457200" cy="3073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黑色</a:t>
            </a:r>
            <a:endParaRPr lang="zh-CN" altLang="en-US" sz="140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34" name="文本框 68"/>
          <p:cNvSpPr txBox="1"/>
          <p:nvPr/>
        </p:nvSpPr>
        <p:spPr>
          <a:xfrm>
            <a:off x="-1834515" y="2274283"/>
            <a:ext cx="457200" cy="3073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FF0000"/>
                </a:solidFill>
              </a:rPr>
              <a:t>红色</a:t>
            </a:r>
            <a:endParaRPr lang="zh-CN" altLang="en-US" sz="1400" dirty="0">
              <a:solidFill>
                <a:srgbClr val="FF0000"/>
              </a:solidFill>
            </a:endParaRPr>
          </a:p>
        </p:txBody>
      </p:sp>
      <p:grpSp>
        <p:nvGrpSpPr>
          <p:cNvPr id="7" name="组合 8"/>
          <p:cNvGrpSpPr/>
          <p:nvPr/>
        </p:nvGrpSpPr>
        <p:grpSpPr>
          <a:xfrm>
            <a:off x="-1834515" y="6463378"/>
            <a:ext cx="457200" cy="548640"/>
            <a:chOff x="8533167" y="1924272"/>
            <a:chExt cx="1099206" cy="1385455"/>
          </a:xfrm>
        </p:grpSpPr>
        <p:cxnSp>
          <p:nvCxnSpPr>
            <p:cNvPr id="20" name="Google Shape;119;p14"/>
            <p:cNvCxnSpPr/>
            <p:nvPr/>
          </p:nvCxnSpPr>
          <p:spPr>
            <a:xfrm flipH="1">
              <a:off x="8533168" y="1924272"/>
              <a:ext cx="1099205" cy="0"/>
            </a:xfrm>
            <a:prstGeom prst="straightConnector1">
              <a:avLst/>
            </a:prstGeom>
            <a:noFill/>
            <a:ln w="19050" cap="flat" cmpd="sng">
              <a:solidFill>
                <a:srgbClr val="FF8E1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1" name="Google Shape;119;p14"/>
            <p:cNvCxnSpPr/>
            <p:nvPr/>
          </p:nvCxnSpPr>
          <p:spPr>
            <a:xfrm flipH="1">
              <a:off x="8533167" y="2618454"/>
              <a:ext cx="1099205" cy="0"/>
            </a:xfrm>
            <a:prstGeom prst="straightConnector1">
              <a:avLst/>
            </a:prstGeom>
            <a:noFill/>
            <a:ln w="19050" cap="flat" cmpd="sng">
              <a:solidFill>
                <a:srgbClr val="FF8E1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2" name="Google Shape;119;p14"/>
            <p:cNvCxnSpPr/>
            <p:nvPr/>
          </p:nvCxnSpPr>
          <p:spPr>
            <a:xfrm flipH="1">
              <a:off x="8533168" y="3309727"/>
              <a:ext cx="1099205" cy="0"/>
            </a:xfrm>
            <a:prstGeom prst="straightConnector1">
              <a:avLst/>
            </a:prstGeom>
            <a:noFill/>
            <a:ln w="19050" cap="flat" cmpd="sng">
              <a:solidFill>
                <a:srgbClr val="FF8E11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grpSp>
        <p:nvGrpSpPr>
          <p:cNvPr id="23" name="组合 22"/>
          <p:cNvGrpSpPr/>
          <p:nvPr/>
        </p:nvGrpSpPr>
        <p:grpSpPr>
          <a:xfrm>
            <a:off x="-890671" y="6471633"/>
            <a:ext cx="457200" cy="548640"/>
            <a:chOff x="8824317" y="1696204"/>
            <a:chExt cx="1140564" cy="1575691"/>
          </a:xfrm>
        </p:grpSpPr>
        <p:grpSp>
          <p:nvGrpSpPr>
            <p:cNvPr id="25" name="组合 14"/>
            <p:cNvGrpSpPr/>
            <p:nvPr/>
          </p:nvGrpSpPr>
          <p:grpSpPr>
            <a:xfrm>
              <a:off x="8824318" y="1696204"/>
              <a:ext cx="1140563" cy="1057388"/>
              <a:chOff x="8533167" y="1924272"/>
              <a:chExt cx="1099206" cy="1385455"/>
            </a:xfrm>
          </p:grpSpPr>
          <p:cxnSp>
            <p:nvCxnSpPr>
              <p:cNvPr id="26" name="Google Shape;119;p14"/>
              <p:cNvCxnSpPr/>
              <p:nvPr/>
            </p:nvCxnSpPr>
            <p:spPr>
              <a:xfrm flipH="1">
                <a:off x="8533168" y="1924272"/>
                <a:ext cx="1099205" cy="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FF8E1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30" name="Google Shape;119;p14"/>
              <p:cNvCxnSpPr/>
              <p:nvPr/>
            </p:nvCxnSpPr>
            <p:spPr>
              <a:xfrm flipH="1">
                <a:off x="8533167" y="2618454"/>
                <a:ext cx="1099205" cy="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FF8E1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35" name="Google Shape;119;p14"/>
              <p:cNvCxnSpPr/>
              <p:nvPr/>
            </p:nvCxnSpPr>
            <p:spPr>
              <a:xfrm flipH="1">
                <a:off x="8533168" y="3309727"/>
                <a:ext cx="1099205" cy="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FF8E1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</p:grpSp>
        <p:cxnSp>
          <p:nvCxnSpPr>
            <p:cNvPr id="37" name="Google Shape;119;p14"/>
            <p:cNvCxnSpPr/>
            <p:nvPr/>
          </p:nvCxnSpPr>
          <p:spPr>
            <a:xfrm flipH="1">
              <a:off x="8824317" y="3271895"/>
              <a:ext cx="1140562" cy="0"/>
            </a:xfrm>
            <a:prstGeom prst="straightConnector1">
              <a:avLst/>
            </a:prstGeom>
            <a:noFill/>
            <a:ln w="19050" cap="flat" cmpd="sng">
              <a:solidFill>
                <a:srgbClr val="FF8E11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cxnSp>
        <p:nvCxnSpPr>
          <p:cNvPr id="47" name="Google Shape;116;p14"/>
          <p:cNvCxnSpPr/>
          <p:nvPr/>
        </p:nvCxnSpPr>
        <p:spPr>
          <a:xfrm rot="10800000">
            <a:off x="-890671" y="5036533"/>
            <a:ext cx="457200" cy="0"/>
          </a:xfrm>
          <a:prstGeom prst="straightConnector1">
            <a:avLst/>
          </a:prstGeom>
          <a:noFill/>
          <a:ln w="19050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53" name="Group 52"/>
          <p:cNvGrpSpPr/>
          <p:nvPr/>
        </p:nvGrpSpPr>
        <p:grpSpPr>
          <a:xfrm>
            <a:off x="-1751965" y="4525010"/>
            <a:ext cx="1318260" cy="306705"/>
            <a:chOff x="9798" y="4510"/>
            <a:chExt cx="1542" cy="483"/>
          </a:xfrm>
        </p:grpSpPr>
        <p:cxnSp>
          <p:nvCxnSpPr>
            <p:cNvPr id="51" name="Google Shape;115;p14"/>
            <p:cNvCxnSpPr/>
            <p:nvPr/>
          </p:nvCxnSpPr>
          <p:spPr>
            <a:xfrm rot="10800000">
              <a:off x="9798" y="4755"/>
              <a:ext cx="720" cy="0"/>
            </a:xfrm>
            <a:prstGeom prst="straightConnector1">
              <a:avLst/>
            </a:prstGeom>
            <a:ln w="19050">
              <a:headEnd type="none" w="sm" len="sm"/>
              <a:tailEnd type="none" w="sm" len="sm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52" name="文本框 67"/>
            <p:cNvSpPr txBox="1"/>
            <p:nvPr/>
          </p:nvSpPr>
          <p:spPr>
            <a:xfrm>
              <a:off x="10538" y="4510"/>
              <a:ext cx="802" cy="4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1400" dirty="0"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Stop</a:t>
              </a:r>
              <a:endParaRPr lang="en-US" altLang="zh-CN" sz="14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</p:grpSp>
      <p:sp>
        <p:nvSpPr>
          <p:cNvPr id="54" name="文本框 68"/>
          <p:cNvSpPr txBox="1"/>
          <p:nvPr/>
        </p:nvSpPr>
        <p:spPr>
          <a:xfrm>
            <a:off x="-890671" y="2276188"/>
            <a:ext cx="5384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1400" dirty="0">
                <a:solidFill>
                  <a:srgbClr val="00B050"/>
                </a:solidFill>
              </a:rPr>
              <a:t>绿色</a:t>
            </a:r>
            <a:endParaRPr lang="zh-CN" altLang="en-US" sz="1400" dirty="0">
              <a:solidFill>
                <a:srgbClr val="00B050"/>
              </a:solidFill>
            </a:endParaRPr>
          </a:p>
        </p:txBody>
      </p:sp>
      <p:pic>
        <p:nvPicPr>
          <p:cNvPr id="1" name="Picture 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14525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6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36"/>
          <p:cNvSpPr txBox="1"/>
          <p:nvPr/>
        </p:nvSpPr>
        <p:spPr>
          <a:xfrm>
            <a:off x="-1834515" y="492671"/>
            <a:ext cx="45720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316B93"/>
                </a:solidFill>
              </a:rPr>
              <a:t>深蓝</a:t>
            </a:r>
            <a:endParaRPr lang="zh-CN" altLang="en-US" sz="1400" dirty="0">
              <a:solidFill>
                <a:srgbClr val="316B93"/>
              </a:solidFill>
            </a:endParaRPr>
          </a:p>
        </p:txBody>
      </p:sp>
      <p:sp>
        <p:nvSpPr>
          <p:cNvPr id="3" name="文本框 37"/>
          <p:cNvSpPr txBox="1"/>
          <p:nvPr/>
        </p:nvSpPr>
        <p:spPr>
          <a:xfrm>
            <a:off x="-890671" y="492671"/>
            <a:ext cx="45720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AF8647"/>
                </a:solidFill>
              </a:rPr>
              <a:t>褐色</a:t>
            </a:r>
            <a:endParaRPr lang="zh-CN" altLang="en-US" sz="1400" dirty="0">
              <a:solidFill>
                <a:srgbClr val="AF8647"/>
              </a:solidFill>
            </a:endParaRPr>
          </a:p>
        </p:txBody>
      </p:sp>
      <p:sp>
        <p:nvSpPr>
          <p:cNvPr id="4" name="文本框 38"/>
          <p:cNvSpPr txBox="1"/>
          <p:nvPr/>
        </p:nvSpPr>
        <p:spPr>
          <a:xfrm>
            <a:off x="-1834515" y="1086833"/>
            <a:ext cx="457200" cy="3073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256824"/>
                </a:solidFill>
              </a:rPr>
              <a:t>深绿</a:t>
            </a:r>
            <a:endParaRPr lang="zh-CN" altLang="en-US" sz="1400" dirty="0">
              <a:solidFill>
                <a:srgbClr val="256824"/>
              </a:solidFill>
            </a:endParaRPr>
          </a:p>
        </p:txBody>
      </p:sp>
      <p:sp>
        <p:nvSpPr>
          <p:cNvPr id="5" name="文本框 39"/>
          <p:cNvSpPr txBox="1"/>
          <p:nvPr/>
        </p:nvSpPr>
        <p:spPr>
          <a:xfrm>
            <a:off x="-890671" y="1087468"/>
            <a:ext cx="457200" cy="3073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CE1DD3"/>
                </a:solidFill>
              </a:rPr>
              <a:t>紫色</a:t>
            </a:r>
            <a:endParaRPr lang="zh-CN" altLang="en-US" sz="1400" dirty="0">
              <a:solidFill>
                <a:srgbClr val="CE1DD3"/>
              </a:solidFill>
            </a:endParaRPr>
          </a:p>
        </p:txBody>
      </p:sp>
      <p:sp>
        <p:nvSpPr>
          <p:cNvPr id="6" name="文本框 40"/>
          <p:cNvSpPr txBox="1"/>
          <p:nvPr/>
        </p:nvSpPr>
        <p:spPr>
          <a:xfrm>
            <a:off x="-1834515" y="1680558"/>
            <a:ext cx="457200" cy="3073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BA1C20"/>
                </a:solidFill>
              </a:rPr>
              <a:t>深红</a:t>
            </a:r>
            <a:endParaRPr lang="zh-CN" altLang="en-US" sz="1400" dirty="0">
              <a:solidFill>
                <a:srgbClr val="BA1C20"/>
              </a:solidFill>
            </a:endParaRPr>
          </a:p>
        </p:txBody>
      </p:sp>
      <p:sp>
        <p:nvSpPr>
          <p:cNvPr id="8" name="Google Shape;60;p14"/>
          <p:cNvSpPr/>
          <p:nvPr/>
        </p:nvSpPr>
        <p:spPr>
          <a:xfrm>
            <a:off x="-890671" y="3339813"/>
            <a:ext cx="365760" cy="182880"/>
          </a:xfrm>
          <a:prstGeom prst="rect">
            <a:avLst/>
          </a:prstGeom>
          <a:solidFill>
            <a:srgbClr val="33CC33">
              <a:alpha val="20000"/>
            </a:srgbClr>
          </a:solidFill>
          <a:ln>
            <a:noFill/>
          </a:ln>
        </p:spPr>
        <p:txBody>
          <a:bodyPr spcFirstLastPara="1" wrap="square" lIns="146280" tIns="73120" rIns="146280" bIns="73120" anchor="ctr" anchorCtr="0">
            <a:noAutofit/>
          </a:bodyPr>
          <a:lstStyle/>
          <a:p>
            <a:pPr algn="ctr"/>
            <a:endParaRPr sz="288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sp>
        <p:nvSpPr>
          <p:cNvPr id="9" name="Google Shape;113;p14"/>
          <p:cNvSpPr/>
          <p:nvPr/>
        </p:nvSpPr>
        <p:spPr>
          <a:xfrm>
            <a:off x="-890671" y="2869913"/>
            <a:ext cx="365760" cy="182880"/>
          </a:xfrm>
          <a:prstGeom prst="rect">
            <a:avLst/>
          </a:prstGeom>
          <a:solidFill>
            <a:srgbClr val="FF0000">
              <a:alpha val="49800"/>
            </a:srgbClr>
          </a:solidFill>
          <a:ln>
            <a:noFill/>
          </a:ln>
        </p:spPr>
        <p:txBody>
          <a:bodyPr spcFirstLastPara="1" wrap="square" lIns="146280" tIns="73120" rIns="146280" bIns="73120" anchor="ctr" anchorCtr="0">
            <a:noAutofit/>
          </a:bodyPr>
          <a:lstStyle/>
          <a:p>
            <a:pPr algn="ctr"/>
            <a:endParaRPr sz="1280" dirty="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sp>
        <p:nvSpPr>
          <p:cNvPr id="10" name="Google Shape;114;p14"/>
          <p:cNvSpPr/>
          <p:nvPr/>
        </p:nvSpPr>
        <p:spPr>
          <a:xfrm>
            <a:off x="-1743075" y="2868008"/>
            <a:ext cx="365760" cy="182880"/>
          </a:xfrm>
          <a:prstGeom prst="rect">
            <a:avLst/>
          </a:prstGeom>
          <a:solidFill>
            <a:srgbClr val="33CC33">
              <a:alpha val="49800"/>
            </a:srgbClr>
          </a:solidFill>
          <a:ln>
            <a:noFill/>
          </a:ln>
        </p:spPr>
        <p:txBody>
          <a:bodyPr spcFirstLastPara="1" wrap="square" lIns="146280" tIns="73120" rIns="146280" bIns="73120" anchor="ctr" anchorCtr="0">
            <a:noAutofit/>
          </a:bodyPr>
          <a:lstStyle/>
          <a:p>
            <a:pPr algn="ctr"/>
            <a:endParaRPr sz="1280" dirty="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cxnSp>
        <p:nvCxnSpPr>
          <p:cNvPr id="12" name="Google Shape;116;p14"/>
          <p:cNvCxnSpPr/>
          <p:nvPr/>
        </p:nvCxnSpPr>
        <p:spPr>
          <a:xfrm rot="10800000">
            <a:off x="-1834515" y="503145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3" name="Google Shape;120;p14"/>
          <p:cNvCxnSpPr/>
          <p:nvPr/>
        </p:nvCxnSpPr>
        <p:spPr>
          <a:xfrm flipH="1">
            <a:off x="-890671" y="532355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4" name="Google Shape;121;p14"/>
          <p:cNvCxnSpPr/>
          <p:nvPr/>
        </p:nvCxnSpPr>
        <p:spPr>
          <a:xfrm flipH="1">
            <a:off x="-890671" y="561057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5" name="Google Shape;118;p14"/>
          <p:cNvCxnSpPr/>
          <p:nvPr/>
        </p:nvCxnSpPr>
        <p:spPr>
          <a:xfrm rot="10800000">
            <a:off x="-1834515" y="5317838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00FF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6" name="Google Shape;119;p14"/>
          <p:cNvCxnSpPr/>
          <p:nvPr/>
        </p:nvCxnSpPr>
        <p:spPr>
          <a:xfrm rot="10800000">
            <a:off x="-1834515" y="560422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8E1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7" name="Google Shape;123;p14"/>
          <p:cNvCxnSpPr/>
          <p:nvPr/>
        </p:nvCxnSpPr>
        <p:spPr>
          <a:xfrm flipH="1">
            <a:off x="-890671" y="618461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8E11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8" name="Google Shape;124;p14"/>
          <p:cNvCxnSpPr/>
          <p:nvPr/>
        </p:nvCxnSpPr>
        <p:spPr>
          <a:xfrm flipH="1">
            <a:off x="-890671" y="589759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00FF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9" name="Google Shape;65;p14"/>
          <p:cNvCxnSpPr/>
          <p:nvPr/>
        </p:nvCxnSpPr>
        <p:spPr>
          <a:xfrm flipH="1">
            <a:off x="-1834515" y="617699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4" name="Google Shape;75;p14"/>
          <p:cNvCxnSpPr/>
          <p:nvPr/>
        </p:nvCxnSpPr>
        <p:spPr>
          <a:xfrm flipH="1">
            <a:off x="-1834515" y="5890608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stealth" w="med" len="med"/>
          </a:ln>
        </p:spPr>
      </p:cxnSp>
      <p:sp>
        <p:nvSpPr>
          <p:cNvPr id="27" name="Rectangle 218"/>
          <p:cNvSpPr/>
          <p:nvPr/>
        </p:nvSpPr>
        <p:spPr>
          <a:xfrm>
            <a:off x="-1743075" y="3337273"/>
            <a:ext cx="365760" cy="182880"/>
          </a:xfrm>
          <a:prstGeom prst="rect">
            <a:avLst/>
          </a:prstGeom>
          <a:solidFill>
            <a:srgbClr val="D2691E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80"/>
          </a:p>
        </p:txBody>
      </p:sp>
      <p:sp>
        <p:nvSpPr>
          <p:cNvPr id="28" name="Rectangle 328"/>
          <p:cNvSpPr/>
          <p:nvPr/>
        </p:nvSpPr>
        <p:spPr>
          <a:xfrm>
            <a:off x="-890671" y="3809713"/>
            <a:ext cx="457200" cy="36576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80"/>
          </a:p>
        </p:txBody>
      </p:sp>
      <p:sp>
        <p:nvSpPr>
          <p:cNvPr id="29" name="Rectangle 331"/>
          <p:cNvSpPr/>
          <p:nvPr/>
        </p:nvSpPr>
        <p:spPr>
          <a:xfrm>
            <a:off x="-1834515" y="3806538"/>
            <a:ext cx="457200" cy="365760"/>
          </a:xfrm>
          <a:prstGeom prst="rect">
            <a:avLst/>
          </a:prstGeom>
          <a:ln w="19050">
            <a:solidFill>
              <a:srgbClr val="00A4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2880"/>
          </a:p>
        </p:txBody>
      </p:sp>
      <p:sp>
        <p:nvSpPr>
          <p:cNvPr id="33" name="文本框 67"/>
          <p:cNvSpPr txBox="1"/>
          <p:nvPr/>
        </p:nvSpPr>
        <p:spPr>
          <a:xfrm>
            <a:off x="-890671" y="1681828"/>
            <a:ext cx="457200" cy="3073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黑色</a:t>
            </a:r>
            <a:endParaRPr lang="zh-CN" altLang="en-US" sz="140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34" name="文本框 68"/>
          <p:cNvSpPr txBox="1"/>
          <p:nvPr/>
        </p:nvSpPr>
        <p:spPr>
          <a:xfrm>
            <a:off x="-1834515" y="2274283"/>
            <a:ext cx="457200" cy="3073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FF0000"/>
                </a:solidFill>
              </a:rPr>
              <a:t>红色</a:t>
            </a:r>
            <a:endParaRPr lang="zh-CN" altLang="en-US" sz="1400" dirty="0">
              <a:solidFill>
                <a:srgbClr val="FF0000"/>
              </a:solidFill>
            </a:endParaRPr>
          </a:p>
        </p:txBody>
      </p:sp>
      <p:grpSp>
        <p:nvGrpSpPr>
          <p:cNvPr id="7" name="组合 8"/>
          <p:cNvGrpSpPr/>
          <p:nvPr/>
        </p:nvGrpSpPr>
        <p:grpSpPr>
          <a:xfrm>
            <a:off x="-1834515" y="6463378"/>
            <a:ext cx="457200" cy="548640"/>
            <a:chOff x="8533167" y="1924272"/>
            <a:chExt cx="1099206" cy="1385455"/>
          </a:xfrm>
        </p:grpSpPr>
        <p:cxnSp>
          <p:nvCxnSpPr>
            <p:cNvPr id="20" name="Google Shape;119;p14"/>
            <p:cNvCxnSpPr/>
            <p:nvPr/>
          </p:nvCxnSpPr>
          <p:spPr>
            <a:xfrm flipH="1">
              <a:off x="8533168" y="1924272"/>
              <a:ext cx="1099205" cy="0"/>
            </a:xfrm>
            <a:prstGeom prst="straightConnector1">
              <a:avLst/>
            </a:prstGeom>
            <a:noFill/>
            <a:ln w="19050" cap="flat" cmpd="sng">
              <a:solidFill>
                <a:srgbClr val="FF8E1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1" name="Google Shape;119;p14"/>
            <p:cNvCxnSpPr/>
            <p:nvPr/>
          </p:nvCxnSpPr>
          <p:spPr>
            <a:xfrm flipH="1">
              <a:off x="8533167" y="2618454"/>
              <a:ext cx="1099205" cy="0"/>
            </a:xfrm>
            <a:prstGeom prst="straightConnector1">
              <a:avLst/>
            </a:prstGeom>
            <a:noFill/>
            <a:ln w="19050" cap="flat" cmpd="sng">
              <a:solidFill>
                <a:srgbClr val="FF8E1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2" name="Google Shape;119;p14"/>
            <p:cNvCxnSpPr/>
            <p:nvPr/>
          </p:nvCxnSpPr>
          <p:spPr>
            <a:xfrm flipH="1">
              <a:off x="8533168" y="3309727"/>
              <a:ext cx="1099205" cy="0"/>
            </a:xfrm>
            <a:prstGeom prst="straightConnector1">
              <a:avLst/>
            </a:prstGeom>
            <a:noFill/>
            <a:ln w="19050" cap="flat" cmpd="sng">
              <a:solidFill>
                <a:srgbClr val="FF8E11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grpSp>
        <p:nvGrpSpPr>
          <p:cNvPr id="23" name="组合 22"/>
          <p:cNvGrpSpPr/>
          <p:nvPr/>
        </p:nvGrpSpPr>
        <p:grpSpPr>
          <a:xfrm>
            <a:off x="-890671" y="6471633"/>
            <a:ext cx="457200" cy="548640"/>
            <a:chOff x="8824317" y="1696204"/>
            <a:chExt cx="1140564" cy="1575691"/>
          </a:xfrm>
        </p:grpSpPr>
        <p:grpSp>
          <p:nvGrpSpPr>
            <p:cNvPr id="25" name="组合 14"/>
            <p:cNvGrpSpPr/>
            <p:nvPr/>
          </p:nvGrpSpPr>
          <p:grpSpPr>
            <a:xfrm>
              <a:off x="8824318" y="1696204"/>
              <a:ext cx="1140563" cy="1057388"/>
              <a:chOff x="8533167" y="1924272"/>
              <a:chExt cx="1099206" cy="1385455"/>
            </a:xfrm>
          </p:grpSpPr>
          <p:cxnSp>
            <p:nvCxnSpPr>
              <p:cNvPr id="26" name="Google Shape;119;p14"/>
              <p:cNvCxnSpPr/>
              <p:nvPr/>
            </p:nvCxnSpPr>
            <p:spPr>
              <a:xfrm flipH="1">
                <a:off x="8533168" y="1924272"/>
                <a:ext cx="1099205" cy="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FF8E1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30" name="Google Shape;119;p14"/>
              <p:cNvCxnSpPr/>
              <p:nvPr/>
            </p:nvCxnSpPr>
            <p:spPr>
              <a:xfrm flipH="1">
                <a:off x="8533167" y="2618454"/>
                <a:ext cx="1099205" cy="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FF8E1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35" name="Google Shape;119;p14"/>
              <p:cNvCxnSpPr/>
              <p:nvPr/>
            </p:nvCxnSpPr>
            <p:spPr>
              <a:xfrm flipH="1">
                <a:off x="8533168" y="3309727"/>
                <a:ext cx="1099205" cy="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FF8E1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</p:grpSp>
        <p:cxnSp>
          <p:nvCxnSpPr>
            <p:cNvPr id="37" name="Google Shape;119;p14"/>
            <p:cNvCxnSpPr/>
            <p:nvPr/>
          </p:nvCxnSpPr>
          <p:spPr>
            <a:xfrm flipH="1">
              <a:off x="8824317" y="3271895"/>
              <a:ext cx="1140562" cy="0"/>
            </a:xfrm>
            <a:prstGeom prst="straightConnector1">
              <a:avLst/>
            </a:prstGeom>
            <a:noFill/>
            <a:ln w="19050" cap="flat" cmpd="sng">
              <a:solidFill>
                <a:srgbClr val="FF8E11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cxnSp>
        <p:nvCxnSpPr>
          <p:cNvPr id="47" name="Google Shape;116;p14"/>
          <p:cNvCxnSpPr/>
          <p:nvPr/>
        </p:nvCxnSpPr>
        <p:spPr>
          <a:xfrm rot="10800000">
            <a:off x="-890671" y="5036533"/>
            <a:ext cx="457200" cy="0"/>
          </a:xfrm>
          <a:prstGeom prst="straightConnector1">
            <a:avLst/>
          </a:prstGeom>
          <a:noFill/>
          <a:ln w="19050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53" name="Group 52"/>
          <p:cNvGrpSpPr/>
          <p:nvPr/>
        </p:nvGrpSpPr>
        <p:grpSpPr>
          <a:xfrm>
            <a:off x="-1751965" y="4525010"/>
            <a:ext cx="1318260" cy="306705"/>
            <a:chOff x="9798" y="4510"/>
            <a:chExt cx="1542" cy="483"/>
          </a:xfrm>
        </p:grpSpPr>
        <p:cxnSp>
          <p:nvCxnSpPr>
            <p:cNvPr id="51" name="Google Shape;115;p14"/>
            <p:cNvCxnSpPr/>
            <p:nvPr/>
          </p:nvCxnSpPr>
          <p:spPr>
            <a:xfrm rot="10800000">
              <a:off x="9798" y="4755"/>
              <a:ext cx="720" cy="0"/>
            </a:xfrm>
            <a:prstGeom prst="straightConnector1">
              <a:avLst/>
            </a:prstGeom>
            <a:ln w="19050">
              <a:headEnd type="none" w="sm" len="sm"/>
              <a:tailEnd type="none" w="sm" len="sm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52" name="文本框 67"/>
            <p:cNvSpPr txBox="1"/>
            <p:nvPr/>
          </p:nvSpPr>
          <p:spPr>
            <a:xfrm>
              <a:off x="10538" y="4510"/>
              <a:ext cx="802" cy="4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1400" dirty="0"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Stop</a:t>
              </a:r>
              <a:endParaRPr lang="en-US" altLang="zh-CN" sz="14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</p:grpSp>
      <p:sp>
        <p:nvSpPr>
          <p:cNvPr id="54" name="文本框 68"/>
          <p:cNvSpPr txBox="1"/>
          <p:nvPr/>
        </p:nvSpPr>
        <p:spPr>
          <a:xfrm>
            <a:off x="-890671" y="2276188"/>
            <a:ext cx="5384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1400" dirty="0">
                <a:solidFill>
                  <a:srgbClr val="00B050"/>
                </a:solidFill>
              </a:rPr>
              <a:t>绿色</a:t>
            </a:r>
            <a:endParaRPr lang="zh-CN" altLang="en-US" sz="1400" dirty="0">
              <a:solidFill>
                <a:srgbClr val="00B050"/>
              </a:solidFill>
            </a:endParaRPr>
          </a:p>
        </p:txBody>
      </p:sp>
      <p:pic>
        <p:nvPicPr>
          <p:cNvPr id="1" name="Picture 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9525" y="0"/>
            <a:ext cx="14643100" cy="824547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7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36"/>
          <p:cNvSpPr txBox="1"/>
          <p:nvPr/>
        </p:nvSpPr>
        <p:spPr>
          <a:xfrm>
            <a:off x="-1834515" y="492671"/>
            <a:ext cx="45720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316B93"/>
                </a:solidFill>
              </a:rPr>
              <a:t>深蓝</a:t>
            </a:r>
            <a:endParaRPr lang="zh-CN" altLang="en-US" sz="1400" dirty="0">
              <a:solidFill>
                <a:srgbClr val="316B93"/>
              </a:solidFill>
            </a:endParaRPr>
          </a:p>
        </p:txBody>
      </p:sp>
      <p:sp>
        <p:nvSpPr>
          <p:cNvPr id="3" name="文本框 37"/>
          <p:cNvSpPr txBox="1"/>
          <p:nvPr/>
        </p:nvSpPr>
        <p:spPr>
          <a:xfrm>
            <a:off x="-890671" y="492671"/>
            <a:ext cx="45720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AF8647"/>
                </a:solidFill>
              </a:rPr>
              <a:t>褐色</a:t>
            </a:r>
            <a:endParaRPr lang="zh-CN" altLang="en-US" sz="1400" dirty="0">
              <a:solidFill>
                <a:srgbClr val="AF8647"/>
              </a:solidFill>
            </a:endParaRPr>
          </a:p>
        </p:txBody>
      </p:sp>
      <p:sp>
        <p:nvSpPr>
          <p:cNvPr id="4" name="文本框 38"/>
          <p:cNvSpPr txBox="1"/>
          <p:nvPr/>
        </p:nvSpPr>
        <p:spPr>
          <a:xfrm>
            <a:off x="-1834515" y="1086833"/>
            <a:ext cx="457200" cy="3073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256824"/>
                </a:solidFill>
              </a:rPr>
              <a:t>深绿</a:t>
            </a:r>
            <a:endParaRPr lang="zh-CN" altLang="en-US" sz="1400" dirty="0">
              <a:solidFill>
                <a:srgbClr val="256824"/>
              </a:solidFill>
            </a:endParaRPr>
          </a:p>
        </p:txBody>
      </p:sp>
      <p:sp>
        <p:nvSpPr>
          <p:cNvPr id="5" name="文本框 39"/>
          <p:cNvSpPr txBox="1"/>
          <p:nvPr/>
        </p:nvSpPr>
        <p:spPr>
          <a:xfrm>
            <a:off x="-890671" y="1087468"/>
            <a:ext cx="457200" cy="3073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CE1DD3"/>
                </a:solidFill>
              </a:rPr>
              <a:t>紫色</a:t>
            </a:r>
            <a:endParaRPr lang="zh-CN" altLang="en-US" sz="1400" dirty="0">
              <a:solidFill>
                <a:srgbClr val="CE1DD3"/>
              </a:solidFill>
            </a:endParaRPr>
          </a:p>
        </p:txBody>
      </p:sp>
      <p:sp>
        <p:nvSpPr>
          <p:cNvPr id="6" name="文本框 40"/>
          <p:cNvSpPr txBox="1"/>
          <p:nvPr/>
        </p:nvSpPr>
        <p:spPr>
          <a:xfrm>
            <a:off x="-1834515" y="1680558"/>
            <a:ext cx="457200" cy="3073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BA1C20"/>
                </a:solidFill>
              </a:rPr>
              <a:t>深红</a:t>
            </a:r>
            <a:endParaRPr lang="zh-CN" altLang="en-US" sz="1400" dirty="0">
              <a:solidFill>
                <a:srgbClr val="BA1C20"/>
              </a:solidFill>
            </a:endParaRPr>
          </a:p>
        </p:txBody>
      </p:sp>
      <p:sp>
        <p:nvSpPr>
          <p:cNvPr id="8" name="Google Shape;60;p14"/>
          <p:cNvSpPr/>
          <p:nvPr/>
        </p:nvSpPr>
        <p:spPr>
          <a:xfrm>
            <a:off x="-890671" y="3339813"/>
            <a:ext cx="365760" cy="182880"/>
          </a:xfrm>
          <a:prstGeom prst="rect">
            <a:avLst/>
          </a:prstGeom>
          <a:solidFill>
            <a:srgbClr val="33CC33">
              <a:alpha val="20000"/>
            </a:srgbClr>
          </a:solidFill>
          <a:ln>
            <a:noFill/>
          </a:ln>
        </p:spPr>
        <p:txBody>
          <a:bodyPr spcFirstLastPara="1" wrap="square" lIns="146280" tIns="73120" rIns="146280" bIns="73120" anchor="ctr" anchorCtr="0">
            <a:noAutofit/>
          </a:bodyPr>
          <a:lstStyle/>
          <a:p>
            <a:pPr algn="ctr"/>
            <a:endParaRPr sz="288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sp>
        <p:nvSpPr>
          <p:cNvPr id="9" name="Google Shape;113;p14"/>
          <p:cNvSpPr/>
          <p:nvPr/>
        </p:nvSpPr>
        <p:spPr>
          <a:xfrm>
            <a:off x="-890671" y="2869913"/>
            <a:ext cx="365760" cy="182880"/>
          </a:xfrm>
          <a:prstGeom prst="rect">
            <a:avLst/>
          </a:prstGeom>
          <a:solidFill>
            <a:srgbClr val="FF0000">
              <a:alpha val="49800"/>
            </a:srgbClr>
          </a:solidFill>
          <a:ln>
            <a:noFill/>
          </a:ln>
        </p:spPr>
        <p:txBody>
          <a:bodyPr spcFirstLastPara="1" wrap="square" lIns="146280" tIns="73120" rIns="146280" bIns="73120" anchor="ctr" anchorCtr="0">
            <a:noAutofit/>
          </a:bodyPr>
          <a:lstStyle/>
          <a:p>
            <a:pPr algn="ctr"/>
            <a:endParaRPr sz="1280" dirty="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sp>
        <p:nvSpPr>
          <p:cNvPr id="10" name="Google Shape;114;p14"/>
          <p:cNvSpPr/>
          <p:nvPr/>
        </p:nvSpPr>
        <p:spPr>
          <a:xfrm>
            <a:off x="-1743075" y="2868008"/>
            <a:ext cx="365760" cy="182880"/>
          </a:xfrm>
          <a:prstGeom prst="rect">
            <a:avLst/>
          </a:prstGeom>
          <a:solidFill>
            <a:srgbClr val="33CC33">
              <a:alpha val="49800"/>
            </a:srgbClr>
          </a:solidFill>
          <a:ln>
            <a:noFill/>
          </a:ln>
        </p:spPr>
        <p:txBody>
          <a:bodyPr spcFirstLastPara="1" wrap="square" lIns="146280" tIns="73120" rIns="146280" bIns="73120" anchor="ctr" anchorCtr="0">
            <a:noAutofit/>
          </a:bodyPr>
          <a:lstStyle/>
          <a:p>
            <a:pPr algn="ctr"/>
            <a:endParaRPr sz="1280" dirty="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cxnSp>
        <p:nvCxnSpPr>
          <p:cNvPr id="12" name="Google Shape;116;p14"/>
          <p:cNvCxnSpPr/>
          <p:nvPr/>
        </p:nvCxnSpPr>
        <p:spPr>
          <a:xfrm rot="10800000">
            <a:off x="-1834515" y="503145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3" name="Google Shape;120;p14"/>
          <p:cNvCxnSpPr/>
          <p:nvPr/>
        </p:nvCxnSpPr>
        <p:spPr>
          <a:xfrm flipH="1">
            <a:off x="-890671" y="532355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4" name="Google Shape;121;p14"/>
          <p:cNvCxnSpPr/>
          <p:nvPr/>
        </p:nvCxnSpPr>
        <p:spPr>
          <a:xfrm flipH="1">
            <a:off x="-890671" y="561057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5" name="Google Shape;118;p14"/>
          <p:cNvCxnSpPr/>
          <p:nvPr/>
        </p:nvCxnSpPr>
        <p:spPr>
          <a:xfrm rot="10800000">
            <a:off x="-1834515" y="5317838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00FF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6" name="Google Shape;119;p14"/>
          <p:cNvCxnSpPr/>
          <p:nvPr/>
        </p:nvCxnSpPr>
        <p:spPr>
          <a:xfrm rot="10800000">
            <a:off x="-1834515" y="560422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8E1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7" name="Google Shape;123;p14"/>
          <p:cNvCxnSpPr/>
          <p:nvPr/>
        </p:nvCxnSpPr>
        <p:spPr>
          <a:xfrm flipH="1">
            <a:off x="-890671" y="618461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8E11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8" name="Google Shape;124;p14"/>
          <p:cNvCxnSpPr/>
          <p:nvPr/>
        </p:nvCxnSpPr>
        <p:spPr>
          <a:xfrm flipH="1">
            <a:off x="-890671" y="589759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00FF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9" name="Google Shape;65;p14"/>
          <p:cNvCxnSpPr/>
          <p:nvPr/>
        </p:nvCxnSpPr>
        <p:spPr>
          <a:xfrm flipH="1">
            <a:off x="-1834515" y="617699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4" name="Google Shape;75;p14"/>
          <p:cNvCxnSpPr/>
          <p:nvPr/>
        </p:nvCxnSpPr>
        <p:spPr>
          <a:xfrm flipH="1">
            <a:off x="-1834515" y="5890608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stealth" w="med" len="med"/>
          </a:ln>
        </p:spPr>
      </p:cxnSp>
      <p:sp>
        <p:nvSpPr>
          <p:cNvPr id="27" name="Rectangle 218"/>
          <p:cNvSpPr/>
          <p:nvPr/>
        </p:nvSpPr>
        <p:spPr>
          <a:xfrm>
            <a:off x="-1743075" y="3337273"/>
            <a:ext cx="365760" cy="182880"/>
          </a:xfrm>
          <a:prstGeom prst="rect">
            <a:avLst/>
          </a:prstGeom>
          <a:solidFill>
            <a:srgbClr val="D2691E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80"/>
          </a:p>
        </p:txBody>
      </p:sp>
      <p:sp>
        <p:nvSpPr>
          <p:cNvPr id="28" name="Rectangle 328"/>
          <p:cNvSpPr/>
          <p:nvPr/>
        </p:nvSpPr>
        <p:spPr>
          <a:xfrm>
            <a:off x="-890671" y="3809713"/>
            <a:ext cx="457200" cy="36576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80"/>
          </a:p>
        </p:txBody>
      </p:sp>
      <p:sp>
        <p:nvSpPr>
          <p:cNvPr id="29" name="Rectangle 331"/>
          <p:cNvSpPr/>
          <p:nvPr/>
        </p:nvSpPr>
        <p:spPr>
          <a:xfrm>
            <a:off x="-1834515" y="3806538"/>
            <a:ext cx="457200" cy="365760"/>
          </a:xfrm>
          <a:prstGeom prst="rect">
            <a:avLst/>
          </a:prstGeom>
          <a:ln w="19050">
            <a:solidFill>
              <a:srgbClr val="00A4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2880"/>
          </a:p>
        </p:txBody>
      </p:sp>
      <p:sp>
        <p:nvSpPr>
          <p:cNvPr id="33" name="文本框 67"/>
          <p:cNvSpPr txBox="1"/>
          <p:nvPr/>
        </p:nvSpPr>
        <p:spPr>
          <a:xfrm>
            <a:off x="-890671" y="1681828"/>
            <a:ext cx="457200" cy="3073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黑色</a:t>
            </a:r>
            <a:endParaRPr lang="zh-CN" altLang="en-US" sz="140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34" name="文本框 68"/>
          <p:cNvSpPr txBox="1"/>
          <p:nvPr/>
        </p:nvSpPr>
        <p:spPr>
          <a:xfrm>
            <a:off x="-1834515" y="2274283"/>
            <a:ext cx="457200" cy="3073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FF0000"/>
                </a:solidFill>
              </a:rPr>
              <a:t>红色</a:t>
            </a:r>
            <a:endParaRPr lang="zh-CN" altLang="en-US" sz="1400" dirty="0">
              <a:solidFill>
                <a:srgbClr val="FF0000"/>
              </a:solidFill>
            </a:endParaRPr>
          </a:p>
        </p:txBody>
      </p:sp>
      <p:grpSp>
        <p:nvGrpSpPr>
          <p:cNvPr id="7" name="组合 8"/>
          <p:cNvGrpSpPr/>
          <p:nvPr/>
        </p:nvGrpSpPr>
        <p:grpSpPr>
          <a:xfrm>
            <a:off x="-1834515" y="6463378"/>
            <a:ext cx="457200" cy="548640"/>
            <a:chOff x="8533167" y="1924272"/>
            <a:chExt cx="1099206" cy="1385455"/>
          </a:xfrm>
        </p:grpSpPr>
        <p:cxnSp>
          <p:nvCxnSpPr>
            <p:cNvPr id="20" name="Google Shape;119;p14"/>
            <p:cNvCxnSpPr/>
            <p:nvPr/>
          </p:nvCxnSpPr>
          <p:spPr>
            <a:xfrm flipH="1">
              <a:off x="8533168" y="1924272"/>
              <a:ext cx="1099205" cy="0"/>
            </a:xfrm>
            <a:prstGeom prst="straightConnector1">
              <a:avLst/>
            </a:prstGeom>
            <a:noFill/>
            <a:ln w="19050" cap="flat" cmpd="sng">
              <a:solidFill>
                <a:srgbClr val="FF8E1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1" name="Google Shape;119;p14"/>
            <p:cNvCxnSpPr/>
            <p:nvPr/>
          </p:nvCxnSpPr>
          <p:spPr>
            <a:xfrm flipH="1">
              <a:off x="8533167" y="2618454"/>
              <a:ext cx="1099205" cy="0"/>
            </a:xfrm>
            <a:prstGeom prst="straightConnector1">
              <a:avLst/>
            </a:prstGeom>
            <a:noFill/>
            <a:ln w="19050" cap="flat" cmpd="sng">
              <a:solidFill>
                <a:srgbClr val="FF8E1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2" name="Google Shape;119;p14"/>
            <p:cNvCxnSpPr/>
            <p:nvPr/>
          </p:nvCxnSpPr>
          <p:spPr>
            <a:xfrm flipH="1">
              <a:off x="8533168" y="3309727"/>
              <a:ext cx="1099205" cy="0"/>
            </a:xfrm>
            <a:prstGeom prst="straightConnector1">
              <a:avLst/>
            </a:prstGeom>
            <a:noFill/>
            <a:ln w="19050" cap="flat" cmpd="sng">
              <a:solidFill>
                <a:srgbClr val="FF8E11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grpSp>
        <p:nvGrpSpPr>
          <p:cNvPr id="23" name="组合 22"/>
          <p:cNvGrpSpPr/>
          <p:nvPr/>
        </p:nvGrpSpPr>
        <p:grpSpPr>
          <a:xfrm>
            <a:off x="-890671" y="6471633"/>
            <a:ext cx="457200" cy="548640"/>
            <a:chOff x="8824317" y="1696204"/>
            <a:chExt cx="1140564" cy="1575691"/>
          </a:xfrm>
        </p:grpSpPr>
        <p:grpSp>
          <p:nvGrpSpPr>
            <p:cNvPr id="25" name="组合 14"/>
            <p:cNvGrpSpPr/>
            <p:nvPr/>
          </p:nvGrpSpPr>
          <p:grpSpPr>
            <a:xfrm>
              <a:off x="8824318" y="1696204"/>
              <a:ext cx="1140563" cy="1057388"/>
              <a:chOff x="8533167" y="1924272"/>
              <a:chExt cx="1099206" cy="1385455"/>
            </a:xfrm>
          </p:grpSpPr>
          <p:cxnSp>
            <p:nvCxnSpPr>
              <p:cNvPr id="26" name="Google Shape;119;p14"/>
              <p:cNvCxnSpPr/>
              <p:nvPr/>
            </p:nvCxnSpPr>
            <p:spPr>
              <a:xfrm flipH="1">
                <a:off x="8533168" y="1924272"/>
                <a:ext cx="1099205" cy="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FF8E1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30" name="Google Shape;119;p14"/>
              <p:cNvCxnSpPr/>
              <p:nvPr/>
            </p:nvCxnSpPr>
            <p:spPr>
              <a:xfrm flipH="1">
                <a:off x="8533167" y="2618454"/>
                <a:ext cx="1099205" cy="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FF8E1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35" name="Google Shape;119;p14"/>
              <p:cNvCxnSpPr/>
              <p:nvPr/>
            </p:nvCxnSpPr>
            <p:spPr>
              <a:xfrm flipH="1">
                <a:off x="8533168" y="3309727"/>
                <a:ext cx="1099205" cy="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FF8E1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</p:grpSp>
        <p:cxnSp>
          <p:nvCxnSpPr>
            <p:cNvPr id="37" name="Google Shape;119;p14"/>
            <p:cNvCxnSpPr/>
            <p:nvPr/>
          </p:nvCxnSpPr>
          <p:spPr>
            <a:xfrm flipH="1">
              <a:off x="8824317" y="3271895"/>
              <a:ext cx="1140562" cy="0"/>
            </a:xfrm>
            <a:prstGeom prst="straightConnector1">
              <a:avLst/>
            </a:prstGeom>
            <a:noFill/>
            <a:ln w="19050" cap="flat" cmpd="sng">
              <a:solidFill>
                <a:srgbClr val="FF8E11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cxnSp>
        <p:nvCxnSpPr>
          <p:cNvPr id="47" name="Google Shape;116;p14"/>
          <p:cNvCxnSpPr/>
          <p:nvPr/>
        </p:nvCxnSpPr>
        <p:spPr>
          <a:xfrm rot="10800000">
            <a:off x="-890671" y="5036533"/>
            <a:ext cx="457200" cy="0"/>
          </a:xfrm>
          <a:prstGeom prst="straightConnector1">
            <a:avLst/>
          </a:prstGeom>
          <a:noFill/>
          <a:ln w="19050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53" name="Group 52"/>
          <p:cNvGrpSpPr/>
          <p:nvPr/>
        </p:nvGrpSpPr>
        <p:grpSpPr>
          <a:xfrm>
            <a:off x="-1751965" y="4525010"/>
            <a:ext cx="1318260" cy="306705"/>
            <a:chOff x="9798" y="4510"/>
            <a:chExt cx="1542" cy="483"/>
          </a:xfrm>
        </p:grpSpPr>
        <p:cxnSp>
          <p:nvCxnSpPr>
            <p:cNvPr id="51" name="Google Shape;115;p14"/>
            <p:cNvCxnSpPr/>
            <p:nvPr/>
          </p:nvCxnSpPr>
          <p:spPr>
            <a:xfrm rot="10800000">
              <a:off x="9798" y="4755"/>
              <a:ext cx="720" cy="0"/>
            </a:xfrm>
            <a:prstGeom prst="straightConnector1">
              <a:avLst/>
            </a:prstGeom>
            <a:ln w="19050">
              <a:headEnd type="none" w="sm" len="sm"/>
              <a:tailEnd type="none" w="sm" len="sm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52" name="文本框 67"/>
            <p:cNvSpPr txBox="1"/>
            <p:nvPr/>
          </p:nvSpPr>
          <p:spPr>
            <a:xfrm>
              <a:off x="10538" y="4510"/>
              <a:ext cx="802" cy="4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1400" dirty="0"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Stop</a:t>
              </a:r>
              <a:endParaRPr lang="en-US" altLang="zh-CN" sz="14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</p:grpSp>
      <p:sp>
        <p:nvSpPr>
          <p:cNvPr id="54" name="文本框 68"/>
          <p:cNvSpPr txBox="1"/>
          <p:nvPr/>
        </p:nvSpPr>
        <p:spPr>
          <a:xfrm>
            <a:off x="-890671" y="2276188"/>
            <a:ext cx="5384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1400" dirty="0">
                <a:solidFill>
                  <a:srgbClr val="00B050"/>
                </a:solidFill>
              </a:rPr>
              <a:t>绿色</a:t>
            </a:r>
            <a:endParaRPr lang="zh-CN" altLang="en-US" sz="1400" dirty="0">
              <a:solidFill>
                <a:srgbClr val="00B050"/>
              </a:solidFill>
            </a:endParaRPr>
          </a:p>
        </p:txBody>
      </p:sp>
      <p:pic>
        <p:nvPicPr>
          <p:cNvPr id="1" name="Picture 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14525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7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36"/>
          <p:cNvSpPr txBox="1"/>
          <p:nvPr/>
        </p:nvSpPr>
        <p:spPr>
          <a:xfrm>
            <a:off x="-1834515" y="492671"/>
            <a:ext cx="45720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316B93"/>
                </a:solidFill>
              </a:rPr>
              <a:t>深蓝</a:t>
            </a:r>
            <a:endParaRPr lang="zh-CN" altLang="en-US" sz="1400" dirty="0">
              <a:solidFill>
                <a:srgbClr val="316B93"/>
              </a:solidFill>
            </a:endParaRPr>
          </a:p>
        </p:txBody>
      </p:sp>
      <p:sp>
        <p:nvSpPr>
          <p:cNvPr id="3" name="文本框 37"/>
          <p:cNvSpPr txBox="1"/>
          <p:nvPr/>
        </p:nvSpPr>
        <p:spPr>
          <a:xfrm>
            <a:off x="-890671" y="492671"/>
            <a:ext cx="45720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AF8647"/>
                </a:solidFill>
              </a:rPr>
              <a:t>褐色</a:t>
            </a:r>
            <a:endParaRPr lang="zh-CN" altLang="en-US" sz="1400" dirty="0">
              <a:solidFill>
                <a:srgbClr val="AF8647"/>
              </a:solidFill>
            </a:endParaRPr>
          </a:p>
        </p:txBody>
      </p:sp>
      <p:sp>
        <p:nvSpPr>
          <p:cNvPr id="4" name="文本框 38"/>
          <p:cNvSpPr txBox="1"/>
          <p:nvPr/>
        </p:nvSpPr>
        <p:spPr>
          <a:xfrm>
            <a:off x="-1834515" y="1086833"/>
            <a:ext cx="457200" cy="3073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256824"/>
                </a:solidFill>
              </a:rPr>
              <a:t>深绿</a:t>
            </a:r>
            <a:endParaRPr lang="zh-CN" altLang="en-US" sz="1400" dirty="0">
              <a:solidFill>
                <a:srgbClr val="256824"/>
              </a:solidFill>
            </a:endParaRPr>
          </a:p>
        </p:txBody>
      </p:sp>
      <p:sp>
        <p:nvSpPr>
          <p:cNvPr id="5" name="文本框 39"/>
          <p:cNvSpPr txBox="1"/>
          <p:nvPr/>
        </p:nvSpPr>
        <p:spPr>
          <a:xfrm>
            <a:off x="-890671" y="1087468"/>
            <a:ext cx="457200" cy="3073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CE1DD3"/>
                </a:solidFill>
              </a:rPr>
              <a:t>紫色</a:t>
            </a:r>
            <a:endParaRPr lang="zh-CN" altLang="en-US" sz="1400" dirty="0">
              <a:solidFill>
                <a:srgbClr val="CE1DD3"/>
              </a:solidFill>
            </a:endParaRPr>
          </a:p>
        </p:txBody>
      </p:sp>
      <p:sp>
        <p:nvSpPr>
          <p:cNvPr id="6" name="文本框 40"/>
          <p:cNvSpPr txBox="1"/>
          <p:nvPr/>
        </p:nvSpPr>
        <p:spPr>
          <a:xfrm>
            <a:off x="-1834515" y="1680558"/>
            <a:ext cx="457200" cy="3073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BA1C20"/>
                </a:solidFill>
              </a:rPr>
              <a:t>深红</a:t>
            </a:r>
            <a:endParaRPr lang="zh-CN" altLang="en-US" sz="1400" dirty="0">
              <a:solidFill>
                <a:srgbClr val="BA1C20"/>
              </a:solidFill>
            </a:endParaRPr>
          </a:p>
        </p:txBody>
      </p:sp>
      <p:sp>
        <p:nvSpPr>
          <p:cNvPr id="8" name="Google Shape;60;p14"/>
          <p:cNvSpPr/>
          <p:nvPr/>
        </p:nvSpPr>
        <p:spPr>
          <a:xfrm>
            <a:off x="-890671" y="3339813"/>
            <a:ext cx="365760" cy="182880"/>
          </a:xfrm>
          <a:prstGeom prst="rect">
            <a:avLst/>
          </a:prstGeom>
          <a:solidFill>
            <a:srgbClr val="33CC33">
              <a:alpha val="20000"/>
            </a:srgbClr>
          </a:solidFill>
          <a:ln>
            <a:noFill/>
          </a:ln>
        </p:spPr>
        <p:txBody>
          <a:bodyPr spcFirstLastPara="1" wrap="square" lIns="146280" tIns="73120" rIns="146280" bIns="73120" anchor="ctr" anchorCtr="0">
            <a:noAutofit/>
          </a:bodyPr>
          <a:lstStyle/>
          <a:p>
            <a:pPr algn="ctr"/>
            <a:endParaRPr sz="288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sp>
        <p:nvSpPr>
          <p:cNvPr id="9" name="Google Shape;113;p14"/>
          <p:cNvSpPr/>
          <p:nvPr/>
        </p:nvSpPr>
        <p:spPr>
          <a:xfrm>
            <a:off x="-890671" y="2869913"/>
            <a:ext cx="365760" cy="182880"/>
          </a:xfrm>
          <a:prstGeom prst="rect">
            <a:avLst/>
          </a:prstGeom>
          <a:solidFill>
            <a:srgbClr val="FF0000">
              <a:alpha val="49800"/>
            </a:srgbClr>
          </a:solidFill>
          <a:ln>
            <a:noFill/>
          </a:ln>
        </p:spPr>
        <p:txBody>
          <a:bodyPr spcFirstLastPara="1" wrap="square" lIns="146280" tIns="73120" rIns="146280" bIns="73120" anchor="ctr" anchorCtr="0">
            <a:noAutofit/>
          </a:bodyPr>
          <a:lstStyle/>
          <a:p>
            <a:pPr algn="ctr"/>
            <a:endParaRPr sz="1280" dirty="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sp>
        <p:nvSpPr>
          <p:cNvPr id="10" name="Google Shape;114;p14"/>
          <p:cNvSpPr/>
          <p:nvPr/>
        </p:nvSpPr>
        <p:spPr>
          <a:xfrm>
            <a:off x="-1743075" y="2868008"/>
            <a:ext cx="365760" cy="182880"/>
          </a:xfrm>
          <a:prstGeom prst="rect">
            <a:avLst/>
          </a:prstGeom>
          <a:solidFill>
            <a:srgbClr val="33CC33">
              <a:alpha val="49800"/>
            </a:srgbClr>
          </a:solidFill>
          <a:ln>
            <a:noFill/>
          </a:ln>
        </p:spPr>
        <p:txBody>
          <a:bodyPr spcFirstLastPara="1" wrap="square" lIns="146280" tIns="73120" rIns="146280" bIns="73120" anchor="ctr" anchorCtr="0">
            <a:noAutofit/>
          </a:bodyPr>
          <a:lstStyle/>
          <a:p>
            <a:pPr algn="ctr"/>
            <a:endParaRPr sz="1280" dirty="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cxnSp>
        <p:nvCxnSpPr>
          <p:cNvPr id="12" name="Google Shape;116;p14"/>
          <p:cNvCxnSpPr/>
          <p:nvPr/>
        </p:nvCxnSpPr>
        <p:spPr>
          <a:xfrm rot="10800000">
            <a:off x="-1834515" y="503145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3" name="Google Shape;120;p14"/>
          <p:cNvCxnSpPr/>
          <p:nvPr/>
        </p:nvCxnSpPr>
        <p:spPr>
          <a:xfrm flipH="1">
            <a:off x="-890671" y="532355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4" name="Google Shape;121;p14"/>
          <p:cNvCxnSpPr/>
          <p:nvPr/>
        </p:nvCxnSpPr>
        <p:spPr>
          <a:xfrm flipH="1">
            <a:off x="-890671" y="561057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5" name="Google Shape;118;p14"/>
          <p:cNvCxnSpPr/>
          <p:nvPr/>
        </p:nvCxnSpPr>
        <p:spPr>
          <a:xfrm rot="10800000">
            <a:off x="-1834515" y="5317838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00FF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6" name="Google Shape;119;p14"/>
          <p:cNvCxnSpPr/>
          <p:nvPr/>
        </p:nvCxnSpPr>
        <p:spPr>
          <a:xfrm rot="10800000">
            <a:off x="-1834515" y="560422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8E1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7" name="Google Shape;123;p14"/>
          <p:cNvCxnSpPr/>
          <p:nvPr/>
        </p:nvCxnSpPr>
        <p:spPr>
          <a:xfrm flipH="1">
            <a:off x="-890671" y="618461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8E11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8" name="Google Shape;124;p14"/>
          <p:cNvCxnSpPr/>
          <p:nvPr/>
        </p:nvCxnSpPr>
        <p:spPr>
          <a:xfrm flipH="1">
            <a:off x="-890671" y="589759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00FF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9" name="Google Shape;65;p14"/>
          <p:cNvCxnSpPr/>
          <p:nvPr/>
        </p:nvCxnSpPr>
        <p:spPr>
          <a:xfrm flipH="1">
            <a:off x="-1834515" y="617699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4" name="Google Shape;75;p14"/>
          <p:cNvCxnSpPr/>
          <p:nvPr/>
        </p:nvCxnSpPr>
        <p:spPr>
          <a:xfrm flipH="1">
            <a:off x="-1834515" y="5890608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stealth" w="med" len="med"/>
          </a:ln>
        </p:spPr>
      </p:cxnSp>
      <p:sp>
        <p:nvSpPr>
          <p:cNvPr id="27" name="Rectangle 218"/>
          <p:cNvSpPr/>
          <p:nvPr/>
        </p:nvSpPr>
        <p:spPr>
          <a:xfrm>
            <a:off x="-1743075" y="3337273"/>
            <a:ext cx="365760" cy="182880"/>
          </a:xfrm>
          <a:prstGeom prst="rect">
            <a:avLst/>
          </a:prstGeom>
          <a:solidFill>
            <a:srgbClr val="D2691E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80"/>
          </a:p>
        </p:txBody>
      </p:sp>
      <p:sp>
        <p:nvSpPr>
          <p:cNvPr id="28" name="Rectangle 328"/>
          <p:cNvSpPr/>
          <p:nvPr/>
        </p:nvSpPr>
        <p:spPr>
          <a:xfrm>
            <a:off x="-890671" y="3809713"/>
            <a:ext cx="457200" cy="36576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80"/>
          </a:p>
        </p:txBody>
      </p:sp>
      <p:sp>
        <p:nvSpPr>
          <p:cNvPr id="29" name="Rectangle 331"/>
          <p:cNvSpPr/>
          <p:nvPr/>
        </p:nvSpPr>
        <p:spPr>
          <a:xfrm>
            <a:off x="-1834515" y="3806538"/>
            <a:ext cx="457200" cy="365760"/>
          </a:xfrm>
          <a:prstGeom prst="rect">
            <a:avLst/>
          </a:prstGeom>
          <a:ln w="19050">
            <a:solidFill>
              <a:srgbClr val="00A4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2880"/>
          </a:p>
        </p:txBody>
      </p:sp>
      <p:sp>
        <p:nvSpPr>
          <p:cNvPr id="33" name="文本框 67"/>
          <p:cNvSpPr txBox="1"/>
          <p:nvPr/>
        </p:nvSpPr>
        <p:spPr>
          <a:xfrm>
            <a:off x="-890671" y="1681828"/>
            <a:ext cx="457200" cy="3073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黑色</a:t>
            </a:r>
            <a:endParaRPr lang="zh-CN" altLang="en-US" sz="140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34" name="文本框 68"/>
          <p:cNvSpPr txBox="1"/>
          <p:nvPr/>
        </p:nvSpPr>
        <p:spPr>
          <a:xfrm>
            <a:off x="-1834515" y="2274283"/>
            <a:ext cx="457200" cy="3073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FF0000"/>
                </a:solidFill>
              </a:rPr>
              <a:t>红色</a:t>
            </a:r>
            <a:endParaRPr lang="zh-CN" altLang="en-US" sz="1400" dirty="0">
              <a:solidFill>
                <a:srgbClr val="FF0000"/>
              </a:solidFill>
            </a:endParaRPr>
          </a:p>
        </p:txBody>
      </p:sp>
      <p:grpSp>
        <p:nvGrpSpPr>
          <p:cNvPr id="7" name="组合 8"/>
          <p:cNvGrpSpPr/>
          <p:nvPr/>
        </p:nvGrpSpPr>
        <p:grpSpPr>
          <a:xfrm>
            <a:off x="-1834515" y="6463378"/>
            <a:ext cx="457200" cy="548640"/>
            <a:chOff x="8533167" y="1924272"/>
            <a:chExt cx="1099206" cy="1385455"/>
          </a:xfrm>
        </p:grpSpPr>
        <p:cxnSp>
          <p:nvCxnSpPr>
            <p:cNvPr id="20" name="Google Shape;119;p14"/>
            <p:cNvCxnSpPr/>
            <p:nvPr/>
          </p:nvCxnSpPr>
          <p:spPr>
            <a:xfrm flipH="1">
              <a:off x="8533168" y="1924272"/>
              <a:ext cx="1099205" cy="0"/>
            </a:xfrm>
            <a:prstGeom prst="straightConnector1">
              <a:avLst/>
            </a:prstGeom>
            <a:noFill/>
            <a:ln w="19050" cap="flat" cmpd="sng">
              <a:solidFill>
                <a:srgbClr val="FF8E1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1" name="Google Shape;119;p14"/>
            <p:cNvCxnSpPr/>
            <p:nvPr/>
          </p:nvCxnSpPr>
          <p:spPr>
            <a:xfrm flipH="1">
              <a:off x="8533167" y="2618454"/>
              <a:ext cx="1099205" cy="0"/>
            </a:xfrm>
            <a:prstGeom prst="straightConnector1">
              <a:avLst/>
            </a:prstGeom>
            <a:noFill/>
            <a:ln w="19050" cap="flat" cmpd="sng">
              <a:solidFill>
                <a:srgbClr val="FF8E1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2" name="Google Shape;119;p14"/>
            <p:cNvCxnSpPr/>
            <p:nvPr/>
          </p:nvCxnSpPr>
          <p:spPr>
            <a:xfrm flipH="1">
              <a:off x="8533168" y="3309727"/>
              <a:ext cx="1099205" cy="0"/>
            </a:xfrm>
            <a:prstGeom prst="straightConnector1">
              <a:avLst/>
            </a:prstGeom>
            <a:noFill/>
            <a:ln w="19050" cap="flat" cmpd="sng">
              <a:solidFill>
                <a:srgbClr val="FF8E11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grpSp>
        <p:nvGrpSpPr>
          <p:cNvPr id="23" name="组合 22"/>
          <p:cNvGrpSpPr/>
          <p:nvPr/>
        </p:nvGrpSpPr>
        <p:grpSpPr>
          <a:xfrm>
            <a:off x="-890671" y="6471633"/>
            <a:ext cx="457200" cy="548640"/>
            <a:chOff x="8824317" y="1696204"/>
            <a:chExt cx="1140564" cy="1575691"/>
          </a:xfrm>
        </p:grpSpPr>
        <p:grpSp>
          <p:nvGrpSpPr>
            <p:cNvPr id="25" name="组合 14"/>
            <p:cNvGrpSpPr/>
            <p:nvPr/>
          </p:nvGrpSpPr>
          <p:grpSpPr>
            <a:xfrm>
              <a:off x="8824318" y="1696204"/>
              <a:ext cx="1140563" cy="1057388"/>
              <a:chOff x="8533167" y="1924272"/>
              <a:chExt cx="1099206" cy="1385455"/>
            </a:xfrm>
          </p:grpSpPr>
          <p:cxnSp>
            <p:nvCxnSpPr>
              <p:cNvPr id="26" name="Google Shape;119;p14"/>
              <p:cNvCxnSpPr/>
              <p:nvPr/>
            </p:nvCxnSpPr>
            <p:spPr>
              <a:xfrm flipH="1">
                <a:off x="8533168" y="1924272"/>
                <a:ext cx="1099205" cy="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FF8E1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30" name="Google Shape;119;p14"/>
              <p:cNvCxnSpPr/>
              <p:nvPr/>
            </p:nvCxnSpPr>
            <p:spPr>
              <a:xfrm flipH="1">
                <a:off x="8533167" y="2618454"/>
                <a:ext cx="1099205" cy="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FF8E1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35" name="Google Shape;119;p14"/>
              <p:cNvCxnSpPr/>
              <p:nvPr/>
            </p:nvCxnSpPr>
            <p:spPr>
              <a:xfrm flipH="1">
                <a:off x="8533168" y="3309727"/>
                <a:ext cx="1099205" cy="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FF8E1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</p:grpSp>
        <p:cxnSp>
          <p:nvCxnSpPr>
            <p:cNvPr id="37" name="Google Shape;119;p14"/>
            <p:cNvCxnSpPr/>
            <p:nvPr/>
          </p:nvCxnSpPr>
          <p:spPr>
            <a:xfrm flipH="1">
              <a:off x="8824317" y="3271895"/>
              <a:ext cx="1140562" cy="0"/>
            </a:xfrm>
            <a:prstGeom prst="straightConnector1">
              <a:avLst/>
            </a:prstGeom>
            <a:noFill/>
            <a:ln w="19050" cap="flat" cmpd="sng">
              <a:solidFill>
                <a:srgbClr val="FF8E11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cxnSp>
        <p:nvCxnSpPr>
          <p:cNvPr id="47" name="Google Shape;116;p14"/>
          <p:cNvCxnSpPr/>
          <p:nvPr/>
        </p:nvCxnSpPr>
        <p:spPr>
          <a:xfrm rot="10800000">
            <a:off x="-890671" y="5036533"/>
            <a:ext cx="457200" cy="0"/>
          </a:xfrm>
          <a:prstGeom prst="straightConnector1">
            <a:avLst/>
          </a:prstGeom>
          <a:noFill/>
          <a:ln w="19050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53" name="Group 52"/>
          <p:cNvGrpSpPr/>
          <p:nvPr/>
        </p:nvGrpSpPr>
        <p:grpSpPr>
          <a:xfrm>
            <a:off x="-1751965" y="4525010"/>
            <a:ext cx="1318260" cy="306705"/>
            <a:chOff x="9798" y="4510"/>
            <a:chExt cx="1542" cy="483"/>
          </a:xfrm>
        </p:grpSpPr>
        <p:cxnSp>
          <p:nvCxnSpPr>
            <p:cNvPr id="51" name="Google Shape;115;p14"/>
            <p:cNvCxnSpPr/>
            <p:nvPr/>
          </p:nvCxnSpPr>
          <p:spPr>
            <a:xfrm rot="10800000">
              <a:off x="9798" y="4755"/>
              <a:ext cx="720" cy="0"/>
            </a:xfrm>
            <a:prstGeom prst="straightConnector1">
              <a:avLst/>
            </a:prstGeom>
            <a:ln w="19050">
              <a:headEnd type="none" w="sm" len="sm"/>
              <a:tailEnd type="none" w="sm" len="sm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52" name="文本框 67"/>
            <p:cNvSpPr txBox="1"/>
            <p:nvPr/>
          </p:nvSpPr>
          <p:spPr>
            <a:xfrm>
              <a:off x="10538" y="4510"/>
              <a:ext cx="802" cy="4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1400" dirty="0"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Stop</a:t>
              </a:r>
              <a:endParaRPr lang="en-US" altLang="zh-CN" sz="14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</p:grpSp>
      <p:sp>
        <p:nvSpPr>
          <p:cNvPr id="54" name="文本框 68"/>
          <p:cNvSpPr txBox="1"/>
          <p:nvPr/>
        </p:nvSpPr>
        <p:spPr>
          <a:xfrm>
            <a:off x="-890671" y="2276188"/>
            <a:ext cx="5384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1400" dirty="0">
                <a:solidFill>
                  <a:srgbClr val="00B050"/>
                </a:solidFill>
              </a:rPr>
              <a:t>绿色</a:t>
            </a:r>
            <a:endParaRPr lang="zh-CN" altLang="en-US" sz="1400" dirty="0">
              <a:solidFill>
                <a:srgbClr val="00B050"/>
              </a:solidFill>
            </a:endParaRPr>
          </a:p>
        </p:txBody>
      </p:sp>
      <p:pic>
        <p:nvPicPr>
          <p:cNvPr id="1" name="Picture 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9525" y="0"/>
            <a:ext cx="14613255" cy="822896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7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pic>
        <p:nvPicPr>
          <p:cNvPr id="8" name="Picture 3" descr="21 PW Bottom  2nd Failed BO below Yesterday’s Low 13m28s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2" name="文本框 36"/>
          <p:cNvSpPr txBox="1"/>
          <p:nvPr/>
        </p:nvSpPr>
        <p:spPr>
          <a:xfrm>
            <a:off x="-1834515" y="492671"/>
            <a:ext cx="45720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316B93"/>
                </a:solidFill>
              </a:rPr>
              <a:t>深蓝</a:t>
            </a:r>
            <a:endParaRPr lang="zh-CN" altLang="en-US" sz="1400" dirty="0">
              <a:solidFill>
                <a:srgbClr val="316B93"/>
              </a:solidFill>
            </a:endParaRPr>
          </a:p>
        </p:txBody>
      </p:sp>
      <p:sp>
        <p:nvSpPr>
          <p:cNvPr id="3" name="文本框 37"/>
          <p:cNvSpPr txBox="1"/>
          <p:nvPr/>
        </p:nvSpPr>
        <p:spPr>
          <a:xfrm>
            <a:off x="-890671" y="492671"/>
            <a:ext cx="45720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AF8647"/>
                </a:solidFill>
              </a:rPr>
              <a:t>褐色</a:t>
            </a:r>
            <a:endParaRPr lang="zh-CN" altLang="en-US" sz="1400" dirty="0">
              <a:solidFill>
                <a:srgbClr val="AF8647"/>
              </a:solidFill>
            </a:endParaRPr>
          </a:p>
        </p:txBody>
      </p:sp>
      <p:sp>
        <p:nvSpPr>
          <p:cNvPr id="4" name="文本框 38"/>
          <p:cNvSpPr txBox="1"/>
          <p:nvPr/>
        </p:nvSpPr>
        <p:spPr>
          <a:xfrm>
            <a:off x="-1834515" y="1086833"/>
            <a:ext cx="457200" cy="3073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256824"/>
                </a:solidFill>
              </a:rPr>
              <a:t>深绿</a:t>
            </a:r>
            <a:endParaRPr lang="zh-CN" altLang="en-US" sz="1400" dirty="0">
              <a:solidFill>
                <a:srgbClr val="256824"/>
              </a:solidFill>
            </a:endParaRPr>
          </a:p>
        </p:txBody>
      </p:sp>
      <p:sp>
        <p:nvSpPr>
          <p:cNvPr id="1" name="文本框 39"/>
          <p:cNvSpPr txBox="1"/>
          <p:nvPr/>
        </p:nvSpPr>
        <p:spPr>
          <a:xfrm>
            <a:off x="-890671" y="1087468"/>
            <a:ext cx="457200" cy="3073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CE1DD3"/>
                </a:solidFill>
              </a:rPr>
              <a:t>紫色</a:t>
            </a:r>
            <a:endParaRPr lang="zh-CN" altLang="en-US" sz="1400" dirty="0">
              <a:solidFill>
                <a:srgbClr val="CE1DD3"/>
              </a:solidFill>
            </a:endParaRPr>
          </a:p>
        </p:txBody>
      </p:sp>
      <p:sp>
        <p:nvSpPr>
          <p:cNvPr id="9" name="文本框 40"/>
          <p:cNvSpPr txBox="1"/>
          <p:nvPr/>
        </p:nvSpPr>
        <p:spPr>
          <a:xfrm>
            <a:off x="-1834515" y="1680558"/>
            <a:ext cx="457200" cy="3073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BA1C20"/>
                </a:solidFill>
              </a:rPr>
              <a:t>深红</a:t>
            </a:r>
            <a:endParaRPr lang="zh-CN" altLang="en-US" sz="1400" dirty="0">
              <a:solidFill>
                <a:srgbClr val="BA1C20"/>
              </a:solidFill>
            </a:endParaRPr>
          </a:p>
        </p:txBody>
      </p:sp>
      <p:sp>
        <p:nvSpPr>
          <p:cNvPr id="10" name="Google Shape;60;p14"/>
          <p:cNvSpPr/>
          <p:nvPr/>
        </p:nvSpPr>
        <p:spPr>
          <a:xfrm>
            <a:off x="-890671" y="3339813"/>
            <a:ext cx="365760" cy="182880"/>
          </a:xfrm>
          <a:prstGeom prst="rect">
            <a:avLst/>
          </a:prstGeom>
          <a:solidFill>
            <a:srgbClr val="33CC33">
              <a:alpha val="20000"/>
            </a:srgbClr>
          </a:solidFill>
          <a:ln>
            <a:noFill/>
          </a:ln>
        </p:spPr>
        <p:txBody>
          <a:bodyPr spcFirstLastPara="1" wrap="square" lIns="146280" tIns="73120" rIns="146280" bIns="73120" anchor="ctr" anchorCtr="0">
            <a:noAutofit/>
          </a:bodyPr>
          <a:lstStyle/>
          <a:p>
            <a:pPr algn="ctr"/>
            <a:endParaRPr sz="288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sp>
        <p:nvSpPr>
          <p:cNvPr id="11" name="Google Shape;113;p14"/>
          <p:cNvSpPr/>
          <p:nvPr/>
        </p:nvSpPr>
        <p:spPr>
          <a:xfrm>
            <a:off x="-890671" y="2869913"/>
            <a:ext cx="365760" cy="182880"/>
          </a:xfrm>
          <a:prstGeom prst="rect">
            <a:avLst/>
          </a:prstGeom>
          <a:solidFill>
            <a:srgbClr val="FF0000">
              <a:alpha val="49800"/>
            </a:srgbClr>
          </a:solidFill>
          <a:ln>
            <a:noFill/>
          </a:ln>
        </p:spPr>
        <p:txBody>
          <a:bodyPr spcFirstLastPara="1" wrap="square" lIns="146280" tIns="73120" rIns="146280" bIns="73120" anchor="ctr" anchorCtr="0">
            <a:noAutofit/>
          </a:bodyPr>
          <a:lstStyle/>
          <a:p>
            <a:pPr algn="ctr"/>
            <a:endParaRPr sz="1280" dirty="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sp>
        <p:nvSpPr>
          <p:cNvPr id="12" name="Google Shape;114;p14"/>
          <p:cNvSpPr/>
          <p:nvPr/>
        </p:nvSpPr>
        <p:spPr>
          <a:xfrm>
            <a:off x="-1743075" y="2868008"/>
            <a:ext cx="365760" cy="182880"/>
          </a:xfrm>
          <a:prstGeom prst="rect">
            <a:avLst/>
          </a:prstGeom>
          <a:solidFill>
            <a:srgbClr val="33CC33">
              <a:alpha val="49800"/>
            </a:srgbClr>
          </a:solidFill>
          <a:ln>
            <a:noFill/>
          </a:ln>
        </p:spPr>
        <p:txBody>
          <a:bodyPr spcFirstLastPara="1" wrap="square" lIns="146280" tIns="73120" rIns="146280" bIns="73120" anchor="ctr" anchorCtr="0">
            <a:noAutofit/>
          </a:bodyPr>
          <a:lstStyle/>
          <a:p>
            <a:pPr algn="ctr"/>
            <a:endParaRPr sz="1280" dirty="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cxnSp>
        <p:nvCxnSpPr>
          <p:cNvPr id="13" name="Google Shape;116;p14"/>
          <p:cNvCxnSpPr/>
          <p:nvPr/>
        </p:nvCxnSpPr>
        <p:spPr>
          <a:xfrm rot="10800000">
            <a:off x="-1834515" y="503145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4" name="Google Shape;120;p14"/>
          <p:cNvCxnSpPr/>
          <p:nvPr/>
        </p:nvCxnSpPr>
        <p:spPr>
          <a:xfrm flipH="1">
            <a:off x="-890671" y="532355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5" name="Google Shape;121;p14"/>
          <p:cNvCxnSpPr/>
          <p:nvPr/>
        </p:nvCxnSpPr>
        <p:spPr>
          <a:xfrm flipH="1">
            <a:off x="-890671" y="561057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6" name="Google Shape;118;p14"/>
          <p:cNvCxnSpPr/>
          <p:nvPr/>
        </p:nvCxnSpPr>
        <p:spPr>
          <a:xfrm rot="10800000">
            <a:off x="-1834515" y="5317838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00FF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7" name="Google Shape;119;p14"/>
          <p:cNvCxnSpPr/>
          <p:nvPr/>
        </p:nvCxnSpPr>
        <p:spPr>
          <a:xfrm rot="10800000">
            <a:off x="-1834515" y="560422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8E1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8" name="Google Shape;123;p14"/>
          <p:cNvCxnSpPr/>
          <p:nvPr/>
        </p:nvCxnSpPr>
        <p:spPr>
          <a:xfrm flipH="1">
            <a:off x="-890671" y="618461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8E11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9" name="Google Shape;124;p14"/>
          <p:cNvCxnSpPr/>
          <p:nvPr/>
        </p:nvCxnSpPr>
        <p:spPr>
          <a:xfrm flipH="1">
            <a:off x="-890671" y="589759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00FF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20" name="Google Shape;65;p14"/>
          <p:cNvCxnSpPr/>
          <p:nvPr/>
        </p:nvCxnSpPr>
        <p:spPr>
          <a:xfrm flipH="1">
            <a:off x="-1834515" y="617699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4" name="Google Shape;75;p14"/>
          <p:cNvCxnSpPr/>
          <p:nvPr/>
        </p:nvCxnSpPr>
        <p:spPr>
          <a:xfrm flipH="1">
            <a:off x="-1834515" y="5890608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stealth" w="med" len="med"/>
          </a:ln>
        </p:spPr>
      </p:cxnSp>
      <p:sp>
        <p:nvSpPr>
          <p:cNvPr id="27" name="Rectangle 218"/>
          <p:cNvSpPr/>
          <p:nvPr/>
        </p:nvSpPr>
        <p:spPr>
          <a:xfrm>
            <a:off x="-1743075" y="3337273"/>
            <a:ext cx="365760" cy="182880"/>
          </a:xfrm>
          <a:prstGeom prst="rect">
            <a:avLst/>
          </a:prstGeom>
          <a:solidFill>
            <a:srgbClr val="D2691E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80"/>
          </a:p>
        </p:txBody>
      </p:sp>
      <p:sp>
        <p:nvSpPr>
          <p:cNvPr id="28" name="Rectangle 328"/>
          <p:cNvSpPr/>
          <p:nvPr/>
        </p:nvSpPr>
        <p:spPr>
          <a:xfrm>
            <a:off x="-890671" y="3809713"/>
            <a:ext cx="457200" cy="36576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80"/>
          </a:p>
        </p:txBody>
      </p:sp>
      <p:sp>
        <p:nvSpPr>
          <p:cNvPr id="29" name="Rectangle 331"/>
          <p:cNvSpPr/>
          <p:nvPr/>
        </p:nvSpPr>
        <p:spPr>
          <a:xfrm>
            <a:off x="-1834515" y="3806538"/>
            <a:ext cx="457200" cy="365760"/>
          </a:xfrm>
          <a:prstGeom prst="rect">
            <a:avLst/>
          </a:prstGeom>
          <a:ln w="19050">
            <a:solidFill>
              <a:srgbClr val="00A4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2880"/>
          </a:p>
        </p:txBody>
      </p:sp>
      <p:sp>
        <p:nvSpPr>
          <p:cNvPr id="33" name="文本框 67"/>
          <p:cNvSpPr txBox="1"/>
          <p:nvPr/>
        </p:nvSpPr>
        <p:spPr>
          <a:xfrm>
            <a:off x="-890671" y="1681828"/>
            <a:ext cx="457200" cy="3073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黑色</a:t>
            </a:r>
            <a:endParaRPr lang="zh-CN" altLang="en-US" sz="140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34" name="文本框 68"/>
          <p:cNvSpPr txBox="1"/>
          <p:nvPr/>
        </p:nvSpPr>
        <p:spPr>
          <a:xfrm>
            <a:off x="-1834515" y="2274283"/>
            <a:ext cx="457200" cy="3073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FF0000"/>
                </a:solidFill>
              </a:rPr>
              <a:t>红色</a:t>
            </a:r>
            <a:endParaRPr lang="zh-CN" altLang="en-US" sz="1400" dirty="0">
              <a:solidFill>
                <a:srgbClr val="FF0000"/>
              </a:solidFill>
            </a:endParaRPr>
          </a:p>
        </p:txBody>
      </p:sp>
      <p:grpSp>
        <p:nvGrpSpPr>
          <p:cNvPr id="21" name="组合 8"/>
          <p:cNvGrpSpPr/>
          <p:nvPr/>
        </p:nvGrpSpPr>
        <p:grpSpPr>
          <a:xfrm>
            <a:off x="-1834515" y="6463378"/>
            <a:ext cx="457200" cy="548640"/>
            <a:chOff x="8533167" y="1924272"/>
            <a:chExt cx="1099206" cy="1385455"/>
          </a:xfrm>
        </p:grpSpPr>
        <p:cxnSp>
          <p:nvCxnSpPr>
            <p:cNvPr id="22" name="Google Shape;119;p14"/>
            <p:cNvCxnSpPr/>
            <p:nvPr/>
          </p:nvCxnSpPr>
          <p:spPr>
            <a:xfrm flipH="1">
              <a:off x="8533168" y="1924272"/>
              <a:ext cx="1099205" cy="0"/>
            </a:xfrm>
            <a:prstGeom prst="straightConnector1">
              <a:avLst/>
            </a:prstGeom>
            <a:noFill/>
            <a:ln w="19050" cap="flat" cmpd="sng">
              <a:solidFill>
                <a:srgbClr val="FF8E1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3" name="Google Shape;119;p14"/>
            <p:cNvCxnSpPr/>
            <p:nvPr/>
          </p:nvCxnSpPr>
          <p:spPr>
            <a:xfrm flipH="1">
              <a:off x="8533167" y="2618454"/>
              <a:ext cx="1099205" cy="0"/>
            </a:xfrm>
            <a:prstGeom prst="straightConnector1">
              <a:avLst/>
            </a:prstGeom>
            <a:noFill/>
            <a:ln w="19050" cap="flat" cmpd="sng">
              <a:solidFill>
                <a:srgbClr val="FF8E1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5" name="Google Shape;119;p14"/>
            <p:cNvCxnSpPr/>
            <p:nvPr/>
          </p:nvCxnSpPr>
          <p:spPr>
            <a:xfrm flipH="1">
              <a:off x="8533168" y="3309727"/>
              <a:ext cx="1099205" cy="0"/>
            </a:xfrm>
            <a:prstGeom prst="straightConnector1">
              <a:avLst/>
            </a:prstGeom>
            <a:noFill/>
            <a:ln w="19050" cap="flat" cmpd="sng">
              <a:solidFill>
                <a:srgbClr val="FF8E11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grpSp>
        <p:nvGrpSpPr>
          <p:cNvPr id="26" name="组合 22"/>
          <p:cNvGrpSpPr/>
          <p:nvPr/>
        </p:nvGrpSpPr>
        <p:grpSpPr>
          <a:xfrm>
            <a:off x="-890671" y="6471633"/>
            <a:ext cx="457200" cy="548640"/>
            <a:chOff x="8824317" y="1696204"/>
            <a:chExt cx="1140564" cy="1575691"/>
          </a:xfrm>
        </p:grpSpPr>
        <p:grpSp>
          <p:nvGrpSpPr>
            <p:cNvPr id="30" name="组合 14"/>
            <p:cNvGrpSpPr/>
            <p:nvPr/>
          </p:nvGrpSpPr>
          <p:grpSpPr>
            <a:xfrm>
              <a:off x="8824318" y="1696204"/>
              <a:ext cx="1140563" cy="1057388"/>
              <a:chOff x="8533167" y="1924272"/>
              <a:chExt cx="1099206" cy="1385455"/>
            </a:xfrm>
          </p:grpSpPr>
          <p:cxnSp>
            <p:nvCxnSpPr>
              <p:cNvPr id="31" name="Google Shape;119;p14"/>
              <p:cNvCxnSpPr/>
              <p:nvPr/>
            </p:nvCxnSpPr>
            <p:spPr>
              <a:xfrm flipH="1">
                <a:off x="8533168" y="1924272"/>
                <a:ext cx="1099205" cy="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FF8E1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32" name="Google Shape;119;p14"/>
              <p:cNvCxnSpPr/>
              <p:nvPr/>
            </p:nvCxnSpPr>
            <p:spPr>
              <a:xfrm flipH="1">
                <a:off x="8533167" y="2618454"/>
                <a:ext cx="1099205" cy="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FF8E1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35" name="Google Shape;119;p14"/>
              <p:cNvCxnSpPr/>
              <p:nvPr/>
            </p:nvCxnSpPr>
            <p:spPr>
              <a:xfrm flipH="1">
                <a:off x="8533168" y="3309727"/>
                <a:ext cx="1099205" cy="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FF8E1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</p:grpSp>
        <p:cxnSp>
          <p:nvCxnSpPr>
            <p:cNvPr id="37" name="Google Shape;119;p14"/>
            <p:cNvCxnSpPr/>
            <p:nvPr/>
          </p:nvCxnSpPr>
          <p:spPr>
            <a:xfrm flipH="1">
              <a:off x="8824317" y="3271895"/>
              <a:ext cx="1140562" cy="0"/>
            </a:xfrm>
            <a:prstGeom prst="straightConnector1">
              <a:avLst/>
            </a:prstGeom>
            <a:noFill/>
            <a:ln w="19050" cap="flat" cmpd="sng">
              <a:solidFill>
                <a:srgbClr val="FF8E11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cxnSp>
        <p:nvCxnSpPr>
          <p:cNvPr id="47" name="Google Shape;116;p14"/>
          <p:cNvCxnSpPr/>
          <p:nvPr/>
        </p:nvCxnSpPr>
        <p:spPr>
          <a:xfrm rot="10800000">
            <a:off x="-890671" y="5036533"/>
            <a:ext cx="457200" cy="0"/>
          </a:xfrm>
          <a:prstGeom prst="straightConnector1">
            <a:avLst/>
          </a:prstGeom>
          <a:noFill/>
          <a:ln w="19050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53" name="Group 52"/>
          <p:cNvGrpSpPr/>
          <p:nvPr/>
        </p:nvGrpSpPr>
        <p:grpSpPr>
          <a:xfrm>
            <a:off x="-1751965" y="4525010"/>
            <a:ext cx="1318260" cy="306705"/>
            <a:chOff x="9798" y="4510"/>
            <a:chExt cx="1542" cy="483"/>
          </a:xfrm>
        </p:grpSpPr>
        <p:cxnSp>
          <p:nvCxnSpPr>
            <p:cNvPr id="51" name="Google Shape;115;p14"/>
            <p:cNvCxnSpPr/>
            <p:nvPr/>
          </p:nvCxnSpPr>
          <p:spPr>
            <a:xfrm rot="10800000">
              <a:off x="9798" y="4755"/>
              <a:ext cx="720" cy="0"/>
            </a:xfrm>
            <a:prstGeom prst="straightConnector1">
              <a:avLst/>
            </a:prstGeom>
            <a:ln w="19050">
              <a:headEnd type="none" w="sm" len="sm"/>
              <a:tailEnd type="none" w="sm" len="sm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52" name="文本框 67"/>
            <p:cNvSpPr txBox="1"/>
            <p:nvPr/>
          </p:nvSpPr>
          <p:spPr>
            <a:xfrm>
              <a:off x="10538" y="4510"/>
              <a:ext cx="802" cy="4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1400" dirty="0"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Stop</a:t>
              </a:r>
              <a:endParaRPr lang="en-US" altLang="zh-CN" sz="14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</p:grpSp>
      <p:sp>
        <p:nvSpPr>
          <p:cNvPr id="54" name="文本框 68"/>
          <p:cNvSpPr txBox="1"/>
          <p:nvPr/>
        </p:nvSpPr>
        <p:spPr>
          <a:xfrm>
            <a:off x="-890671" y="2276188"/>
            <a:ext cx="5384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1400" dirty="0">
                <a:solidFill>
                  <a:srgbClr val="00B050"/>
                </a:solidFill>
              </a:rPr>
              <a:t>绿色</a:t>
            </a:r>
            <a:endParaRPr lang="zh-CN" altLang="en-US" sz="1400" dirty="0">
              <a:solidFill>
                <a:srgbClr val="00B050"/>
              </a:solidFill>
            </a:endParaRPr>
          </a:p>
        </p:txBody>
      </p:sp>
      <p:sp>
        <p:nvSpPr>
          <p:cNvPr id="36" name="文本框 36"/>
          <p:cNvSpPr txBox="1"/>
          <p:nvPr/>
        </p:nvSpPr>
        <p:spPr>
          <a:xfrm>
            <a:off x="4458335" y="1165771"/>
            <a:ext cx="4273550" cy="73723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1400" b="1" dirty="0">
                <a:solidFill>
                  <a:srgbClr val="316B93"/>
                </a:solidFill>
              </a:rPr>
              <a:t>开盘大跌，幅度很大，基本等于平均</a:t>
            </a:r>
            <a:r>
              <a:rPr lang="zh-CN" altLang="en-US" sz="1400" b="1" dirty="0">
                <a:solidFill>
                  <a:srgbClr val="316B93"/>
                </a:solidFill>
              </a:rPr>
              <a:t>日振幅</a:t>
            </a:r>
            <a:endParaRPr lang="zh-CN" altLang="en-US" sz="1400" b="1" dirty="0">
              <a:solidFill>
                <a:srgbClr val="316B93"/>
              </a:solidFill>
            </a:endParaRPr>
          </a:p>
          <a:p>
            <a:r>
              <a:rPr lang="zh-CN" altLang="en-US" sz="1400" b="1" dirty="0">
                <a:solidFill>
                  <a:srgbClr val="316B93"/>
                </a:solidFill>
              </a:rPr>
              <a:t>如果反转，</a:t>
            </a:r>
            <a:r>
              <a:rPr lang="zh-CN" altLang="en-US" sz="1400" b="1" dirty="0">
                <a:solidFill>
                  <a:srgbClr val="316B93"/>
                </a:solidFill>
              </a:rPr>
              <a:t>那么今天不太可能是一个上涨趋势日</a:t>
            </a:r>
            <a:endParaRPr lang="zh-CN" altLang="en-US" sz="1400" b="1" dirty="0">
              <a:solidFill>
                <a:srgbClr val="316B93"/>
              </a:solidFill>
            </a:endParaRPr>
          </a:p>
          <a:p>
            <a:r>
              <a:rPr lang="zh-CN" altLang="en-US" sz="1400" b="1" dirty="0">
                <a:solidFill>
                  <a:srgbClr val="316B93"/>
                </a:solidFill>
              </a:rPr>
              <a:t>带概率是</a:t>
            </a:r>
            <a:r>
              <a:rPr lang="en-US" altLang="zh-CN" sz="1400" b="1" dirty="0">
                <a:solidFill>
                  <a:srgbClr val="316B93"/>
                </a:solidFill>
              </a:rPr>
              <a:t>TR Day</a:t>
            </a:r>
            <a:r>
              <a:rPr lang="zh-CN" altLang="en-US" sz="1400" b="1" dirty="0">
                <a:solidFill>
                  <a:srgbClr val="316B93"/>
                </a:solidFill>
              </a:rPr>
              <a:t>，并且涨上来也不会超过起跌点太多</a:t>
            </a:r>
            <a:endParaRPr lang="zh-CN" altLang="en-US" sz="1400" b="1" dirty="0">
              <a:solidFill>
                <a:srgbClr val="316B93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11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pic>
        <p:nvPicPr>
          <p:cNvPr id="12" name="Picture 3" descr="22 ORV Up  2nd Failed BO below Yesterday’s Low 14m18s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2" name="文本框 36"/>
          <p:cNvSpPr txBox="1"/>
          <p:nvPr/>
        </p:nvSpPr>
        <p:spPr>
          <a:xfrm>
            <a:off x="-1834515" y="492671"/>
            <a:ext cx="45720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316B93"/>
                </a:solidFill>
              </a:rPr>
              <a:t>深蓝</a:t>
            </a:r>
            <a:endParaRPr lang="zh-CN" altLang="en-US" sz="1400" dirty="0">
              <a:solidFill>
                <a:srgbClr val="316B93"/>
              </a:solidFill>
            </a:endParaRPr>
          </a:p>
        </p:txBody>
      </p:sp>
      <p:sp>
        <p:nvSpPr>
          <p:cNvPr id="3" name="文本框 37"/>
          <p:cNvSpPr txBox="1"/>
          <p:nvPr/>
        </p:nvSpPr>
        <p:spPr>
          <a:xfrm>
            <a:off x="-890671" y="492671"/>
            <a:ext cx="45720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AF8647"/>
                </a:solidFill>
              </a:rPr>
              <a:t>褐色</a:t>
            </a:r>
            <a:endParaRPr lang="zh-CN" altLang="en-US" sz="1400" dirty="0">
              <a:solidFill>
                <a:srgbClr val="AF8647"/>
              </a:solidFill>
            </a:endParaRPr>
          </a:p>
        </p:txBody>
      </p:sp>
      <p:sp>
        <p:nvSpPr>
          <p:cNvPr id="4" name="文本框 38"/>
          <p:cNvSpPr txBox="1"/>
          <p:nvPr/>
        </p:nvSpPr>
        <p:spPr>
          <a:xfrm>
            <a:off x="-1834515" y="1086833"/>
            <a:ext cx="457200" cy="3073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256824"/>
                </a:solidFill>
              </a:rPr>
              <a:t>深绿</a:t>
            </a:r>
            <a:endParaRPr lang="zh-CN" altLang="en-US" sz="1400" dirty="0">
              <a:solidFill>
                <a:srgbClr val="256824"/>
              </a:solidFill>
            </a:endParaRPr>
          </a:p>
        </p:txBody>
      </p:sp>
      <p:sp>
        <p:nvSpPr>
          <p:cNvPr id="5" name="文本框 39"/>
          <p:cNvSpPr txBox="1"/>
          <p:nvPr/>
        </p:nvSpPr>
        <p:spPr>
          <a:xfrm>
            <a:off x="-890671" y="1087468"/>
            <a:ext cx="457200" cy="3073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CE1DD3"/>
                </a:solidFill>
              </a:rPr>
              <a:t>紫色</a:t>
            </a:r>
            <a:endParaRPr lang="zh-CN" altLang="en-US" sz="1400" dirty="0">
              <a:solidFill>
                <a:srgbClr val="CE1DD3"/>
              </a:solidFill>
            </a:endParaRPr>
          </a:p>
        </p:txBody>
      </p:sp>
      <p:sp>
        <p:nvSpPr>
          <p:cNvPr id="6" name="文本框 40"/>
          <p:cNvSpPr txBox="1"/>
          <p:nvPr/>
        </p:nvSpPr>
        <p:spPr>
          <a:xfrm>
            <a:off x="-1834515" y="1680558"/>
            <a:ext cx="457200" cy="3073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BA1C20"/>
                </a:solidFill>
              </a:rPr>
              <a:t>深红</a:t>
            </a:r>
            <a:endParaRPr lang="zh-CN" altLang="en-US" sz="1400" dirty="0">
              <a:solidFill>
                <a:srgbClr val="BA1C20"/>
              </a:solidFill>
            </a:endParaRPr>
          </a:p>
        </p:txBody>
      </p:sp>
      <p:sp>
        <p:nvSpPr>
          <p:cNvPr id="8" name="Google Shape;60;p14"/>
          <p:cNvSpPr/>
          <p:nvPr/>
        </p:nvSpPr>
        <p:spPr>
          <a:xfrm>
            <a:off x="-890671" y="3339813"/>
            <a:ext cx="365760" cy="182880"/>
          </a:xfrm>
          <a:prstGeom prst="rect">
            <a:avLst/>
          </a:prstGeom>
          <a:solidFill>
            <a:srgbClr val="33CC33">
              <a:alpha val="20000"/>
            </a:srgbClr>
          </a:solidFill>
          <a:ln>
            <a:noFill/>
          </a:ln>
        </p:spPr>
        <p:txBody>
          <a:bodyPr spcFirstLastPara="1" wrap="square" lIns="146280" tIns="73120" rIns="146280" bIns="73120" anchor="ctr" anchorCtr="0">
            <a:noAutofit/>
          </a:bodyPr>
          <a:lstStyle/>
          <a:p>
            <a:pPr algn="ctr"/>
            <a:endParaRPr sz="288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sp>
        <p:nvSpPr>
          <p:cNvPr id="1" name="Google Shape;113;p14"/>
          <p:cNvSpPr/>
          <p:nvPr/>
        </p:nvSpPr>
        <p:spPr>
          <a:xfrm>
            <a:off x="-890671" y="2869913"/>
            <a:ext cx="365760" cy="182880"/>
          </a:xfrm>
          <a:prstGeom prst="rect">
            <a:avLst/>
          </a:prstGeom>
          <a:solidFill>
            <a:srgbClr val="FF0000">
              <a:alpha val="49800"/>
            </a:srgbClr>
          </a:solidFill>
          <a:ln>
            <a:noFill/>
          </a:ln>
        </p:spPr>
        <p:txBody>
          <a:bodyPr spcFirstLastPara="1" wrap="square" lIns="146280" tIns="73120" rIns="146280" bIns="73120" anchor="ctr" anchorCtr="0">
            <a:noAutofit/>
          </a:bodyPr>
          <a:lstStyle/>
          <a:p>
            <a:pPr algn="ctr"/>
            <a:endParaRPr sz="1280" dirty="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sp>
        <p:nvSpPr>
          <p:cNvPr id="7" name="Google Shape;114;p14"/>
          <p:cNvSpPr/>
          <p:nvPr/>
        </p:nvSpPr>
        <p:spPr>
          <a:xfrm>
            <a:off x="-1743075" y="2868008"/>
            <a:ext cx="365760" cy="182880"/>
          </a:xfrm>
          <a:prstGeom prst="rect">
            <a:avLst/>
          </a:prstGeom>
          <a:solidFill>
            <a:srgbClr val="33CC33">
              <a:alpha val="49800"/>
            </a:srgbClr>
          </a:solidFill>
          <a:ln>
            <a:noFill/>
          </a:ln>
        </p:spPr>
        <p:txBody>
          <a:bodyPr spcFirstLastPara="1" wrap="square" lIns="146280" tIns="73120" rIns="146280" bIns="73120" anchor="ctr" anchorCtr="0">
            <a:noAutofit/>
          </a:bodyPr>
          <a:lstStyle/>
          <a:p>
            <a:pPr algn="ctr"/>
            <a:endParaRPr sz="1280" dirty="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cxnSp>
        <p:nvCxnSpPr>
          <p:cNvPr id="13" name="Google Shape;116;p14"/>
          <p:cNvCxnSpPr/>
          <p:nvPr/>
        </p:nvCxnSpPr>
        <p:spPr>
          <a:xfrm rot="10800000">
            <a:off x="-1834515" y="503145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4" name="Google Shape;120;p14"/>
          <p:cNvCxnSpPr/>
          <p:nvPr/>
        </p:nvCxnSpPr>
        <p:spPr>
          <a:xfrm flipH="1">
            <a:off x="-890671" y="532355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5" name="Google Shape;121;p14"/>
          <p:cNvCxnSpPr/>
          <p:nvPr/>
        </p:nvCxnSpPr>
        <p:spPr>
          <a:xfrm flipH="1">
            <a:off x="-890671" y="561057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6" name="Google Shape;118;p14"/>
          <p:cNvCxnSpPr/>
          <p:nvPr/>
        </p:nvCxnSpPr>
        <p:spPr>
          <a:xfrm rot="10800000">
            <a:off x="-1834515" y="5317838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00FF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7" name="Google Shape;119;p14"/>
          <p:cNvCxnSpPr/>
          <p:nvPr/>
        </p:nvCxnSpPr>
        <p:spPr>
          <a:xfrm rot="10800000">
            <a:off x="-1834515" y="560422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8E1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8" name="Google Shape;123;p14"/>
          <p:cNvCxnSpPr/>
          <p:nvPr/>
        </p:nvCxnSpPr>
        <p:spPr>
          <a:xfrm flipH="1">
            <a:off x="-890671" y="618461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8E11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9" name="Google Shape;124;p14"/>
          <p:cNvCxnSpPr/>
          <p:nvPr/>
        </p:nvCxnSpPr>
        <p:spPr>
          <a:xfrm flipH="1">
            <a:off x="-890671" y="589759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00FF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20" name="Google Shape;65;p14"/>
          <p:cNvCxnSpPr/>
          <p:nvPr/>
        </p:nvCxnSpPr>
        <p:spPr>
          <a:xfrm flipH="1">
            <a:off x="-1834515" y="617699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4" name="Google Shape;75;p14"/>
          <p:cNvCxnSpPr/>
          <p:nvPr/>
        </p:nvCxnSpPr>
        <p:spPr>
          <a:xfrm flipH="1">
            <a:off x="-1834515" y="5890608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stealth" w="med" len="med"/>
          </a:ln>
        </p:spPr>
      </p:cxnSp>
      <p:sp>
        <p:nvSpPr>
          <p:cNvPr id="27" name="Rectangle 218"/>
          <p:cNvSpPr/>
          <p:nvPr/>
        </p:nvSpPr>
        <p:spPr>
          <a:xfrm>
            <a:off x="-1743075" y="3337273"/>
            <a:ext cx="365760" cy="182880"/>
          </a:xfrm>
          <a:prstGeom prst="rect">
            <a:avLst/>
          </a:prstGeom>
          <a:solidFill>
            <a:srgbClr val="D2691E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80"/>
          </a:p>
        </p:txBody>
      </p:sp>
      <p:sp>
        <p:nvSpPr>
          <p:cNvPr id="28" name="Rectangle 328"/>
          <p:cNvSpPr/>
          <p:nvPr/>
        </p:nvSpPr>
        <p:spPr>
          <a:xfrm>
            <a:off x="-890671" y="3809713"/>
            <a:ext cx="457200" cy="36576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80"/>
          </a:p>
        </p:txBody>
      </p:sp>
      <p:sp>
        <p:nvSpPr>
          <p:cNvPr id="29" name="Rectangle 331"/>
          <p:cNvSpPr/>
          <p:nvPr/>
        </p:nvSpPr>
        <p:spPr>
          <a:xfrm>
            <a:off x="-1834515" y="3806538"/>
            <a:ext cx="457200" cy="365760"/>
          </a:xfrm>
          <a:prstGeom prst="rect">
            <a:avLst/>
          </a:prstGeom>
          <a:ln w="19050">
            <a:solidFill>
              <a:srgbClr val="00A4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2880"/>
          </a:p>
        </p:txBody>
      </p:sp>
      <p:sp>
        <p:nvSpPr>
          <p:cNvPr id="33" name="文本框 67"/>
          <p:cNvSpPr txBox="1"/>
          <p:nvPr/>
        </p:nvSpPr>
        <p:spPr>
          <a:xfrm>
            <a:off x="-890671" y="1681828"/>
            <a:ext cx="457200" cy="3073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黑色</a:t>
            </a:r>
            <a:endParaRPr lang="zh-CN" altLang="en-US" sz="140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34" name="文本框 68"/>
          <p:cNvSpPr txBox="1"/>
          <p:nvPr/>
        </p:nvSpPr>
        <p:spPr>
          <a:xfrm>
            <a:off x="-1834515" y="2274283"/>
            <a:ext cx="457200" cy="3073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FF0000"/>
                </a:solidFill>
              </a:rPr>
              <a:t>红色</a:t>
            </a:r>
            <a:endParaRPr lang="zh-CN" altLang="en-US" sz="1400" dirty="0">
              <a:solidFill>
                <a:srgbClr val="FF0000"/>
              </a:solidFill>
            </a:endParaRPr>
          </a:p>
        </p:txBody>
      </p:sp>
      <p:grpSp>
        <p:nvGrpSpPr>
          <p:cNvPr id="21" name="组合 8"/>
          <p:cNvGrpSpPr/>
          <p:nvPr/>
        </p:nvGrpSpPr>
        <p:grpSpPr>
          <a:xfrm>
            <a:off x="-1834515" y="6463378"/>
            <a:ext cx="457200" cy="548640"/>
            <a:chOff x="8533167" y="1924272"/>
            <a:chExt cx="1099206" cy="1385455"/>
          </a:xfrm>
        </p:grpSpPr>
        <p:cxnSp>
          <p:nvCxnSpPr>
            <p:cNvPr id="22" name="Google Shape;119;p14"/>
            <p:cNvCxnSpPr/>
            <p:nvPr/>
          </p:nvCxnSpPr>
          <p:spPr>
            <a:xfrm flipH="1">
              <a:off x="8533168" y="1924272"/>
              <a:ext cx="1099205" cy="0"/>
            </a:xfrm>
            <a:prstGeom prst="straightConnector1">
              <a:avLst/>
            </a:prstGeom>
            <a:noFill/>
            <a:ln w="19050" cap="flat" cmpd="sng">
              <a:solidFill>
                <a:srgbClr val="FF8E1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3" name="Google Shape;119;p14"/>
            <p:cNvCxnSpPr/>
            <p:nvPr/>
          </p:nvCxnSpPr>
          <p:spPr>
            <a:xfrm flipH="1">
              <a:off x="8533167" y="2618454"/>
              <a:ext cx="1099205" cy="0"/>
            </a:xfrm>
            <a:prstGeom prst="straightConnector1">
              <a:avLst/>
            </a:prstGeom>
            <a:noFill/>
            <a:ln w="19050" cap="flat" cmpd="sng">
              <a:solidFill>
                <a:srgbClr val="FF8E1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5" name="Google Shape;119;p14"/>
            <p:cNvCxnSpPr/>
            <p:nvPr/>
          </p:nvCxnSpPr>
          <p:spPr>
            <a:xfrm flipH="1">
              <a:off x="8533168" y="3309727"/>
              <a:ext cx="1099205" cy="0"/>
            </a:xfrm>
            <a:prstGeom prst="straightConnector1">
              <a:avLst/>
            </a:prstGeom>
            <a:noFill/>
            <a:ln w="19050" cap="flat" cmpd="sng">
              <a:solidFill>
                <a:srgbClr val="FF8E11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grpSp>
        <p:nvGrpSpPr>
          <p:cNvPr id="26" name="组合 22"/>
          <p:cNvGrpSpPr/>
          <p:nvPr/>
        </p:nvGrpSpPr>
        <p:grpSpPr>
          <a:xfrm>
            <a:off x="-890671" y="6471633"/>
            <a:ext cx="457200" cy="548640"/>
            <a:chOff x="8824317" y="1696204"/>
            <a:chExt cx="1140564" cy="1575691"/>
          </a:xfrm>
        </p:grpSpPr>
        <p:grpSp>
          <p:nvGrpSpPr>
            <p:cNvPr id="30" name="组合 14"/>
            <p:cNvGrpSpPr/>
            <p:nvPr/>
          </p:nvGrpSpPr>
          <p:grpSpPr>
            <a:xfrm>
              <a:off x="8824318" y="1696204"/>
              <a:ext cx="1140563" cy="1057388"/>
              <a:chOff x="8533167" y="1924272"/>
              <a:chExt cx="1099206" cy="1385455"/>
            </a:xfrm>
          </p:grpSpPr>
          <p:cxnSp>
            <p:nvCxnSpPr>
              <p:cNvPr id="31" name="Google Shape;119;p14"/>
              <p:cNvCxnSpPr/>
              <p:nvPr/>
            </p:nvCxnSpPr>
            <p:spPr>
              <a:xfrm flipH="1">
                <a:off x="8533168" y="1924272"/>
                <a:ext cx="1099205" cy="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FF8E1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32" name="Google Shape;119;p14"/>
              <p:cNvCxnSpPr/>
              <p:nvPr/>
            </p:nvCxnSpPr>
            <p:spPr>
              <a:xfrm flipH="1">
                <a:off x="8533167" y="2618454"/>
                <a:ext cx="1099205" cy="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FF8E1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35" name="Google Shape;119;p14"/>
              <p:cNvCxnSpPr/>
              <p:nvPr/>
            </p:nvCxnSpPr>
            <p:spPr>
              <a:xfrm flipH="1">
                <a:off x="8533168" y="3309727"/>
                <a:ext cx="1099205" cy="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FF8E1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</p:grpSp>
        <p:cxnSp>
          <p:nvCxnSpPr>
            <p:cNvPr id="37" name="Google Shape;119;p14"/>
            <p:cNvCxnSpPr/>
            <p:nvPr/>
          </p:nvCxnSpPr>
          <p:spPr>
            <a:xfrm flipH="1">
              <a:off x="8824317" y="3271895"/>
              <a:ext cx="1140562" cy="0"/>
            </a:xfrm>
            <a:prstGeom prst="straightConnector1">
              <a:avLst/>
            </a:prstGeom>
            <a:noFill/>
            <a:ln w="19050" cap="flat" cmpd="sng">
              <a:solidFill>
                <a:srgbClr val="FF8E11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cxnSp>
        <p:nvCxnSpPr>
          <p:cNvPr id="47" name="Google Shape;116;p14"/>
          <p:cNvCxnSpPr/>
          <p:nvPr/>
        </p:nvCxnSpPr>
        <p:spPr>
          <a:xfrm rot="10800000">
            <a:off x="-890671" y="5036533"/>
            <a:ext cx="457200" cy="0"/>
          </a:xfrm>
          <a:prstGeom prst="straightConnector1">
            <a:avLst/>
          </a:prstGeom>
          <a:noFill/>
          <a:ln w="19050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53" name="Group 52"/>
          <p:cNvGrpSpPr/>
          <p:nvPr/>
        </p:nvGrpSpPr>
        <p:grpSpPr>
          <a:xfrm>
            <a:off x="-1751965" y="4525010"/>
            <a:ext cx="1318260" cy="306705"/>
            <a:chOff x="9798" y="4510"/>
            <a:chExt cx="1542" cy="483"/>
          </a:xfrm>
        </p:grpSpPr>
        <p:cxnSp>
          <p:nvCxnSpPr>
            <p:cNvPr id="51" name="Google Shape;115;p14"/>
            <p:cNvCxnSpPr/>
            <p:nvPr/>
          </p:nvCxnSpPr>
          <p:spPr>
            <a:xfrm rot="10800000">
              <a:off x="9798" y="4755"/>
              <a:ext cx="720" cy="0"/>
            </a:xfrm>
            <a:prstGeom prst="straightConnector1">
              <a:avLst/>
            </a:prstGeom>
            <a:ln w="19050">
              <a:headEnd type="none" w="sm" len="sm"/>
              <a:tailEnd type="none" w="sm" len="sm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52" name="文本框 67"/>
            <p:cNvSpPr txBox="1"/>
            <p:nvPr/>
          </p:nvSpPr>
          <p:spPr>
            <a:xfrm>
              <a:off x="10538" y="4510"/>
              <a:ext cx="802" cy="4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1400" dirty="0"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Stop</a:t>
              </a:r>
              <a:endParaRPr lang="en-US" altLang="zh-CN" sz="14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</p:grpSp>
      <p:sp>
        <p:nvSpPr>
          <p:cNvPr id="54" name="文本框 68"/>
          <p:cNvSpPr txBox="1"/>
          <p:nvPr/>
        </p:nvSpPr>
        <p:spPr>
          <a:xfrm>
            <a:off x="-890671" y="2276188"/>
            <a:ext cx="5384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1400" dirty="0">
                <a:solidFill>
                  <a:srgbClr val="00B050"/>
                </a:solidFill>
              </a:rPr>
              <a:t>绿色</a:t>
            </a:r>
            <a:endParaRPr lang="zh-CN" altLang="en-US" sz="1400" dirty="0">
              <a:solidFill>
                <a:srgbClr val="00B050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15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pic>
        <p:nvPicPr>
          <p:cNvPr id="16" name="Picture 3" descr="23 Gap Down  Failed BO below Yesterday’s Low, 2nd Entry 16m10s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58440" y="2130425"/>
            <a:ext cx="5525959" cy="462696"/>
          </a:xfrm>
          <a:prstGeom prst="rect">
            <a:avLst/>
          </a:prstGeom>
        </p:spPr>
      </p:pic>
      <p:sp>
        <p:nvSpPr>
          <p:cNvPr id="2" name="文本框 36"/>
          <p:cNvSpPr txBox="1"/>
          <p:nvPr/>
        </p:nvSpPr>
        <p:spPr>
          <a:xfrm>
            <a:off x="-1834515" y="492671"/>
            <a:ext cx="45720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316B93"/>
                </a:solidFill>
              </a:rPr>
              <a:t>深蓝</a:t>
            </a:r>
            <a:endParaRPr lang="zh-CN" altLang="en-US" sz="1400" dirty="0">
              <a:solidFill>
                <a:srgbClr val="316B93"/>
              </a:solidFill>
            </a:endParaRPr>
          </a:p>
        </p:txBody>
      </p:sp>
      <p:sp>
        <p:nvSpPr>
          <p:cNvPr id="3" name="文本框 37"/>
          <p:cNvSpPr txBox="1"/>
          <p:nvPr/>
        </p:nvSpPr>
        <p:spPr>
          <a:xfrm>
            <a:off x="-890671" y="492671"/>
            <a:ext cx="45720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AF8647"/>
                </a:solidFill>
              </a:rPr>
              <a:t>褐色</a:t>
            </a:r>
            <a:endParaRPr lang="zh-CN" altLang="en-US" sz="1400" dirty="0">
              <a:solidFill>
                <a:srgbClr val="AF8647"/>
              </a:solidFill>
            </a:endParaRPr>
          </a:p>
        </p:txBody>
      </p:sp>
      <p:sp>
        <p:nvSpPr>
          <p:cNvPr id="4" name="文本框 38"/>
          <p:cNvSpPr txBox="1"/>
          <p:nvPr/>
        </p:nvSpPr>
        <p:spPr>
          <a:xfrm>
            <a:off x="-1834515" y="1086833"/>
            <a:ext cx="457200" cy="3073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256824"/>
                </a:solidFill>
              </a:rPr>
              <a:t>深绿</a:t>
            </a:r>
            <a:endParaRPr lang="zh-CN" altLang="en-US" sz="1400" dirty="0">
              <a:solidFill>
                <a:srgbClr val="256824"/>
              </a:solidFill>
            </a:endParaRPr>
          </a:p>
        </p:txBody>
      </p:sp>
      <p:sp>
        <p:nvSpPr>
          <p:cNvPr id="5" name="文本框 39"/>
          <p:cNvSpPr txBox="1"/>
          <p:nvPr/>
        </p:nvSpPr>
        <p:spPr>
          <a:xfrm>
            <a:off x="-890671" y="1087468"/>
            <a:ext cx="457200" cy="3073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CE1DD3"/>
                </a:solidFill>
              </a:rPr>
              <a:t>紫色</a:t>
            </a:r>
            <a:endParaRPr lang="zh-CN" altLang="en-US" sz="1400" dirty="0">
              <a:solidFill>
                <a:srgbClr val="CE1DD3"/>
              </a:solidFill>
            </a:endParaRPr>
          </a:p>
        </p:txBody>
      </p:sp>
      <p:sp>
        <p:nvSpPr>
          <p:cNvPr id="6" name="文本框 40"/>
          <p:cNvSpPr txBox="1"/>
          <p:nvPr/>
        </p:nvSpPr>
        <p:spPr>
          <a:xfrm>
            <a:off x="-1834515" y="1680558"/>
            <a:ext cx="457200" cy="3073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BA1C20"/>
                </a:solidFill>
              </a:rPr>
              <a:t>深红</a:t>
            </a:r>
            <a:endParaRPr lang="zh-CN" altLang="en-US" sz="1400" dirty="0">
              <a:solidFill>
                <a:srgbClr val="BA1C20"/>
              </a:solidFill>
            </a:endParaRPr>
          </a:p>
        </p:txBody>
      </p:sp>
      <p:sp>
        <p:nvSpPr>
          <p:cNvPr id="8" name="Google Shape;60;p14"/>
          <p:cNvSpPr/>
          <p:nvPr/>
        </p:nvSpPr>
        <p:spPr>
          <a:xfrm>
            <a:off x="-890671" y="3339813"/>
            <a:ext cx="365760" cy="182880"/>
          </a:xfrm>
          <a:prstGeom prst="rect">
            <a:avLst/>
          </a:prstGeom>
          <a:solidFill>
            <a:srgbClr val="33CC33">
              <a:alpha val="20000"/>
            </a:srgbClr>
          </a:solidFill>
          <a:ln>
            <a:noFill/>
          </a:ln>
        </p:spPr>
        <p:txBody>
          <a:bodyPr spcFirstLastPara="1" wrap="square" lIns="146280" tIns="73120" rIns="146280" bIns="73120" anchor="ctr" anchorCtr="0">
            <a:noAutofit/>
          </a:bodyPr>
          <a:lstStyle/>
          <a:p>
            <a:pPr algn="ctr"/>
            <a:endParaRPr sz="288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sp>
        <p:nvSpPr>
          <p:cNvPr id="9" name="Google Shape;113;p14"/>
          <p:cNvSpPr/>
          <p:nvPr/>
        </p:nvSpPr>
        <p:spPr>
          <a:xfrm>
            <a:off x="-890671" y="2869913"/>
            <a:ext cx="365760" cy="182880"/>
          </a:xfrm>
          <a:prstGeom prst="rect">
            <a:avLst/>
          </a:prstGeom>
          <a:solidFill>
            <a:srgbClr val="FF0000">
              <a:alpha val="49800"/>
            </a:srgbClr>
          </a:solidFill>
          <a:ln>
            <a:noFill/>
          </a:ln>
        </p:spPr>
        <p:txBody>
          <a:bodyPr spcFirstLastPara="1" wrap="square" lIns="146280" tIns="73120" rIns="146280" bIns="73120" anchor="ctr" anchorCtr="0">
            <a:noAutofit/>
          </a:bodyPr>
          <a:lstStyle/>
          <a:p>
            <a:pPr algn="ctr"/>
            <a:endParaRPr sz="1280" dirty="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sp>
        <p:nvSpPr>
          <p:cNvPr id="10" name="Google Shape;114;p14"/>
          <p:cNvSpPr/>
          <p:nvPr/>
        </p:nvSpPr>
        <p:spPr>
          <a:xfrm>
            <a:off x="-1743075" y="2868008"/>
            <a:ext cx="365760" cy="182880"/>
          </a:xfrm>
          <a:prstGeom prst="rect">
            <a:avLst/>
          </a:prstGeom>
          <a:solidFill>
            <a:srgbClr val="33CC33">
              <a:alpha val="49800"/>
            </a:srgbClr>
          </a:solidFill>
          <a:ln>
            <a:noFill/>
          </a:ln>
        </p:spPr>
        <p:txBody>
          <a:bodyPr spcFirstLastPara="1" wrap="square" lIns="146280" tIns="73120" rIns="146280" bIns="73120" anchor="ctr" anchorCtr="0">
            <a:noAutofit/>
          </a:bodyPr>
          <a:lstStyle/>
          <a:p>
            <a:pPr algn="ctr"/>
            <a:endParaRPr sz="1280" dirty="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cxnSp>
        <p:nvCxnSpPr>
          <p:cNvPr id="12" name="Google Shape;116;p14"/>
          <p:cNvCxnSpPr/>
          <p:nvPr/>
        </p:nvCxnSpPr>
        <p:spPr>
          <a:xfrm rot="10800000">
            <a:off x="-1834515" y="503145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" name="Google Shape;120;p14"/>
          <p:cNvCxnSpPr/>
          <p:nvPr/>
        </p:nvCxnSpPr>
        <p:spPr>
          <a:xfrm flipH="1">
            <a:off x="-890671" y="532355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7" name="Google Shape;121;p14"/>
          <p:cNvCxnSpPr/>
          <p:nvPr/>
        </p:nvCxnSpPr>
        <p:spPr>
          <a:xfrm flipH="1">
            <a:off x="-890671" y="561057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1" name="Google Shape;118;p14"/>
          <p:cNvCxnSpPr/>
          <p:nvPr/>
        </p:nvCxnSpPr>
        <p:spPr>
          <a:xfrm rot="10800000">
            <a:off x="-1834515" y="5317838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00FF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8" name="Google Shape;119;p14"/>
          <p:cNvCxnSpPr/>
          <p:nvPr/>
        </p:nvCxnSpPr>
        <p:spPr>
          <a:xfrm rot="10800000">
            <a:off x="-1834515" y="560422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8E1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9" name="Google Shape;123;p14"/>
          <p:cNvCxnSpPr/>
          <p:nvPr/>
        </p:nvCxnSpPr>
        <p:spPr>
          <a:xfrm flipH="1">
            <a:off x="-890671" y="618461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8E11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20" name="Google Shape;124;p14"/>
          <p:cNvCxnSpPr/>
          <p:nvPr/>
        </p:nvCxnSpPr>
        <p:spPr>
          <a:xfrm flipH="1">
            <a:off x="-890671" y="589759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00FF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21" name="Google Shape;65;p14"/>
          <p:cNvCxnSpPr/>
          <p:nvPr/>
        </p:nvCxnSpPr>
        <p:spPr>
          <a:xfrm flipH="1">
            <a:off x="-1834515" y="617699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4" name="Google Shape;75;p14"/>
          <p:cNvCxnSpPr/>
          <p:nvPr/>
        </p:nvCxnSpPr>
        <p:spPr>
          <a:xfrm flipH="1">
            <a:off x="-1834515" y="5890608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stealth" w="med" len="med"/>
          </a:ln>
        </p:spPr>
      </p:cxnSp>
      <p:sp>
        <p:nvSpPr>
          <p:cNvPr id="27" name="Rectangle 218"/>
          <p:cNvSpPr/>
          <p:nvPr/>
        </p:nvSpPr>
        <p:spPr>
          <a:xfrm>
            <a:off x="-1743075" y="3337273"/>
            <a:ext cx="365760" cy="182880"/>
          </a:xfrm>
          <a:prstGeom prst="rect">
            <a:avLst/>
          </a:prstGeom>
          <a:solidFill>
            <a:srgbClr val="D2691E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80"/>
          </a:p>
        </p:txBody>
      </p:sp>
      <p:sp>
        <p:nvSpPr>
          <p:cNvPr id="28" name="Rectangle 328"/>
          <p:cNvSpPr/>
          <p:nvPr/>
        </p:nvSpPr>
        <p:spPr>
          <a:xfrm>
            <a:off x="-890671" y="3809713"/>
            <a:ext cx="457200" cy="36576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80"/>
          </a:p>
        </p:txBody>
      </p:sp>
      <p:sp>
        <p:nvSpPr>
          <p:cNvPr id="29" name="Rectangle 331"/>
          <p:cNvSpPr/>
          <p:nvPr/>
        </p:nvSpPr>
        <p:spPr>
          <a:xfrm>
            <a:off x="-1834515" y="3806538"/>
            <a:ext cx="457200" cy="365760"/>
          </a:xfrm>
          <a:prstGeom prst="rect">
            <a:avLst/>
          </a:prstGeom>
          <a:ln w="19050">
            <a:solidFill>
              <a:srgbClr val="00A4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2880"/>
          </a:p>
        </p:txBody>
      </p:sp>
      <p:sp>
        <p:nvSpPr>
          <p:cNvPr id="33" name="文本框 67"/>
          <p:cNvSpPr txBox="1"/>
          <p:nvPr/>
        </p:nvSpPr>
        <p:spPr>
          <a:xfrm>
            <a:off x="-890671" y="1681828"/>
            <a:ext cx="457200" cy="3073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黑色</a:t>
            </a:r>
            <a:endParaRPr lang="zh-CN" altLang="en-US" sz="140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34" name="文本框 68"/>
          <p:cNvSpPr txBox="1"/>
          <p:nvPr/>
        </p:nvSpPr>
        <p:spPr>
          <a:xfrm>
            <a:off x="-1834515" y="2274283"/>
            <a:ext cx="457200" cy="3073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FF0000"/>
                </a:solidFill>
              </a:rPr>
              <a:t>红色</a:t>
            </a:r>
            <a:endParaRPr lang="zh-CN" altLang="en-US" sz="1400" dirty="0">
              <a:solidFill>
                <a:srgbClr val="FF0000"/>
              </a:solidFill>
            </a:endParaRPr>
          </a:p>
        </p:txBody>
      </p:sp>
      <p:grpSp>
        <p:nvGrpSpPr>
          <p:cNvPr id="22" name="组合 8"/>
          <p:cNvGrpSpPr/>
          <p:nvPr/>
        </p:nvGrpSpPr>
        <p:grpSpPr>
          <a:xfrm>
            <a:off x="-1834515" y="6463378"/>
            <a:ext cx="457200" cy="548640"/>
            <a:chOff x="8533167" y="1924272"/>
            <a:chExt cx="1099206" cy="1385455"/>
          </a:xfrm>
        </p:grpSpPr>
        <p:cxnSp>
          <p:nvCxnSpPr>
            <p:cNvPr id="23" name="Google Shape;119;p14"/>
            <p:cNvCxnSpPr/>
            <p:nvPr/>
          </p:nvCxnSpPr>
          <p:spPr>
            <a:xfrm flipH="1">
              <a:off x="8533168" y="1924272"/>
              <a:ext cx="1099205" cy="0"/>
            </a:xfrm>
            <a:prstGeom prst="straightConnector1">
              <a:avLst/>
            </a:prstGeom>
            <a:noFill/>
            <a:ln w="19050" cap="flat" cmpd="sng">
              <a:solidFill>
                <a:srgbClr val="FF8E1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5" name="Google Shape;119;p14"/>
            <p:cNvCxnSpPr/>
            <p:nvPr/>
          </p:nvCxnSpPr>
          <p:spPr>
            <a:xfrm flipH="1">
              <a:off x="8533167" y="2618454"/>
              <a:ext cx="1099205" cy="0"/>
            </a:xfrm>
            <a:prstGeom prst="straightConnector1">
              <a:avLst/>
            </a:prstGeom>
            <a:noFill/>
            <a:ln w="19050" cap="flat" cmpd="sng">
              <a:solidFill>
                <a:srgbClr val="FF8E1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6" name="Google Shape;119;p14"/>
            <p:cNvCxnSpPr/>
            <p:nvPr/>
          </p:nvCxnSpPr>
          <p:spPr>
            <a:xfrm flipH="1">
              <a:off x="8533168" y="3309727"/>
              <a:ext cx="1099205" cy="0"/>
            </a:xfrm>
            <a:prstGeom prst="straightConnector1">
              <a:avLst/>
            </a:prstGeom>
            <a:noFill/>
            <a:ln w="19050" cap="flat" cmpd="sng">
              <a:solidFill>
                <a:srgbClr val="FF8E11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grpSp>
        <p:nvGrpSpPr>
          <p:cNvPr id="30" name="组合 22"/>
          <p:cNvGrpSpPr/>
          <p:nvPr/>
        </p:nvGrpSpPr>
        <p:grpSpPr>
          <a:xfrm>
            <a:off x="-890671" y="6471633"/>
            <a:ext cx="457200" cy="548640"/>
            <a:chOff x="8824317" y="1696204"/>
            <a:chExt cx="1140564" cy="1575691"/>
          </a:xfrm>
        </p:grpSpPr>
        <p:grpSp>
          <p:nvGrpSpPr>
            <p:cNvPr id="31" name="组合 14"/>
            <p:cNvGrpSpPr/>
            <p:nvPr/>
          </p:nvGrpSpPr>
          <p:grpSpPr>
            <a:xfrm>
              <a:off x="8824318" y="1696204"/>
              <a:ext cx="1140563" cy="1057388"/>
              <a:chOff x="8533167" y="1924272"/>
              <a:chExt cx="1099206" cy="1385455"/>
            </a:xfrm>
          </p:grpSpPr>
          <p:cxnSp>
            <p:nvCxnSpPr>
              <p:cNvPr id="32" name="Google Shape;119;p14"/>
              <p:cNvCxnSpPr/>
              <p:nvPr/>
            </p:nvCxnSpPr>
            <p:spPr>
              <a:xfrm flipH="1">
                <a:off x="8533168" y="1924272"/>
                <a:ext cx="1099205" cy="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FF8E1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35" name="Google Shape;119;p14"/>
              <p:cNvCxnSpPr/>
              <p:nvPr/>
            </p:nvCxnSpPr>
            <p:spPr>
              <a:xfrm flipH="1">
                <a:off x="8533167" y="2618454"/>
                <a:ext cx="1099205" cy="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FF8E1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36" name="Google Shape;119;p14"/>
              <p:cNvCxnSpPr/>
              <p:nvPr/>
            </p:nvCxnSpPr>
            <p:spPr>
              <a:xfrm flipH="1">
                <a:off x="8533168" y="3309727"/>
                <a:ext cx="1099205" cy="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FF8E1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</p:grpSp>
        <p:cxnSp>
          <p:nvCxnSpPr>
            <p:cNvPr id="37" name="Google Shape;119;p14"/>
            <p:cNvCxnSpPr/>
            <p:nvPr/>
          </p:nvCxnSpPr>
          <p:spPr>
            <a:xfrm flipH="1">
              <a:off x="8824317" y="3271895"/>
              <a:ext cx="1140562" cy="0"/>
            </a:xfrm>
            <a:prstGeom prst="straightConnector1">
              <a:avLst/>
            </a:prstGeom>
            <a:noFill/>
            <a:ln w="19050" cap="flat" cmpd="sng">
              <a:solidFill>
                <a:srgbClr val="FF8E11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cxnSp>
        <p:nvCxnSpPr>
          <p:cNvPr id="47" name="Google Shape;116;p14"/>
          <p:cNvCxnSpPr/>
          <p:nvPr/>
        </p:nvCxnSpPr>
        <p:spPr>
          <a:xfrm rot="10800000">
            <a:off x="-890671" y="5036533"/>
            <a:ext cx="457200" cy="0"/>
          </a:xfrm>
          <a:prstGeom prst="straightConnector1">
            <a:avLst/>
          </a:prstGeom>
          <a:noFill/>
          <a:ln w="19050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53" name="Group 52"/>
          <p:cNvGrpSpPr/>
          <p:nvPr/>
        </p:nvGrpSpPr>
        <p:grpSpPr>
          <a:xfrm>
            <a:off x="-1751965" y="4525010"/>
            <a:ext cx="1318260" cy="306705"/>
            <a:chOff x="9798" y="4510"/>
            <a:chExt cx="1542" cy="483"/>
          </a:xfrm>
        </p:grpSpPr>
        <p:cxnSp>
          <p:nvCxnSpPr>
            <p:cNvPr id="51" name="Google Shape;115;p14"/>
            <p:cNvCxnSpPr/>
            <p:nvPr/>
          </p:nvCxnSpPr>
          <p:spPr>
            <a:xfrm rot="10800000">
              <a:off x="9798" y="4755"/>
              <a:ext cx="720" cy="0"/>
            </a:xfrm>
            <a:prstGeom prst="straightConnector1">
              <a:avLst/>
            </a:prstGeom>
            <a:ln w="19050">
              <a:headEnd type="none" w="sm" len="sm"/>
              <a:tailEnd type="none" w="sm" len="sm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52" name="文本框 67"/>
            <p:cNvSpPr txBox="1"/>
            <p:nvPr/>
          </p:nvSpPr>
          <p:spPr>
            <a:xfrm>
              <a:off x="10538" y="4510"/>
              <a:ext cx="802" cy="4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1400" dirty="0"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Stop</a:t>
              </a:r>
              <a:endParaRPr lang="en-US" altLang="zh-CN" sz="14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</p:grpSp>
      <p:sp>
        <p:nvSpPr>
          <p:cNvPr id="54" name="文本框 68"/>
          <p:cNvSpPr txBox="1"/>
          <p:nvPr/>
        </p:nvSpPr>
        <p:spPr>
          <a:xfrm>
            <a:off x="-890671" y="2276188"/>
            <a:ext cx="5384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1400" dirty="0">
                <a:solidFill>
                  <a:srgbClr val="00B050"/>
                </a:solidFill>
              </a:rPr>
              <a:t>绿色</a:t>
            </a:r>
            <a:endParaRPr lang="zh-CN" altLang="en-US" sz="1400" dirty="0">
              <a:solidFill>
                <a:srgbClr val="00B050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20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pic>
        <p:nvPicPr>
          <p:cNvPr id="21" name="Picture 3" descr="24 Main Points 16m37s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2" name="文本框 36"/>
          <p:cNvSpPr txBox="1"/>
          <p:nvPr/>
        </p:nvSpPr>
        <p:spPr>
          <a:xfrm>
            <a:off x="-1834515" y="492671"/>
            <a:ext cx="45720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316B93"/>
                </a:solidFill>
              </a:rPr>
              <a:t>深蓝</a:t>
            </a:r>
            <a:endParaRPr lang="zh-CN" altLang="en-US" sz="1400" dirty="0">
              <a:solidFill>
                <a:srgbClr val="316B93"/>
              </a:solidFill>
            </a:endParaRPr>
          </a:p>
        </p:txBody>
      </p:sp>
      <p:sp>
        <p:nvSpPr>
          <p:cNvPr id="3" name="文本框 37"/>
          <p:cNvSpPr txBox="1"/>
          <p:nvPr/>
        </p:nvSpPr>
        <p:spPr>
          <a:xfrm>
            <a:off x="-890671" y="492671"/>
            <a:ext cx="45720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AF8647"/>
                </a:solidFill>
              </a:rPr>
              <a:t>褐色</a:t>
            </a:r>
            <a:endParaRPr lang="zh-CN" altLang="en-US" sz="1400" dirty="0">
              <a:solidFill>
                <a:srgbClr val="AF8647"/>
              </a:solidFill>
            </a:endParaRPr>
          </a:p>
        </p:txBody>
      </p:sp>
      <p:sp>
        <p:nvSpPr>
          <p:cNvPr id="4" name="文本框 38"/>
          <p:cNvSpPr txBox="1"/>
          <p:nvPr/>
        </p:nvSpPr>
        <p:spPr>
          <a:xfrm>
            <a:off x="-1834515" y="1086833"/>
            <a:ext cx="457200" cy="3073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256824"/>
                </a:solidFill>
              </a:rPr>
              <a:t>深绿</a:t>
            </a:r>
            <a:endParaRPr lang="zh-CN" altLang="en-US" sz="1400" dirty="0">
              <a:solidFill>
                <a:srgbClr val="256824"/>
              </a:solidFill>
            </a:endParaRPr>
          </a:p>
        </p:txBody>
      </p:sp>
      <p:sp>
        <p:nvSpPr>
          <p:cNvPr id="5" name="文本框 39"/>
          <p:cNvSpPr txBox="1"/>
          <p:nvPr/>
        </p:nvSpPr>
        <p:spPr>
          <a:xfrm>
            <a:off x="-890671" y="1087468"/>
            <a:ext cx="457200" cy="3073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CE1DD3"/>
                </a:solidFill>
              </a:rPr>
              <a:t>紫色</a:t>
            </a:r>
            <a:endParaRPr lang="zh-CN" altLang="en-US" sz="1400" dirty="0">
              <a:solidFill>
                <a:srgbClr val="CE1DD3"/>
              </a:solidFill>
            </a:endParaRPr>
          </a:p>
        </p:txBody>
      </p:sp>
      <p:sp>
        <p:nvSpPr>
          <p:cNvPr id="6" name="文本框 40"/>
          <p:cNvSpPr txBox="1"/>
          <p:nvPr/>
        </p:nvSpPr>
        <p:spPr>
          <a:xfrm>
            <a:off x="-1834515" y="1680558"/>
            <a:ext cx="457200" cy="3073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BA1C20"/>
                </a:solidFill>
              </a:rPr>
              <a:t>深红</a:t>
            </a:r>
            <a:endParaRPr lang="zh-CN" altLang="en-US" sz="1400" dirty="0">
              <a:solidFill>
                <a:srgbClr val="BA1C20"/>
              </a:solidFill>
            </a:endParaRPr>
          </a:p>
        </p:txBody>
      </p:sp>
      <p:sp>
        <p:nvSpPr>
          <p:cNvPr id="8" name="Google Shape;60;p14"/>
          <p:cNvSpPr/>
          <p:nvPr/>
        </p:nvSpPr>
        <p:spPr>
          <a:xfrm>
            <a:off x="-890671" y="3339813"/>
            <a:ext cx="365760" cy="182880"/>
          </a:xfrm>
          <a:prstGeom prst="rect">
            <a:avLst/>
          </a:prstGeom>
          <a:solidFill>
            <a:srgbClr val="33CC33">
              <a:alpha val="20000"/>
            </a:srgbClr>
          </a:solidFill>
          <a:ln>
            <a:noFill/>
          </a:ln>
        </p:spPr>
        <p:txBody>
          <a:bodyPr spcFirstLastPara="1" wrap="square" lIns="146280" tIns="73120" rIns="146280" bIns="73120" anchor="ctr" anchorCtr="0">
            <a:noAutofit/>
          </a:bodyPr>
          <a:lstStyle/>
          <a:p>
            <a:pPr algn="ctr"/>
            <a:endParaRPr sz="288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sp>
        <p:nvSpPr>
          <p:cNvPr id="9" name="Google Shape;113;p14"/>
          <p:cNvSpPr/>
          <p:nvPr/>
        </p:nvSpPr>
        <p:spPr>
          <a:xfrm>
            <a:off x="-890671" y="2869913"/>
            <a:ext cx="365760" cy="182880"/>
          </a:xfrm>
          <a:prstGeom prst="rect">
            <a:avLst/>
          </a:prstGeom>
          <a:solidFill>
            <a:srgbClr val="FF0000">
              <a:alpha val="49800"/>
            </a:srgbClr>
          </a:solidFill>
          <a:ln>
            <a:noFill/>
          </a:ln>
        </p:spPr>
        <p:txBody>
          <a:bodyPr spcFirstLastPara="1" wrap="square" lIns="146280" tIns="73120" rIns="146280" bIns="73120" anchor="ctr" anchorCtr="0">
            <a:noAutofit/>
          </a:bodyPr>
          <a:lstStyle/>
          <a:p>
            <a:pPr algn="ctr"/>
            <a:endParaRPr sz="1280" dirty="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sp>
        <p:nvSpPr>
          <p:cNvPr id="10" name="Google Shape;114;p14"/>
          <p:cNvSpPr/>
          <p:nvPr/>
        </p:nvSpPr>
        <p:spPr>
          <a:xfrm>
            <a:off x="-1743075" y="2868008"/>
            <a:ext cx="365760" cy="182880"/>
          </a:xfrm>
          <a:prstGeom prst="rect">
            <a:avLst/>
          </a:prstGeom>
          <a:solidFill>
            <a:srgbClr val="33CC33">
              <a:alpha val="49800"/>
            </a:srgbClr>
          </a:solidFill>
          <a:ln>
            <a:noFill/>
          </a:ln>
        </p:spPr>
        <p:txBody>
          <a:bodyPr spcFirstLastPara="1" wrap="square" lIns="146280" tIns="73120" rIns="146280" bIns="73120" anchor="ctr" anchorCtr="0">
            <a:noAutofit/>
          </a:bodyPr>
          <a:lstStyle/>
          <a:p>
            <a:pPr algn="ctr"/>
            <a:endParaRPr sz="1280" dirty="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cxnSp>
        <p:nvCxnSpPr>
          <p:cNvPr id="12" name="Google Shape;116;p14"/>
          <p:cNvCxnSpPr/>
          <p:nvPr/>
        </p:nvCxnSpPr>
        <p:spPr>
          <a:xfrm rot="10800000">
            <a:off x="-1834515" y="503145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3" name="Google Shape;120;p14"/>
          <p:cNvCxnSpPr/>
          <p:nvPr/>
        </p:nvCxnSpPr>
        <p:spPr>
          <a:xfrm flipH="1">
            <a:off x="-890671" y="532355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4" name="Google Shape;121;p14"/>
          <p:cNvCxnSpPr/>
          <p:nvPr/>
        </p:nvCxnSpPr>
        <p:spPr>
          <a:xfrm flipH="1">
            <a:off x="-890671" y="561057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5" name="Google Shape;118;p14"/>
          <p:cNvCxnSpPr/>
          <p:nvPr/>
        </p:nvCxnSpPr>
        <p:spPr>
          <a:xfrm rot="10800000">
            <a:off x="-1834515" y="5317838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00FF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6" name="Google Shape;119;p14"/>
          <p:cNvCxnSpPr/>
          <p:nvPr/>
        </p:nvCxnSpPr>
        <p:spPr>
          <a:xfrm rot="10800000">
            <a:off x="-1834515" y="560422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8E1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7" name="Google Shape;123;p14"/>
          <p:cNvCxnSpPr/>
          <p:nvPr/>
        </p:nvCxnSpPr>
        <p:spPr>
          <a:xfrm flipH="1">
            <a:off x="-890671" y="618461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8E11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" name="Google Shape;124;p14"/>
          <p:cNvCxnSpPr/>
          <p:nvPr/>
        </p:nvCxnSpPr>
        <p:spPr>
          <a:xfrm flipH="1">
            <a:off x="-890671" y="589759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00FF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7" name="Google Shape;65;p14"/>
          <p:cNvCxnSpPr/>
          <p:nvPr/>
        </p:nvCxnSpPr>
        <p:spPr>
          <a:xfrm flipH="1">
            <a:off x="-1834515" y="617699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4" name="Google Shape;75;p14"/>
          <p:cNvCxnSpPr/>
          <p:nvPr/>
        </p:nvCxnSpPr>
        <p:spPr>
          <a:xfrm flipH="1">
            <a:off x="-1834515" y="5890608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stealth" w="med" len="med"/>
          </a:ln>
        </p:spPr>
      </p:cxnSp>
      <p:sp>
        <p:nvSpPr>
          <p:cNvPr id="27" name="Rectangle 218"/>
          <p:cNvSpPr/>
          <p:nvPr/>
        </p:nvSpPr>
        <p:spPr>
          <a:xfrm>
            <a:off x="-1743075" y="3337273"/>
            <a:ext cx="365760" cy="182880"/>
          </a:xfrm>
          <a:prstGeom prst="rect">
            <a:avLst/>
          </a:prstGeom>
          <a:solidFill>
            <a:srgbClr val="D2691E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80"/>
          </a:p>
        </p:txBody>
      </p:sp>
      <p:sp>
        <p:nvSpPr>
          <p:cNvPr id="28" name="Rectangle 328"/>
          <p:cNvSpPr/>
          <p:nvPr/>
        </p:nvSpPr>
        <p:spPr>
          <a:xfrm>
            <a:off x="-890671" y="3809713"/>
            <a:ext cx="457200" cy="36576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80"/>
          </a:p>
        </p:txBody>
      </p:sp>
      <p:sp>
        <p:nvSpPr>
          <p:cNvPr id="29" name="Rectangle 331"/>
          <p:cNvSpPr/>
          <p:nvPr/>
        </p:nvSpPr>
        <p:spPr>
          <a:xfrm>
            <a:off x="-1834515" y="3806538"/>
            <a:ext cx="457200" cy="365760"/>
          </a:xfrm>
          <a:prstGeom prst="rect">
            <a:avLst/>
          </a:prstGeom>
          <a:ln w="19050">
            <a:solidFill>
              <a:srgbClr val="00A4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2880"/>
          </a:p>
        </p:txBody>
      </p:sp>
      <p:sp>
        <p:nvSpPr>
          <p:cNvPr id="33" name="文本框 67"/>
          <p:cNvSpPr txBox="1"/>
          <p:nvPr/>
        </p:nvSpPr>
        <p:spPr>
          <a:xfrm>
            <a:off x="-890671" y="1681828"/>
            <a:ext cx="457200" cy="3073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黑色</a:t>
            </a:r>
            <a:endParaRPr lang="zh-CN" altLang="en-US" sz="140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34" name="文本框 68"/>
          <p:cNvSpPr txBox="1"/>
          <p:nvPr/>
        </p:nvSpPr>
        <p:spPr>
          <a:xfrm>
            <a:off x="-1834515" y="2274283"/>
            <a:ext cx="457200" cy="3073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FF0000"/>
                </a:solidFill>
              </a:rPr>
              <a:t>红色</a:t>
            </a:r>
            <a:endParaRPr lang="zh-CN" altLang="en-US" sz="1400" dirty="0">
              <a:solidFill>
                <a:srgbClr val="FF0000"/>
              </a:solidFill>
            </a:endParaRPr>
          </a:p>
        </p:txBody>
      </p:sp>
      <p:grpSp>
        <p:nvGrpSpPr>
          <p:cNvPr id="11" name="组合 8"/>
          <p:cNvGrpSpPr/>
          <p:nvPr/>
        </p:nvGrpSpPr>
        <p:grpSpPr>
          <a:xfrm>
            <a:off x="-1834515" y="6463378"/>
            <a:ext cx="457200" cy="548640"/>
            <a:chOff x="8533167" y="1924272"/>
            <a:chExt cx="1099206" cy="1385455"/>
          </a:xfrm>
        </p:grpSpPr>
        <p:cxnSp>
          <p:nvCxnSpPr>
            <p:cNvPr id="22" name="Google Shape;119;p14"/>
            <p:cNvCxnSpPr/>
            <p:nvPr/>
          </p:nvCxnSpPr>
          <p:spPr>
            <a:xfrm flipH="1">
              <a:off x="8533168" y="1924272"/>
              <a:ext cx="1099205" cy="0"/>
            </a:xfrm>
            <a:prstGeom prst="straightConnector1">
              <a:avLst/>
            </a:prstGeom>
            <a:noFill/>
            <a:ln w="19050" cap="flat" cmpd="sng">
              <a:solidFill>
                <a:srgbClr val="FF8E1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3" name="Google Shape;119;p14"/>
            <p:cNvCxnSpPr/>
            <p:nvPr/>
          </p:nvCxnSpPr>
          <p:spPr>
            <a:xfrm flipH="1">
              <a:off x="8533167" y="2618454"/>
              <a:ext cx="1099205" cy="0"/>
            </a:xfrm>
            <a:prstGeom prst="straightConnector1">
              <a:avLst/>
            </a:prstGeom>
            <a:noFill/>
            <a:ln w="19050" cap="flat" cmpd="sng">
              <a:solidFill>
                <a:srgbClr val="FF8E1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5" name="Google Shape;119;p14"/>
            <p:cNvCxnSpPr/>
            <p:nvPr/>
          </p:nvCxnSpPr>
          <p:spPr>
            <a:xfrm flipH="1">
              <a:off x="8533168" y="3309727"/>
              <a:ext cx="1099205" cy="0"/>
            </a:xfrm>
            <a:prstGeom prst="straightConnector1">
              <a:avLst/>
            </a:prstGeom>
            <a:noFill/>
            <a:ln w="19050" cap="flat" cmpd="sng">
              <a:solidFill>
                <a:srgbClr val="FF8E11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grpSp>
        <p:nvGrpSpPr>
          <p:cNvPr id="26" name="组合 22"/>
          <p:cNvGrpSpPr/>
          <p:nvPr/>
        </p:nvGrpSpPr>
        <p:grpSpPr>
          <a:xfrm>
            <a:off x="-890671" y="6471633"/>
            <a:ext cx="457200" cy="548640"/>
            <a:chOff x="8824317" y="1696204"/>
            <a:chExt cx="1140564" cy="1575691"/>
          </a:xfrm>
        </p:grpSpPr>
        <p:grpSp>
          <p:nvGrpSpPr>
            <p:cNvPr id="30" name="组合 14"/>
            <p:cNvGrpSpPr/>
            <p:nvPr/>
          </p:nvGrpSpPr>
          <p:grpSpPr>
            <a:xfrm>
              <a:off x="8824318" y="1696204"/>
              <a:ext cx="1140563" cy="1057388"/>
              <a:chOff x="8533167" y="1924272"/>
              <a:chExt cx="1099206" cy="1385455"/>
            </a:xfrm>
          </p:grpSpPr>
          <p:cxnSp>
            <p:nvCxnSpPr>
              <p:cNvPr id="31" name="Google Shape;119;p14"/>
              <p:cNvCxnSpPr/>
              <p:nvPr/>
            </p:nvCxnSpPr>
            <p:spPr>
              <a:xfrm flipH="1">
                <a:off x="8533168" y="1924272"/>
                <a:ext cx="1099205" cy="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FF8E1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32" name="Google Shape;119;p14"/>
              <p:cNvCxnSpPr/>
              <p:nvPr/>
            </p:nvCxnSpPr>
            <p:spPr>
              <a:xfrm flipH="1">
                <a:off x="8533167" y="2618454"/>
                <a:ext cx="1099205" cy="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FF8E1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35" name="Google Shape;119;p14"/>
              <p:cNvCxnSpPr/>
              <p:nvPr/>
            </p:nvCxnSpPr>
            <p:spPr>
              <a:xfrm flipH="1">
                <a:off x="8533168" y="3309727"/>
                <a:ext cx="1099205" cy="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FF8E1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</p:grpSp>
        <p:cxnSp>
          <p:nvCxnSpPr>
            <p:cNvPr id="37" name="Google Shape;119;p14"/>
            <p:cNvCxnSpPr/>
            <p:nvPr/>
          </p:nvCxnSpPr>
          <p:spPr>
            <a:xfrm flipH="1">
              <a:off x="8824317" y="3271895"/>
              <a:ext cx="1140562" cy="0"/>
            </a:xfrm>
            <a:prstGeom prst="straightConnector1">
              <a:avLst/>
            </a:prstGeom>
            <a:noFill/>
            <a:ln w="19050" cap="flat" cmpd="sng">
              <a:solidFill>
                <a:srgbClr val="FF8E11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cxnSp>
        <p:nvCxnSpPr>
          <p:cNvPr id="47" name="Google Shape;116;p14"/>
          <p:cNvCxnSpPr/>
          <p:nvPr/>
        </p:nvCxnSpPr>
        <p:spPr>
          <a:xfrm rot="10800000">
            <a:off x="-890671" y="5036533"/>
            <a:ext cx="457200" cy="0"/>
          </a:xfrm>
          <a:prstGeom prst="straightConnector1">
            <a:avLst/>
          </a:prstGeom>
          <a:noFill/>
          <a:ln w="19050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53" name="Group 52"/>
          <p:cNvGrpSpPr/>
          <p:nvPr/>
        </p:nvGrpSpPr>
        <p:grpSpPr>
          <a:xfrm>
            <a:off x="-1751965" y="4525010"/>
            <a:ext cx="1318260" cy="306705"/>
            <a:chOff x="9798" y="4510"/>
            <a:chExt cx="1542" cy="483"/>
          </a:xfrm>
        </p:grpSpPr>
        <p:cxnSp>
          <p:nvCxnSpPr>
            <p:cNvPr id="51" name="Google Shape;115;p14"/>
            <p:cNvCxnSpPr/>
            <p:nvPr/>
          </p:nvCxnSpPr>
          <p:spPr>
            <a:xfrm rot="10800000">
              <a:off x="9798" y="4755"/>
              <a:ext cx="720" cy="0"/>
            </a:xfrm>
            <a:prstGeom prst="straightConnector1">
              <a:avLst/>
            </a:prstGeom>
            <a:ln w="19050">
              <a:headEnd type="none" w="sm" len="sm"/>
              <a:tailEnd type="none" w="sm" len="sm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52" name="文本框 67"/>
            <p:cNvSpPr txBox="1"/>
            <p:nvPr/>
          </p:nvSpPr>
          <p:spPr>
            <a:xfrm>
              <a:off x="10538" y="4510"/>
              <a:ext cx="802" cy="4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1400" dirty="0"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Stop</a:t>
              </a:r>
              <a:endParaRPr lang="en-US" altLang="zh-CN" sz="14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</p:grpSp>
      <p:sp>
        <p:nvSpPr>
          <p:cNvPr id="54" name="文本框 68"/>
          <p:cNvSpPr txBox="1"/>
          <p:nvPr/>
        </p:nvSpPr>
        <p:spPr>
          <a:xfrm>
            <a:off x="-890671" y="2276188"/>
            <a:ext cx="5384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1400" dirty="0">
                <a:solidFill>
                  <a:srgbClr val="00B050"/>
                </a:solidFill>
              </a:rPr>
              <a:t>绿色</a:t>
            </a:r>
            <a:endParaRPr lang="zh-CN" altLang="en-US" sz="1400" dirty="0">
              <a:solidFill>
                <a:srgbClr val="00B050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36"/>
          <p:cNvSpPr txBox="1"/>
          <p:nvPr/>
        </p:nvSpPr>
        <p:spPr>
          <a:xfrm>
            <a:off x="-1834515" y="492671"/>
            <a:ext cx="45720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316B93"/>
                </a:solidFill>
              </a:rPr>
              <a:t>深蓝</a:t>
            </a:r>
            <a:endParaRPr lang="zh-CN" altLang="en-US" sz="1400" dirty="0">
              <a:solidFill>
                <a:srgbClr val="316B93"/>
              </a:solidFill>
            </a:endParaRPr>
          </a:p>
        </p:txBody>
      </p:sp>
      <p:sp>
        <p:nvSpPr>
          <p:cNvPr id="3" name="文本框 37"/>
          <p:cNvSpPr txBox="1"/>
          <p:nvPr/>
        </p:nvSpPr>
        <p:spPr>
          <a:xfrm>
            <a:off x="-890671" y="492671"/>
            <a:ext cx="45720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AF8647"/>
                </a:solidFill>
              </a:rPr>
              <a:t>褐色</a:t>
            </a:r>
            <a:endParaRPr lang="zh-CN" altLang="en-US" sz="1400" dirty="0">
              <a:solidFill>
                <a:srgbClr val="AF8647"/>
              </a:solidFill>
            </a:endParaRPr>
          </a:p>
        </p:txBody>
      </p:sp>
      <p:sp>
        <p:nvSpPr>
          <p:cNvPr id="4" name="文本框 38"/>
          <p:cNvSpPr txBox="1"/>
          <p:nvPr/>
        </p:nvSpPr>
        <p:spPr>
          <a:xfrm>
            <a:off x="-1834515" y="1086833"/>
            <a:ext cx="457200" cy="3073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256824"/>
                </a:solidFill>
              </a:rPr>
              <a:t>深绿</a:t>
            </a:r>
            <a:endParaRPr lang="zh-CN" altLang="en-US" sz="1400" dirty="0">
              <a:solidFill>
                <a:srgbClr val="256824"/>
              </a:solidFill>
            </a:endParaRPr>
          </a:p>
        </p:txBody>
      </p:sp>
      <p:sp>
        <p:nvSpPr>
          <p:cNvPr id="5" name="文本框 39"/>
          <p:cNvSpPr txBox="1"/>
          <p:nvPr/>
        </p:nvSpPr>
        <p:spPr>
          <a:xfrm>
            <a:off x="-890671" y="1087468"/>
            <a:ext cx="457200" cy="3073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CE1DD3"/>
                </a:solidFill>
              </a:rPr>
              <a:t>紫色</a:t>
            </a:r>
            <a:endParaRPr lang="zh-CN" altLang="en-US" sz="1400" dirty="0">
              <a:solidFill>
                <a:srgbClr val="CE1DD3"/>
              </a:solidFill>
            </a:endParaRPr>
          </a:p>
        </p:txBody>
      </p:sp>
      <p:sp>
        <p:nvSpPr>
          <p:cNvPr id="6" name="文本框 40"/>
          <p:cNvSpPr txBox="1"/>
          <p:nvPr/>
        </p:nvSpPr>
        <p:spPr>
          <a:xfrm>
            <a:off x="-1834515" y="1680558"/>
            <a:ext cx="457200" cy="3073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BA1C20"/>
                </a:solidFill>
              </a:rPr>
              <a:t>深红</a:t>
            </a:r>
            <a:endParaRPr lang="zh-CN" altLang="en-US" sz="1400" dirty="0">
              <a:solidFill>
                <a:srgbClr val="BA1C20"/>
              </a:solidFill>
            </a:endParaRPr>
          </a:p>
        </p:txBody>
      </p:sp>
      <p:sp>
        <p:nvSpPr>
          <p:cNvPr id="8" name="Google Shape;60;p14"/>
          <p:cNvSpPr/>
          <p:nvPr/>
        </p:nvSpPr>
        <p:spPr>
          <a:xfrm>
            <a:off x="-890671" y="3339813"/>
            <a:ext cx="365760" cy="182880"/>
          </a:xfrm>
          <a:prstGeom prst="rect">
            <a:avLst/>
          </a:prstGeom>
          <a:solidFill>
            <a:srgbClr val="33CC33">
              <a:alpha val="20000"/>
            </a:srgbClr>
          </a:solidFill>
          <a:ln>
            <a:noFill/>
          </a:ln>
        </p:spPr>
        <p:txBody>
          <a:bodyPr spcFirstLastPara="1" wrap="square" lIns="146280" tIns="73120" rIns="146280" bIns="73120" anchor="ctr" anchorCtr="0">
            <a:noAutofit/>
          </a:bodyPr>
          <a:lstStyle/>
          <a:p>
            <a:pPr algn="ctr"/>
            <a:endParaRPr sz="288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sp>
        <p:nvSpPr>
          <p:cNvPr id="9" name="Google Shape;113;p14"/>
          <p:cNvSpPr/>
          <p:nvPr/>
        </p:nvSpPr>
        <p:spPr>
          <a:xfrm>
            <a:off x="-890671" y="2869913"/>
            <a:ext cx="365760" cy="182880"/>
          </a:xfrm>
          <a:prstGeom prst="rect">
            <a:avLst/>
          </a:prstGeom>
          <a:solidFill>
            <a:srgbClr val="FF0000">
              <a:alpha val="49800"/>
            </a:srgbClr>
          </a:solidFill>
          <a:ln>
            <a:noFill/>
          </a:ln>
        </p:spPr>
        <p:txBody>
          <a:bodyPr spcFirstLastPara="1" wrap="square" lIns="146280" tIns="73120" rIns="146280" bIns="73120" anchor="ctr" anchorCtr="0">
            <a:noAutofit/>
          </a:bodyPr>
          <a:lstStyle/>
          <a:p>
            <a:pPr algn="ctr"/>
            <a:endParaRPr sz="1280" dirty="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sp>
        <p:nvSpPr>
          <p:cNvPr id="10" name="Google Shape;114;p14"/>
          <p:cNvSpPr/>
          <p:nvPr/>
        </p:nvSpPr>
        <p:spPr>
          <a:xfrm>
            <a:off x="-1743075" y="2868008"/>
            <a:ext cx="365760" cy="182880"/>
          </a:xfrm>
          <a:prstGeom prst="rect">
            <a:avLst/>
          </a:prstGeom>
          <a:solidFill>
            <a:srgbClr val="33CC33">
              <a:alpha val="49800"/>
            </a:srgbClr>
          </a:solidFill>
          <a:ln>
            <a:noFill/>
          </a:ln>
        </p:spPr>
        <p:txBody>
          <a:bodyPr spcFirstLastPara="1" wrap="square" lIns="146280" tIns="73120" rIns="146280" bIns="73120" anchor="ctr" anchorCtr="0">
            <a:noAutofit/>
          </a:bodyPr>
          <a:lstStyle/>
          <a:p>
            <a:pPr algn="ctr"/>
            <a:endParaRPr sz="1280" dirty="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cxnSp>
        <p:nvCxnSpPr>
          <p:cNvPr id="12" name="Google Shape;116;p14"/>
          <p:cNvCxnSpPr/>
          <p:nvPr/>
        </p:nvCxnSpPr>
        <p:spPr>
          <a:xfrm rot="10800000">
            <a:off x="-1834515" y="503145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3" name="Google Shape;120;p14"/>
          <p:cNvCxnSpPr/>
          <p:nvPr/>
        </p:nvCxnSpPr>
        <p:spPr>
          <a:xfrm flipH="1">
            <a:off x="-890671" y="532355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4" name="Google Shape;121;p14"/>
          <p:cNvCxnSpPr/>
          <p:nvPr/>
        </p:nvCxnSpPr>
        <p:spPr>
          <a:xfrm flipH="1">
            <a:off x="-890671" y="561057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5" name="Google Shape;118;p14"/>
          <p:cNvCxnSpPr/>
          <p:nvPr/>
        </p:nvCxnSpPr>
        <p:spPr>
          <a:xfrm rot="10800000">
            <a:off x="-1834515" y="5317838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00FF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6" name="Google Shape;119;p14"/>
          <p:cNvCxnSpPr/>
          <p:nvPr/>
        </p:nvCxnSpPr>
        <p:spPr>
          <a:xfrm rot="10800000">
            <a:off x="-1834515" y="560422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8E1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7" name="Google Shape;123;p14"/>
          <p:cNvCxnSpPr/>
          <p:nvPr/>
        </p:nvCxnSpPr>
        <p:spPr>
          <a:xfrm flipH="1">
            <a:off x="-890671" y="618461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8E11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8" name="Google Shape;124;p14"/>
          <p:cNvCxnSpPr/>
          <p:nvPr/>
        </p:nvCxnSpPr>
        <p:spPr>
          <a:xfrm flipH="1">
            <a:off x="-890671" y="589759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00FF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9" name="Google Shape;65;p14"/>
          <p:cNvCxnSpPr/>
          <p:nvPr/>
        </p:nvCxnSpPr>
        <p:spPr>
          <a:xfrm flipH="1">
            <a:off x="-1834515" y="617699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1" name="Google Shape;75;p14"/>
          <p:cNvCxnSpPr/>
          <p:nvPr/>
        </p:nvCxnSpPr>
        <p:spPr>
          <a:xfrm flipH="1">
            <a:off x="-1834515" y="5890608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stealth" w="med" len="med"/>
          </a:ln>
        </p:spPr>
      </p:cxnSp>
      <p:sp>
        <p:nvSpPr>
          <p:cNvPr id="27" name="Rectangle 218"/>
          <p:cNvSpPr/>
          <p:nvPr/>
        </p:nvSpPr>
        <p:spPr>
          <a:xfrm>
            <a:off x="-1743075" y="3337273"/>
            <a:ext cx="365760" cy="182880"/>
          </a:xfrm>
          <a:prstGeom prst="rect">
            <a:avLst/>
          </a:prstGeom>
          <a:solidFill>
            <a:srgbClr val="D2691E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80"/>
          </a:p>
        </p:txBody>
      </p:sp>
      <p:sp>
        <p:nvSpPr>
          <p:cNvPr id="28" name="Rectangle 328"/>
          <p:cNvSpPr/>
          <p:nvPr/>
        </p:nvSpPr>
        <p:spPr>
          <a:xfrm>
            <a:off x="-890671" y="3809713"/>
            <a:ext cx="457200" cy="36576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80"/>
          </a:p>
        </p:txBody>
      </p:sp>
      <p:sp>
        <p:nvSpPr>
          <p:cNvPr id="29" name="Rectangle 331"/>
          <p:cNvSpPr/>
          <p:nvPr/>
        </p:nvSpPr>
        <p:spPr>
          <a:xfrm>
            <a:off x="-1834515" y="3806538"/>
            <a:ext cx="457200" cy="365760"/>
          </a:xfrm>
          <a:prstGeom prst="rect">
            <a:avLst/>
          </a:prstGeom>
          <a:ln w="19050">
            <a:solidFill>
              <a:srgbClr val="00A4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2880"/>
          </a:p>
        </p:txBody>
      </p:sp>
      <p:sp>
        <p:nvSpPr>
          <p:cNvPr id="33" name="文本框 67"/>
          <p:cNvSpPr txBox="1"/>
          <p:nvPr/>
        </p:nvSpPr>
        <p:spPr>
          <a:xfrm>
            <a:off x="-890671" y="1681828"/>
            <a:ext cx="457200" cy="3073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黑色</a:t>
            </a:r>
            <a:endParaRPr lang="zh-CN" altLang="en-US" sz="140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34" name="文本框 68"/>
          <p:cNvSpPr txBox="1"/>
          <p:nvPr/>
        </p:nvSpPr>
        <p:spPr>
          <a:xfrm>
            <a:off x="-1834515" y="2274283"/>
            <a:ext cx="457200" cy="3073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FF0000"/>
                </a:solidFill>
              </a:rPr>
              <a:t>红色</a:t>
            </a:r>
            <a:endParaRPr lang="zh-CN" altLang="en-US" sz="1400" dirty="0">
              <a:solidFill>
                <a:srgbClr val="FF0000"/>
              </a:solidFill>
            </a:endParaRPr>
          </a:p>
        </p:txBody>
      </p:sp>
      <p:grpSp>
        <p:nvGrpSpPr>
          <p:cNvPr id="7" name="组合 8"/>
          <p:cNvGrpSpPr/>
          <p:nvPr/>
        </p:nvGrpSpPr>
        <p:grpSpPr>
          <a:xfrm>
            <a:off x="-1834515" y="6463378"/>
            <a:ext cx="457200" cy="548640"/>
            <a:chOff x="8533167" y="1924272"/>
            <a:chExt cx="1099206" cy="1385455"/>
          </a:xfrm>
        </p:grpSpPr>
        <p:cxnSp>
          <p:nvCxnSpPr>
            <p:cNvPr id="20" name="Google Shape;119;p14"/>
            <p:cNvCxnSpPr/>
            <p:nvPr/>
          </p:nvCxnSpPr>
          <p:spPr>
            <a:xfrm flipH="1">
              <a:off x="8533168" y="1924272"/>
              <a:ext cx="1099205" cy="0"/>
            </a:xfrm>
            <a:prstGeom prst="straightConnector1">
              <a:avLst/>
            </a:prstGeom>
            <a:noFill/>
            <a:ln w="19050" cap="flat" cmpd="sng">
              <a:solidFill>
                <a:srgbClr val="FF8E1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1" name="Google Shape;119;p14"/>
            <p:cNvCxnSpPr/>
            <p:nvPr/>
          </p:nvCxnSpPr>
          <p:spPr>
            <a:xfrm flipH="1">
              <a:off x="8533167" y="2618454"/>
              <a:ext cx="1099205" cy="0"/>
            </a:xfrm>
            <a:prstGeom prst="straightConnector1">
              <a:avLst/>
            </a:prstGeom>
            <a:noFill/>
            <a:ln w="19050" cap="flat" cmpd="sng">
              <a:solidFill>
                <a:srgbClr val="FF8E1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1" name="Google Shape;119;p14"/>
            <p:cNvCxnSpPr/>
            <p:nvPr/>
          </p:nvCxnSpPr>
          <p:spPr>
            <a:xfrm flipH="1">
              <a:off x="8533168" y="3309727"/>
              <a:ext cx="1099205" cy="0"/>
            </a:xfrm>
            <a:prstGeom prst="straightConnector1">
              <a:avLst/>
            </a:prstGeom>
            <a:noFill/>
            <a:ln w="19050" cap="flat" cmpd="sng">
              <a:solidFill>
                <a:srgbClr val="FF8E11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grpSp>
        <p:nvGrpSpPr>
          <p:cNvPr id="26" name="组合 22"/>
          <p:cNvGrpSpPr/>
          <p:nvPr/>
        </p:nvGrpSpPr>
        <p:grpSpPr>
          <a:xfrm>
            <a:off x="-890671" y="6471633"/>
            <a:ext cx="457200" cy="548640"/>
            <a:chOff x="8824317" y="1696204"/>
            <a:chExt cx="1140564" cy="1575691"/>
          </a:xfrm>
        </p:grpSpPr>
        <p:grpSp>
          <p:nvGrpSpPr>
            <p:cNvPr id="30" name="组合 14"/>
            <p:cNvGrpSpPr/>
            <p:nvPr/>
          </p:nvGrpSpPr>
          <p:grpSpPr>
            <a:xfrm>
              <a:off x="8824318" y="1696204"/>
              <a:ext cx="1140563" cy="1057388"/>
              <a:chOff x="8533167" y="1924272"/>
              <a:chExt cx="1099206" cy="1385455"/>
            </a:xfrm>
          </p:grpSpPr>
          <p:cxnSp>
            <p:nvCxnSpPr>
              <p:cNvPr id="31" name="Google Shape;119;p14"/>
              <p:cNvCxnSpPr/>
              <p:nvPr/>
            </p:nvCxnSpPr>
            <p:spPr>
              <a:xfrm flipH="1">
                <a:off x="8533168" y="1924272"/>
                <a:ext cx="1099205" cy="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FF8E1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32" name="Google Shape;119;p14"/>
              <p:cNvCxnSpPr/>
              <p:nvPr/>
            </p:nvCxnSpPr>
            <p:spPr>
              <a:xfrm flipH="1">
                <a:off x="8533167" y="2618454"/>
                <a:ext cx="1099205" cy="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FF8E1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35" name="Google Shape;119;p14"/>
              <p:cNvCxnSpPr/>
              <p:nvPr/>
            </p:nvCxnSpPr>
            <p:spPr>
              <a:xfrm flipH="1">
                <a:off x="8533168" y="3309727"/>
                <a:ext cx="1099205" cy="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FF8E1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</p:grpSp>
        <p:cxnSp>
          <p:nvCxnSpPr>
            <p:cNvPr id="37" name="Google Shape;119;p14"/>
            <p:cNvCxnSpPr/>
            <p:nvPr/>
          </p:nvCxnSpPr>
          <p:spPr>
            <a:xfrm flipH="1">
              <a:off x="8824317" y="3271895"/>
              <a:ext cx="1140562" cy="0"/>
            </a:xfrm>
            <a:prstGeom prst="straightConnector1">
              <a:avLst/>
            </a:prstGeom>
            <a:noFill/>
            <a:ln w="19050" cap="flat" cmpd="sng">
              <a:solidFill>
                <a:srgbClr val="FF8E11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cxnSp>
        <p:nvCxnSpPr>
          <p:cNvPr id="47" name="Google Shape;116;p14"/>
          <p:cNvCxnSpPr/>
          <p:nvPr/>
        </p:nvCxnSpPr>
        <p:spPr>
          <a:xfrm rot="10800000">
            <a:off x="-890671" y="5036533"/>
            <a:ext cx="457200" cy="0"/>
          </a:xfrm>
          <a:prstGeom prst="straightConnector1">
            <a:avLst/>
          </a:prstGeom>
          <a:noFill/>
          <a:ln w="19050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53" name="Group 52"/>
          <p:cNvGrpSpPr/>
          <p:nvPr/>
        </p:nvGrpSpPr>
        <p:grpSpPr>
          <a:xfrm>
            <a:off x="-1751965" y="4525010"/>
            <a:ext cx="1318260" cy="306705"/>
            <a:chOff x="9798" y="4510"/>
            <a:chExt cx="1542" cy="483"/>
          </a:xfrm>
        </p:grpSpPr>
        <p:cxnSp>
          <p:nvCxnSpPr>
            <p:cNvPr id="51" name="Google Shape;115;p14"/>
            <p:cNvCxnSpPr/>
            <p:nvPr/>
          </p:nvCxnSpPr>
          <p:spPr>
            <a:xfrm rot="10800000">
              <a:off x="9798" y="4755"/>
              <a:ext cx="720" cy="0"/>
            </a:xfrm>
            <a:prstGeom prst="straightConnector1">
              <a:avLst/>
            </a:prstGeom>
            <a:ln w="19050">
              <a:headEnd type="none" w="sm" len="sm"/>
              <a:tailEnd type="none" w="sm" len="sm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52" name="文本框 67"/>
            <p:cNvSpPr txBox="1"/>
            <p:nvPr/>
          </p:nvSpPr>
          <p:spPr>
            <a:xfrm>
              <a:off x="10538" y="4510"/>
              <a:ext cx="802" cy="4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1400" dirty="0"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Stop</a:t>
              </a:r>
              <a:endParaRPr lang="en-US" altLang="zh-CN" sz="14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</p:grpSp>
      <p:sp>
        <p:nvSpPr>
          <p:cNvPr id="54" name="文本框 68"/>
          <p:cNvSpPr txBox="1"/>
          <p:nvPr/>
        </p:nvSpPr>
        <p:spPr>
          <a:xfrm>
            <a:off x="-890671" y="2276188"/>
            <a:ext cx="5384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1400" dirty="0">
                <a:solidFill>
                  <a:srgbClr val="00B050"/>
                </a:solidFill>
              </a:rPr>
              <a:t>绿色</a:t>
            </a:r>
            <a:endParaRPr lang="zh-CN" altLang="en-US" sz="1400" dirty="0">
              <a:solidFill>
                <a:srgbClr val="00B050"/>
              </a:solidFill>
            </a:endParaRPr>
          </a:p>
        </p:txBody>
      </p:sp>
      <p:pic>
        <p:nvPicPr>
          <p:cNvPr id="36" name="Picture 3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9525" y="0"/>
            <a:ext cx="14638655" cy="8242935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28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pic>
        <p:nvPicPr>
          <p:cNvPr id="29" name="Picture 3" descr="25 Failed BO above H of Yesterday  2nd Entry Short Failed 19m45s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2" name="文本框 36"/>
          <p:cNvSpPr txBox="1"/>
          <p:nvPr/>
        </p:nvSpPr>
        <p:spPr>
          <a:xfrm>
            <a:off x="-1834515" y="492671"/>
            <a:ext cx="45720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316B93"/>
                </a:solidFill>
              </a:rPr>
              <a:t>深蓝</a:t>
            </a:r>
            <a:endParaRPr lang="zh-CN" altLang="en-US" sz="1400" dirty="0">
              <a:solidFill>
                <a:srgbClr val="316B93"/>
              </a:solidFill>
            </a:endParaRPr>
          </a:p>
        </p:txBody>
      </p:sp>
      <p:sp>
        <p:nvSpPr>
          <p:cNvPr id="3" name="文本框 37"/>
          <p:cNvSpPr txBox="1"/>
          <p:nvPr/>
        </p:nvSpPr>
        <p:spPr>
          <a:xfrm>
            <a:off x="-890671" y="492671"/>
            <a:ext cx="45720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AF8647"/>
                </a:solidFill>
              </a:rPr>
              <a:t>褐色</a:t>
            </a:r>
            <a:endParaRPr lang="zh-CN" altLang="en-US" sz="1400" dirty="0">
              <a:solidFill>
                <a:srgbClr val="AF8647"/>
              </a:solidFill>
            </a:endParaRPr>
          </a:p>
        </p:txBody>
      </p:sp>
      <p:sp>
        <p:nvSpPr>
          <p:cNvPr id="4" name="文本框 38"/>
          <p:cNvSpPr txBox="1"/>
          <p:nvPr/>
        </p:nvSpPr>
        <p:spPr>
          <a:xfrm>
            <a:off x="-1834515" y="1086833"/>
            <a:ext cx="457200" cy="3073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256824"/>
                </a:solidFill>
              </a:rPr>
              <a:t>深绿</a:t>
            </a:r>
            <a:endParaRPr lang="zh-CN" altLang="en-US" sz="1400" dirty="0">
              <a:solidFill>
                <a:srgbClr val="256824"/>
              </a:solidFill>
            </a:endParaRPr>
          </a:p>
        </p:txBody>
      </p:sp>
      <p:sp>
        <p:nvSpPr>
          <p:cNvPr id="5" name="文本框 39"/>
          <p:cNvSpPr txBox="1"/>
          <p:nvPr/>
        </p:nvSpPr>
        <p:spPr>
          <a:xfrm>
            <a:off x="-890671" y="1087468"/>
            <a:ext cx="457200" cy="3073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CE1DD3"/>
                </a:solidFill>
              </a:rPr>
              <a:t>紫色</a:t>
            </a:r>
            <a:endParaRPr lang="zh-CN" altLang="en-US" sz="1400" dirty="0">
              <a:solidFill>
                <a:srgbClr val="CE1DD3"/>
              </a:solidFill>
            </a:endParaRPr>
          </a:p>
        </p:txBody>
      </p:sp>
      <p:sp>
        <p:nvSpPr>
          <p:cNvPr id="6" name="文本框 40"/>
          <p:cNvSpPr txBox="1"/>
          <p:nvPr/>
        </p:nvSpPr>
        <p:spPr>
          <a:xfrm>
            <a:off x="-1834515" y="1680558"/>
            <a:ext cx="457200" cy="3073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BA1C20"/>
                </a:solidFill>
              </a:rPr>
              <a:t>深红</a:t>
            </a:r>
            <a:endParaRPr lang="zh-CN" altLang="en-US" sz="1400" dirty="0">
              <a:solidFill>
                <a:srgbClr val="BA1C20"/>
              </a:solidFill>
            </a:endParaRPr>
          </a:p>
        </p:txBody>
      </p:sp>
      <p:sp>
        <p:nvSpPr>
          <p:cNvPr id="8" name="Google Shape;60;p14"/>
          <p:cNvSpPr/>
          <p:nvPr/>
        </p:nvSpPr>
        <p:spPr>
          <a:xfrm>
            <a:off x="-890671" y="3339813"/>
            <a:ext cx="365760" cy="182880"/>
          </a:xfrm>
          <a:prstGeom prst="rect">
            <a:avLst/>
          </a:prstGeom>
          <a:solidFill>
            <a:srgbClr val="33CC33">
              <a:alpha val="20000"/>
            </a:srgbClr>
          </a:solidFill>
          <a:ln>
            <a:noFill/>
          </a:ln>
        </p:spPr>
        <p:txBody>
          <a:bodyPr spcFirstLastPara="1" wrap="square" lIns="146280" tIns="73120" rIns="146280" bIns="73120" anchor="ctr" anchorCtr="0">
            <a:noAutofit/>
          </a:bodyPr>
          <a:lstStyle/>
          <a:p>
            <a:pPr algn="ctr"/>
            <a:endParaRPr sz="288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sp>
        <p:nvSpPr>
          <p:cNvPr id="9" name="Google Shape;113;p14"/>
          <p:cNvSpPr/>
          <p:nvPr/>
        </p:nvSpPr>
        <p:spPr>
          <a:xfrm>
            <a:off x="-890671" y="2869913"/>
            <a:ext cx="365760" cy="182880"/>
          </a:xfrm>
          <a:prstGeom prst="rect">
            <a:avLst/>
          </a:prstGeom>
          <a:solidFill>
            <a:srgbClr val="FF0000">
              <a:alpha val="49800"/>
            </a:srgbClr>
          </a:solidFill>
          <a:ln>
            <a:noFill/>
          </a:ln>
        </p:spPr>
        <p:txBody>
          <a:bodyPr spcFirstLastPara="1" wrap="square" lIns="146280" tIns="73120" rIns="146280" bIns="73120" anchor="ctr" anchorCtr="0">
            <a:noAutofit/>
          </a:bodyPr>
          <a:lstStyle/>
          <a:p>
            <a:pPr algn="ctr"/>
            <a:endParaRPr sz="1280" dirty="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sp>
        <p:nvSpPr>
          <p:cNvPr id="10" name="Google Shape;114;p14"/>
          <p:cNvSpPr/>
          <p:nvPr/>
        </p:nvSpPr>
        <p:spPr>
          <a:xfrm>
            <a:off x="-1743075" y="2868008"/>
            <a:ext cx="365760" cy="182880"/>
          </a:xfrm>
          <a:prstGeom prst="rect">
            <a:avLst/>
          </a:prstGeom>
          <a:solidFill>
            <a:srgbClr val="33CC33">
              <a:alpha val="49800"/>
            </a:srgbClr>
          </a:solidFill>
          <a:ln>
            <a:noFill/>
          </a:ln>
        </p:spPr>
        <p:txBody>
          <a:bodyPr spcFirstLastPara="1" wrap="square" lIns="146280" tIns="73120" rIns="146280" bIns="73120" anchor="ctr" anchorCtr="0">
            <a:noAutofit/>
          </a:bodyPr>
          <a:lstStyle/>
          <a:p>
            <a:pPr algn="ctr"/>
            <a:endParaRPr sz="1280" dirty="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cxnSp>
        <p:nvCxnSpPr>
          <p:cNvPr id="12" name="Google Shape;116;p14"/>
          <p:cNvCxnSpPr/>
          <p:nvPr/>
        </p:nvCxnSpPr>
        <p:spPr>
          <a:xfrm rot="10800000">
            <a:off x="-1834515" y="503145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3" name="Google Shape;120;p14"/>
          <p:cNvCxnSpPr/>
          <p:nvPr/>
        </p:nvCxnSpPr>
        <p:spPr>
          <a:xfrm flipH="1">
            <a:off x="-890671" y="532355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4" name="Google Shape;121;p14"/>
          <p:cNvCxnSpPr/>
          <p:nvPr/>
        </p:nvCxnSpPr>
        <p:spPr>
          <a:xfrm flipH="1">
            <a:off x="-890671" y="561057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5" name="Google Shape;118;p14"/>
          <p:cNvCxnSpPr/>
          <p:nvPr/>
        </p:nvCxnSpPr>
        <p:spPr>
          <a:xfrm rot="10800000">
            <a:off x="-1834515" y="5317838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00FF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6" name="Google Shape;119;p14"/>
          <p:cNvCxnSpPr/>
          <p:nvPr/>
        </p:nvCxnSpPr>
        <p:spPr>
          <a:xfrm rot="10800000">
            <a:off x="-1834515" y="560422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8E1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7" name="Google Shape;123;p14"/>
          <p:cNvCxnSpPr/>
          <p:nvPr/>
        </p:nvCxnSpPr>
        <p:spPr>
          <a:xfrm flipH="1">
            <a:off x="-890671" y="618461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8E11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8" name="Google Shape;124;p14"/>
          <p:cNvCxnSpPr/>
          <p:nvPr/>
        </p:nvCxnSpPr>
        <p:spPr>
          <a:xfrm flipH="1">
            <a:off x="-890671" y="589759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00FF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9" name="Google Shape;65;p14"/>
          <p:cNvCxnSpPr/>
          <p:nvPr/>
        </p:nvCxnSpPr>
        <p:spPr>
          <a:xfrm flipH="1">
            <a:off x="-1834515" y="617699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4" name="Google Shape;75;p14"/>
          <p:cNvCxnSpPr/>
          <p:nvPr/>
        </p:nvCxnSpPr>
        <p:spPr>
          <a:xfrm flipH="1">
            <a:off x="-1834515" y="5890608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stealth" w="med" len="med"/>
          </a:ln>
        </p:spPr>
      </p:cxnSp>
      <p:sp>
        <p:nvSpPr>
          <p:cNvPr id="1" name="Rectangle 218"/>
          <p:cNvSpPr/>
          <p:nvPr/>
        </p:nvSpPr>
        <p:spPr>
          <a:xfrm>
            <a:off x="-1743075" y="3337273"/>
            <a:ext cx="365760" cy="182880"/>
          </a:xfrm>
          <a:prstGeom prst="rect">
            <a:avLst/>
          </a:prstGeom>
          <a:solidFill>
            <a:srgbClr val="D2691E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80"/>
          </a:p>
        </p:txBody>
      </p:sp>
      <p:sp>
        <p:nvSpPr>
          <p:cNvPr id="7" name="Rectangle 328"/>
          <p:cNvSpPr/>
          <p:nvPr/>
        </p:nvSpPr>
        <p:spPr>
          <a:xfrm>
            <a:off x="-890671" y="3809713"/>
            <a:ext cx="457200" cy="36576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80"/>
          </a:p>
        </p:txBody>
      </p:sp>
      <p:sp>
        <p:nvSpPr>
          <p:cNvPr id="11" name="Rectangle 331"/>
          <p:cNvSpPr/>
          <p:nvPr/>
        </p:nvSpPr>
        <p:spPr>
          <a:xfrm>
            <a:off x="-1834515" y="3806538"/>
            <a:ext cx="457200" cy="365760"/>
          </a:xfrm>
          <a:prstGeom prst="rect">
            <a:avLst/>
          </a:prstGeom>
          <a:ln w="19050">
            <a:solidFill>
              <a:srgbClr val="00A4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2880"/>
          </a:p>
        </p:txBody>
      </p:sp>
      <p:sp>
        <p:nvSpPr>
          <p:cNvPr id="33" name="文本框 67"/>
          <p:cNvSpPr txBox="1"/>
          <p:nvPr/>
        </p:nvSpPr>
        <p:spPr>
          <a:xfrm>
            <a:off x="-890671" y="1681828"/>
            <a:ext cx="457200" cy="3073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黑色</a:t>
            </a:r>
            <a:endParaRPr lang="zh-CN" altLang="en-US" sz="140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34" name="文本框 68"/>
          <p:cNvSpPr txBox="1"/>
          <p:nvPr/>
        </p:nvSpPr>
        <p:spPr>
          <a:xfrm>
            <a:off x="-1834515" y="2274283"/>
            <a:ext cx="457200" cy="3073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FF0000"/>
                </a:solidFill>
              </a:rPr>
              <a:t>红色</a:t>
            </a:r>
            <a:endParaRPr lang="zh-CN" altLang="en-US" sz="1400" dirty="0">
              <a:solidFill>
                <a:srgbClr val="FF0000"/>
              </a:solidFill>
            </a:endParaRPr>
          </a:p>
        </p:txBody>
      </p:sp>
      <p:grpSp>
        <p:nvGrpSpPr>
          <p:cNvPr id="20" name="组合 8"/>
          <p:cNvGrpSpPr/>
          <p:nvPr/>
        </p:nvGrpSpPr>
        <p:grpSpPr>
          <a:xfrm>
            <a:off x="-1834515" y="6463378"/>
            <a:ext cx="457200" cy="548640"/>
            <a:chOff x="8533167" y="1924272"/>
            <a:chExt cx="1099206" cy="1385455"/>
          </a:xfrm>
        </p:grpSpPr>
        <p:cxnSp>
          <p:nvCxnSpPr>
            <p:cNvPr id="21" name="Google Shape;119;p14"/>
            <p:cNvCxnSpPr/>
            <p:nvPr/>
          </p:nvCxnSpPr>
          <p:spPr>
            <a:xfrm flipH="1">
              <a:off x="8533168" y="1924272"/>
              <a:ext cx="1099205" cy="0"/>
            </a:xfrm>
            <a:prstGeom prst="straightConnector1">
              <a:avLst/>
            </a:prstGeom>
            <a:noFill/>
            <a:ln w="19050" cap="flat" cmpd="sng">
              <a:solidFill>
                <a:srgbClr val="FF8E1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2" name="Google Shape;119;p14"/>
            <p:cNvCxnSpPr/>
            <p:nvPr/>
          </p:nvCxnSpPr>
          <p:spPr>
            <a:xfrm flipH="1">
              <a:off x="8533167" y="2618454"/>
              <a:ext cx="1099205" cy="0"/>
            </a:xfrm>
            <a:prstGeom prst="straightConnector1">
              <a:avLst/>
            </a:prstGeom>
            <a:noFill/>
            <a:ln w="19050" cap="flat" cmpd="sng">
              <a:solidFill>
                <a:srgbClr val="FF8E1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3" name="Google Shape;119;p14"/>
            <p:cNvCxnSpPr/>
            <p:nvPr/>
          </p:nvCxnSpPr>
          <p:spPr>
            <a:xfrm flipH="1">
              <a:off x="8533168" y="3309727"/>
              <a:ext cx="1099205" cy="0"/>
            </a:xfrm>
            <a:prstGeom prst="straightConnector1">
              <a:avLst/>
            </a:prstGeom>
            <a:noFill/>
            <a:ln w="19050" cap="flat" cmpd="sng">
              <a:solidFill>
                <a:srgbClr val="FF8E11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grpSp>
        <p:nvGrpSpPr>
          <p:cNvPr id="25" name="组合 22"/>
          <p:cNvGrpSpPr/>
          <p:nvPr/>
        </p:nvGrpSpPr>
        <p:grpSpPr>
          <a:xfrm>
            <a:off x="-890671" y="6471633"/>
            <a:ext cx="457200" cy="548640"/>
            <a:chOff x="8824317" y="1696204"/>
            <a:chExt cx="1140564" cy="1575691"/>
          </a:xfrm>
        </p:grpSpPr>
        <p:grpSp>
          <p:nvGrpSpPr>
            <p:cNvPr id="30" name="组合 14"/>
            <p:cNvGrpSpPr/>
            <p:nvPr/>
          </p:nvGrpSpPr>
          <p:grpSpPr>
            <a:xfrm>
              <a:off x="8824318" y="1696204"/>
              <a:ext cx="1140563" cy="1057388"/>
              <a:chOff x="8533167" y="1924272"/>
              <a:chExt cx="1099206" cy="1385455"/>
            </a:xfrm>
          </p:grpSpPr>
          <p:cxnSp>
            <p:nvCxnSpPr>
              <p:cNvPr id="31" name="Google Shape;119;p14"/>
              <p:cNvCxnSpPr/>
              <p:nvPr/>
            </p:nvCxnSpPr>
            <p:spPr>
              <a:xfrm flipH="1">
                <a:off x="8533168" y="1924272"/>
                <a:ext cx="1099205" cy="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FF8E1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32" name="Google Shape;119;p14"/>
              <p:cNvCxnSpPr/>
              <p:nvPr/>
            </p:nvCxnSpPr>
            <p:spPr>
              <a:xfrm flipH="1">
                <a:off x="8533167" y="2618454"/>
                <a:ext cx="1099205" cy="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FF8E1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35" name="Google Shape;119;p14"/>
              <p:cNvCxnSpPr/>
              <p:nvPr/>
            </p:nvCxnSpPr>
            <p:spPr>
              <a:xfrm flipH="1">
                <a:off x="8533168" y="3309727"/>
                <a:ext cx="1099205" cy="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FF8E1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</p:grpSp>
        <p:cxnSp>
          <p:nvCxnSpPr>
            <p:cNvPr id="37" name="Google Shape;119;p14"/>
            <p:cNvCxnSpPr/>
            <p:nvPr/>
          </p:nvCxnSpPr>
          <p:spPr>
            <a:xfrm flipH="1">
              <a:off x="8824317" y="3271895"/>
              <a:ext cx="1140562" cy="0"/>
            </a:xfrm>
            <a:prstGeom prst="straightConnector1">
              <a:avLst/>
            </a:prstGeom>
            <a:noFill/>
            <a:ln w="19050" cap="flat" cmpd="sng">
              <a:solidFill>
                <a:srgbClr val="FF8E11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cxnSp>
        <p:nvCxnSpPr>
          <p:cNvPr id="47" name="Google Shape;116;p14"/>
          <p:cNvCxnSpPr/>
          <p:nvPr/>
        </p:nvCxnSpPr>
        <p:spPr>
          <a:xfrm rot="10800000">
            <a:off x="-890671" y="5036533"/>
            <a:ext cx="457200" cy="0"/>
          </a:xfrm>
          <a:prstGeom prst="straightConnector1">
            <a:avLst/>
          </a:prstGeom>
          <a:noFill/>
          <a:ln w="19050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53" name="Group 52"/>
          <p:cNvGrpSpPr/>
          <p:nvPr/>
        </p:nvGrpSpPr>
        <p:grpSpPr>
          <a:xfrm>
            <a:off x="-1751965" y="4525010"/>
            <a:ext cx="1318260" cy="306705"/>
            <a:chOff x="9798" y="4510"/>
            <a:chExt cx="1542" cy="483"/>
          </a:xfrm>
        </p:grpSpPr>
        <p:cxnSp>
          <p:nvCxnSpPr>
            <p:cNvPr id="51" name="Google Shape;115;p14"/>
            <p:cNvCxnSpPr/>
            <p:nvPr/>
          </p:nvCxnSpPr>
          <p:spPr>
            <a:xfrm rot="10800000">
              <a:off x="9798" y="4755"/>
              <a:ext cx="720" cy="0"/>
            </a:xfrm>
            <a:prstGeom prst="straightConnector1">
              <a:avLst/>
            </a:prstGeom>
            <a:ln w="19050">
              <a:headEnd type="none" w="sm" len="sm"/>
              <a:tailEnd type="none" w="sm" len="sm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52" name="文本框 67"/>
            <p:cNvSpPr txBox="1"/>
            <p:nvPr/>
          </p:nvSpPr>
          <p:spPr>
            <a:xfrm>
              <a:off x="10538" y="4510"/>
              <a:ext cx="802" cy="4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1400" dirty="0"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Stop</a:t>
              </a:r>
              <a:endParaRPr lang="en-US" altLang="zh-CN" sz="14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</p:grpSp>
      <p:sp>
        <p:nvSpPr>
          <p:cNvPr id="54" name="文本框 68"/>
          <p:cNvSpPr txBox="1"/>
          <p:nvPr/>
        </p:nvSpPr>
        <p:spPr>
          <a:xfrm>
            <a:off x="-890671" y="2276188"/>
            <a:ext cx="5384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1400" dirty="0">
                <a:solidFill>
                  <a:srgbClr val="00B050"/>
                </a:solidFill>
              </a:rPr>
              <a:t>绿色</a:t>
            </a:r>
            <a:endParaRPr lang="zh-CN" altLang="en-US" sz="1400" dirty="0">
              <a:solidFill>
                <a:srgbClr val="00B050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2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pic>
        <p:nvPicPr>
          <p:cNvPr id="33" name="Picture 3" descr="32 Failed BO Low of Yesterday  2nd Reversal Up 22m06s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2" name="文本框 36"/>
          <p:cNvSpPr txBox="1"/>
          <p:nvPr/>
        </p:nvSpPr>
        <p:spPr>
          <a:xfrm>
            <a:off x="-1834515" y="492671"/>
            <a:ext cx="45720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316B93"/>
                </a:solidFill>
              </a:rPr>
              <a:t>深蓝</a:t>
            </a:r>
            <a:endParaRPr lang="zh-CN" altLang="en-US" sz="1400" dirty="0">
              <a:solidFill>
                <a:srgbClr val="316B93"/>
              </a:solidFill>
            </a:endParaRPr>
          </a:p>
        </p:txBody>
      </p:sp>
      <p:sp>
        <p:nvSpPr>
          <p:cNvPr id="3" name="文本框 37"/>
          <p:cNvSpPr txBox="1"/>
          <p:nvPr/>
        </p:nvSpPr>
        <p:spPr>
          <a:xfrm>
            <a:off x="-890671" y="492671"/>
            <a:ext cx="45720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AF8647"/>
                </a:solidFill>
              </a:rPr>
              <a:t>褐色</a:t>
            </a:r>
            <a:endParaRPr lang="zh-CN" altLang="en-US" sz="1400" dirty="0">
              <a:solidFill>
                <a:srgbClr val="AF8647"/>
              </a:solidFill>
            </a:endParaRPr>
          </a:p>
        </p:txBody>
      </p:sp>
      <p:sp>
        <p:nvSpPr>
          <p:cNvPr id="4" name="文本框 38"/>
          <p:cNvSpPr txBox="1"/>
          <p:nvPr/>
        </p:nvSpPr>
        <p:spPr>
          <a:xfrm>
            <a:off x="-1834515" y="1086833"/>
            <a:ext cx="457200" cy="3073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256824"/>
                </a:solidFill>
              </a:rPr>
              <a:t>深绿</a:t>
            </a:r>
            <a:endParaRPr lang="zh-CN" altLang="en-US" sz="1400" dirty="0">
              <a:solidFill>
                <a:srgbClr val="256824"/>
              </a:solidFill>
            </a:endParaRPr>
          </a:p>
        </p:txBody>
      </p:sp>
      <p:sp>
        <p:nvSpPr>
          <p:cNvPr id="5" name="文本框 39"/>
          <p:cNvSpPr txBox="1"/>
          <p:nvPr/>
        </p:nvSpPr>
        <p:spPr>
          <a:xfrm>
            <a:off x="-890671" y="1087468"/>
            <a:ext cx="457200" cy="3073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CE1DD3"/>
                </a:solidFill>
              </a:rPr>
              <a:t>紫色</a:t>
            </a:r>
            <a:endParaRPr lang="zh-CN" altLang="en-US" sz="1400" dirty="0">
              <a:solidFill>
                <a:srgbClr val="CE1DD3"/>
              </a:solidFill>
            </a:endParaRPr>
          </a:p>
        </p:txBody>
      </p:sp>
      <p:sp>
        <p:nvSpPr>
          <p:cNvPr id="6" name="文本框 40"/>
          <p:cNvSpPr txBox="1"/>
          <p:nvPr/>
        </p:nvSpPr>
        <p:spPr>
          <a:xfrm>
            <a:off x="-1834515" y="1680558"/>
            <a:ext cx="457200" cy="3073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BA1C20"/>
                </a:solidFill>
              </a:rPr>
              <a:t>深红</a:t>
            </a:r>
            <a:endParaRPr lang="zh-CN" altLang="en-US" sz="1400" dirty="0">
              <a:solidFill>
                <a:srgbClr val="BA1C20"/>
              </a:solidFill>
            </a:endParaRPr>
          </a:p>
        </p:txBody>
      </p:sp>
      <p:sp>
        <p:nvSpPr>
          <p:cNvPr id="8" name="Google Shape;60;p14"/>
          <p:cNvSpPr/>
          <p:nvPr/>
        </p:nvSpPr>
        <p:spPr>
          <a:xfrm>
            <a:off x="-890671" y="3339813"/>
            <a:ext cx="365760" cy="182880"/>
          </a:xfrm>
          <a:prstGeom prst="rect">
            <a:avLst/>
          </a:prstGeom>
          <a:solidFill>
            <a:srgbClr val="33CC33">
              <a:alpha val="20000"/>
            </a:srgbClr>
          </a:solidFill>
          <a:ln>
            <a:noFill/>
          </a:ln>
        </p:spPr>
        <p:txBody>
          <a:bodyPr spcFirstLastPara="1" wrap="square" lIns="146280" tIns="73120" rIns="146280" bIns="73120" anchor="ctr" anchorCtr="0">
            <a:noAutofit/>
          </a:bodyPr>
          <a:lstStyle/>
          <a:p>
            <a:pPr algn="ctr"/>
            <a:endParaRPr sz="288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sp>
        <p:nvSpPr>
          <p:cNvPr id="9" name="Google Shape;113;p14"/>
          <p:cNvSpPr/>
          <p:nvPr/>
        </p:nvSpPr>
        <p:spPr>
          <a:xfrm>
            <a:off x="-890671" y="2869913"/>
            <a:ext cx="365760" cy="182880"/>
          </a:xfrm>
          <a:prstGeom prst="rect">
            <a:avLst/>
          </a:prstGeom>
          <a:solidFill>
            <a:srgbClr val="FF0000">
              <a:alpha val="49800"/>
            </a:srgbClr>
          </a:solidFill>
          <a:ln>
            <a:noFill/>
          </a:ln>
        </p:spPr>
        <p:txBody>
          <a:bodyPr spcFirstLastPara="1" wrap="square" lIns="146280" tIns="73120" rIns="146280" bIns="73120" anchor="ctr" anchorCtr="0">
            <a:noAutofit/>
          </a:bodyPr>
          <a:lstStyle/>
          <a:p>
            <a:pPr algn="ctr"/>
            <a:endParaRPr sz="1280" dirty="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sp>
        <p:nvSpPr>
          <p:cNvPr id="10" name="Google Shape;114;p14"/>
          <p:cNvSpPr/>
          <p:nvPr/>
        </p:nvSpPr>
        <p:spPr>
          <a:xfrm>
            <a:off x="-1743075" y="2868008"/>
            <a:ext cx="365760" cy="182880"/>
          </a:xfrm>
          <a:prstGeom prst="rect">
            <a:avLst/>
          </a:prstGeom>
          <a:solidFill>
            <a:srgbClr val="33CC33">
              <a:alpha val="49800"/>
            </a:srgbClr>
          </a:solidFill>
          <a:ln>
            <a:noFill/>
          </a:ln>
        </p:spPr>
        <p:txBody>
          <a:bodyPr spcFirstLastPara="1" wrap="square" lIns="146280" tIns="73120" rIns="146280" bIns="73120" anchor="ctr" anchorCtr="0">
            <a:noAutofit/>
          </a:bodyPr>
          <a:lstStyle/>
          <a:p>
            <a:pPr algn="ctr"/>
            <a:endParaRPr sz="1280" dirty="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cxnSp>
        <p:nvCxnSpPr>
          <p:cNvPr id="12" name="Google Shape;116;p14"/>
          <p:cNvCxnSpPr/>
          <p:nvPr/>
        </p:nvCxnSpPr>
        <p:spPr>
          <a:xfrm rot="10800000">
            <a:off x="-1834515" y="503145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3" name="Google Shape;120;p14"/>
          <p:cNvCxnSpPr/>
          <p:nvPr/>
        </p:nvCxnSpPr>
        <p:spPr>
          <a:xfrm flipH="1">
            <a:off x="-890671" y="532355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4" name="Google Shape;121;p14"/>
          <p:cNvCxnSpPr/>
          <p:nvPr/>
        </p:nvCxnSpPr>
        <p:spPr>
          <a:xfrm flipH="1">
            <a:off x="-890671" y="561057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5" name="Google Shape;118;p14"/>
          <p:cNvCxnSpPr/>
          <p:nvPr/>
        </p:nvCxnSpPr>
        <p:spPr>
          <a:xfrm rot="10800000">
            <a:off x="-1834515" y="5317838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00FF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6" name="Google Shape;119;p14"/>
          <p:cNvCxnSpPr/>
          <p:nvPr/>
        </p:nvCxnSpPr>
        <p:spPr>
          <a:xfrm rot="10800000">
            <a:off x="-1834515" y="560422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8E1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7" name="Google Shape;123;p14"/>
          <p:cNvCxnSpPr/>
          <p:nvPr/>
        </p:nvCxnSpPr>
        <p:spPr>
          <a:xfrm flipH="1">
            <a:off x="-890671" y="618461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8E11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8" name="Google Shape;124;p14"/>
          <p:cNvCxnSpPr/>
          <p:nvPr/>
        </p:nvCxnSpPr>
        <p:spPr>
          <a:xfrm flipH="1">
            <a:off x="-890671" y="589759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00FF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9" name="Google Shape;65;p14"/>
          <p:cNvCxnSpPr/>
          <p:nvPr/>
        </p:nvCxnSpPr>
        <p:spPr>
          <a:xfrm flipH="1">
            <a:off x="-1834515" y="617699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4" name="Google Shape;75;p14"/>
          <p:cNvCxnSpPr/>
          <p:nvPr/>
        </p:nvCxnSpPr>
        <p:spPr>
          <a:xfrm flipH="1">
            <a:off x="-1834515" y="5890608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stealth" w="med" len="med"/>
          </a:ln>
        </p:spPr>
      </p:cxnSp>
      <p:sp>
        <p:nvSpPr>
          <p:cNvPr id="27" name="Rectangle 218"/>
          <p:cNvSpPr/>
          <p:nvPr/>
        </p:nvSpPr>
        <p:spPr>
          <a:xfrm>
            <a:off x="-1743075" y="3337273"/>
            <a:ext cx="365760" cy="182880"/>
          </a:xfrm>
          <a:prstGeom prst="rect">
            <a:avLst/>
          </a:prstGeom>
          <a:solidFill>
            <a:srgbClr val="D2691E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80"/>
          </a:p>
        </p:txBody>
      </p:sp>
      <p:sp>
        <p:nvSpPr>
          <p:cNvPr id="28" name="Rectangle 328"/>
          <p:cNvSpPr/>
          <p:nvPr/>
        </p:nvSpPr>
        <p:spPr>
          <a:xfrm>
            <a:off x="-890671" y="3809713"/>
            <a:ext cx="457200" cy="36576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80"/>
          </a:p>
        </p:txBody>
      </p:sp>
      <p:sp>
        <p:nvSpPr>
          <p:cNvPr id="29" name="Rectangle 331"/>
          <p:cNvSpPr/>
          <p:nvPr/>
        </p:nvSpPr>
        <p:spPr>
          <a:xfrm>
            <a:off x="-1834515" y="3806538"/>
            <a:ext cx="457200" cy="365760"/>
          </a:xfrm>
          <a:prstGeom prst="rect">
            <a:avLst/>
          </a:prstGeom>
          <a:ln w="19050">
            <a:solidFill>
              <a:srgbClr val="00A4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2880"/>
          </a:p>
        </p:txBody>
      </p:sp>
      <p:sp>
        <p:nvSpPr>
          <p:cNvPr id="1" name="文本框 67"/>
          <p:cNvSpPr txBox="1"/>
          <p:nvPr/>
        </p:nvSpPr>
        <p:spPr>
          <a:xfrm>
            <a:off x="-890671" y="1681828"/>
            <a:ext cx="457200" cy="3073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黑色</a:t>
            </a:r>
            <a:endParaRPr lang="zh-CN" altLang="en-US" sz="140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34" name="文本框 68"/>
          <p:cNvSpPr txBox="1"/>
          <p:nvPr/>
        </p:nvSpPr>
        <p:spPr>
          <a:xfrm>
            <a:off x="-1834515" y="2274283"/>
            <a:ext cx="457200" cy="3073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FF0000"/>
                </a:solidFill>
              </a:rPr>
              <a:t>红色</a:t>
            </a:r>
            <a:endParaRPr lang="zh-CN" altLang="en-US" sz="1400" dirty="0">
              <a:solidFill>
                <a:srgbClr val="FF0000"/>
              </a:solidFill>
            </a:endParaRPr>
          </a:p>
        </p:txBody>
      </p:sp>
      <p:grpSp>
        <p:nvGrpSpPr>
          <p:cNvPr id="7" name="组合 8"/>
          <p:cNvGrpSpPr/>
          <p:nvPr/>
        </p:nvGrpSpPr>
        <p:grpSpPr>
          <a:xfrm>
            <a:off x="-1834515" y="6463378"/>
            <a:ext cx="457200" cy="548640"/>
            <a:chOff x="8533167" y="1924272"/>
            <a:chExt cx="1099206" cy="1385455"/>
          </a:xfrm>
        </p:grpSpPr>
        <p:cxnSp>
          <p:nvCxnSpPr>
            <p:cNvPr id="20" name="Google Shape;119;p14"/>
            <p:cNvCxnSpPr/>
            <p:nvPr/>
          </p:nvCxnSpPr>
          <p:spPr>
            <a:xfrm flipH="1">
              <a:off x="8533168" y="1924272"/>
              <a:ext cx="1099205" cy="0"/>
            </a:xfrm>
            <a:prstGeom prst="straightConnector1">
              <a:avLst/>
            </a:prstGeom>
            <a:noFill/>
            <a:ln w="19050" cap="flat" cmpd="sng">
              <a:solidFill>
                <a:srgbClr val="FF8E1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1" name="Google Shape;119;p14"/>
            <p:cNvCxnSpPr/>
            <p:nvPr/>
          </p:nvCxnSpPr>
          <p:spPr>
            <a:xfrm flipH="1">
              <a:off x="8533167" y="2618454"/>
              <a:ext cx="1099205" cy="0"/>
            </a:xfrm>
            <a:prstGeom prst="straightConnector1">
              <a:avLst/>
            </a:prstGeom>
            <a:noFill/>
            <a:ln w="19050" cap="flat" cmpd="sng">
              <a:solidFill>
                <a:srgbClr val="FF8E1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2" name="Google Shape;119;p14"/>
            <p:cNvCxnSpPr/>
            <p:nvPr/>
          </p:nvCxnSpPr>
          <p:spPr>
            <a:xfrm flipH="1">
              <a:off x="8533168" y="3309727"/>
              <a:ext cx="1099205" cy="0"/>
            </a:xfrm>
            <a:prstGeom prst="straightConnector1">
              <a:avLst/>
            </a:prstGeom>
            <a:noFill/>
            <a:ln w="19050" cap="flat" cmpd="sng">
              <a:solidFill>
                <a:srgbClr val="FF8E11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grpSp>
        <p:nvGrpSpPr>
          <p:cNvPr id="23" name="组合 22"/>
          <p:cNvGrpSpPr/>
          <p:nvPr/>
        </p:nvGrpSpPr>
        <p:grpSpPr>
          <a:xfrm>
            <a:off x="-890671" y="6471633"/>
            <a:ext cx="457200" cy="548640"/>
            <a:chOff x="8824317" y="1696204"/>
            <a:chExt cx="1140564" cy="1575691"/>
          </a:xfrm>
        </p:grpSpPr>
        <p:grpSp>
          <p:nvGrpSpPr>
            <p:cNvPr id="25" name="组合 14"/>
            <p:cNvGrpSpPr/>
            <p:nvPr/>
          </p:nvGrpSpPr>
          <p:grpSpPr>
            <a:xfrm>
              <a:off x="8824318" y="1696204"/>
              <a:ext cx="1140563" cy="1057388"/>
              <a:chOff x="8533167" y="1924272"/>
              <a:chExt cx="1099206" cy="1385455"/>
            </a:xfrm>
          </p:grpSpPr>
          <p:cxnSp>
            <p:nvCxnSpPr>
              <p:cNvPr id="26" name="Google Shape;119;p14"/>
              <p:cNvCxnSpPr/>
              <p:nvPr/>
            </p:nvCxnSpPr>
            <p:spPr>
              <a:xfrm flipH="1">
                <a:off x="8533168" y="1924272"/>
                <a:ext cx="1099205" cy="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FF8E1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1" name="Google Shape;119;p14"/>
              <p:cNvCxnSpPr/>
              <p:nvPr/>
            </p:nvCxnSpPr>
            <p:spPr>
              <a:xfrm flipH="1">
                <a:off x="8533167" y="2618454"/>
                <a:ext cx="1099205" cy="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FF8E1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35" name="Google Shape;119;p14"/>
              <p:cNvCxnSpPr/>
              <p:nvPr/>
            </p:nvCxnSpPr>
            <p:spPr>
              <a:xfrm flipH="1">
                <a:off x="8533168" y="3309727"/>
                <a:ext cx="1099205" cy="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FF8E1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</p:grpSp>
        <p:cxnSp>
          <p:nvCxnSpPr>
            <p:cNvPr id="37" name="Google Shape;119;p14"/>
            <p:cNvCxnSpPr/>
            <p:nvPr/>
          </p:nvCxnSpPr>
          <p:spPr>
            <a:xfrm flipH="1">
              <a:off x="8824317" y="3271895"/>
              <a:ext cx="1140562" cy="0"/>
            </a:xfrm>
            <a:prstGeom prst="straightConnector1">
              <a:avLst/>
            </a:prstGeom>
            <a:noFill/>
            <a:ln w="19050" cap="flat" cmpd="sng">
              <a:solidFill>
                <a:srgbClr val="FF8E11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cxnSp>
        <p:nvCxnSpPr>
          <p:cNvPr id="47" name="Google Shape;116;p14"/>
          <p:cNvCxnSpPr/>
          <p:nvPr/>
        </p:nvCxnSpPr>
        <p:spPr>
          <a:xfrm rot="10800000">
            <a:off x="-890671" y="5036533"/>
            <a:ext cx="457200" cy="0"/>
          </a:xfrm>
          <a:prstGeom prst="straightConnector1">
            <a:avLst/>
          </a:prstGeom>
          <a:noFill/>
          <a:ln w="19050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53" name="Group 52"/>
          <p:cNvGrpSpPr/>
          <p:nvPr/>
        </p:nvGrpSpPr>
        <p:grpSpPr>
          <a:xfrm>
            <a:off x="-1751965" y="4525010"/>
            <a:ext cx="1318260" cy="306705"/>
            <a:chOff x="9798" y="4510"/>
            <a:chExt cx="1542" cy="483"/>
          </a:xfrm>
        </p:grpSpPr>
        <p:cxnSp>
          <p:nvCxnSpPr>
            <p:cNvPr id="51" name="Google Shape;115;p14"/>
            <p:cNvCxnSpPr/>
            <p:nvPr/>
          </p:nvCxnSpPr>
          <p:spPr>
            <a:xfrm rot="10800000">
              <a:off x="9798" y="4755"/>
              <a:ext cx="720" cy="0"/>
            </a:xfrm>
            <a:prstGeom prst="straightConnector1">
              <a:avLst/>
            </a:prstGeom>
            <a:ln w="19050">
              <a:headEnd type="none" w="sm" len="sm"/>
              <a:tailEnd type="none" w="sm" len="sm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52" name="文本框 67"/>
            <p:cNvSpPr txBox="1"/>
            <p:nvPr/>
          </p:nvSpPr>
          <p:spPr>
            <a:xfrm>
              <a:off x="10538" y="4510"/>
              <a:ext cx="802" cy="4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1400" dirty="0"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Stop</a:t>
              </a:r>
              <a:endParaRPr lang="en-US" altLang="zh-CN" sz="14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</p:grpSp>
      <p:sp>
        <p:nvSpPr>
          <p:cNvPr id="54" name="文本框 68"/>
          <p:cNvSpPr txBox="1"/>
          <p:nvPr/>
        </p:nvSpPr>
        <p:spPr>
          <a:xfrm>
            <a:off x="-890671" y="2276188"/>
            <a:ext cx="5384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1400" dirty="0">
                <a:solidFill>
                  <a:srgbClr val="00B050"/>
                </a:solidFill>
              </a:rPr>
              <a:t>绿色</a:t>
            </a:r>
            <a:endParaRPr lang="zh-CN" altLang="en-US" sz="1400" dirty="0">
              <a:solidFill>
                <a:srgbClr val="00B050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6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pic>
        <p:nvPicPr>
          <p:cNvPr id="37" name="Picture 3" descr="33 Review 22m52s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2" name="文本框 36"/>
          <p:cNvSpPr txBox="1"/>
          <p:nvPr/>
        </p:nvSpPr>
        <p:spPr>
          <a:xfrm>
            <a:off x="-1834515" y="492671"/>
            <a:ext cx="45720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316B93"/>
                </a:solidFill>
              </a:rPr>
              <a:t>深蓝</a:t>
            </a:r>
            <a:endParaRPr lang="zh-CN" altLang="en-US" sz="1400" dirty="0">
              <a:solidFill>
                <a:srgbClr val="316B93"/>
              </a:solidFill>
            </a:endParaRPr>
          </a:p>
        </p:txBody>
      </p:sp>
      <p:sp>
        <p:nvSpPr>
          <p:cNvPr id="3" name="文本框 37"/>
          <p:cNvSpPr txBox="1"/>
          <p:nvPr/>
        </p:nvSpPr>
        <p:spPr>
          <a:xfrm>
            <a:off x="-890671" y="492671"/>
            <a:ext cx="45720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AF8647"/>
                </a:solidFill>
              </a:rPr>
              <a:t>褐色</a:t>
            </a:r>
            <a:endParaRPr lang="zh-CN" altLang="en-US" sz="1400" dirty="0">
              <a:solidFill>
                <a:srgbClr val="AF8647"/>
              </a:solidFill>
            </a:endParaRPr>
          </a:p>
        </p:txBody>
      </p:sp>
      <p:sp>
        <p:nvSpPr>
          <p:cNvPr id="4" name="文本框 38"/>
          <p:cNvSpPr txBox="1"/>
          <p:nvPr/>
        </p:nvSpPr>
        <p:spPr>
          <a:xfrm>
            <a:off x="-1834515" y="1086833"/>
            <a:ext cx="457200" cy="3073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256824"/>
                </a:solidFill>
              </a:rPr>
              <a:t>深绿</a:t>
            </a:r>
            <a:endParaRPr lang="zh-CN" altLang="en-US" sz="1400" dirty="0">
              <a:solidFill>
                <a:srgbClr val="256824"/>
              </a:solidFill>
            </a:endParaRPr>
          </a:p>
        </p:txBody>
      </p:sp>
      <p:sp>
        <p:nvSpPr>
          <p:cNvPr id="5" name="文本框 39"/>
          <p:cNvSpPr txBox="1"/>
          <p:nvPr/>
        </p:nvSpPr>
        <p:spPr>
          <a:xfrm>
            <a:off x="-890671" y="1087468"/>
            <a:ext cx="457200" cy="3073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CE1DD3"/>
                </a:solidFill>
              </a:rPr>
              <a:t>紫色</a:t>
            </a:r>
            <a:endParaRPr lang="zh-CN" altLang="en-US" sz="1400" dirty="0">
              <a:solidFill>
                <a:srgbClr val="CE1DD3"/>
              </a:solidFill>
            </a:endParaRPr>
          </a:p>
        </p:txBody>
      </p:sp>
      <p:sp>
        <p:nvSpPr>
          <p:cNvPr id="6" name="文本框 40"/>
          <p:cNvSpPr txBox="1"/>
          <p:nvPr/>
        </p:nvSpPr>
        <p:spPr>
          <a:xfrm>
            <a:off x="-1834515" y="1680558"/>
            <a:ext cx="457200" cy="3073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BA1C20"/>
                </a:solidFill>
              </a:rPr>
              <a:t>深红</a:t>
            </a:r>
            <a:endParaRPr lang="zh-CN" altLang="en-US" sz="1400" dirty="0">
              <a:solidFill>
                <a:srgbClr val="BA1C20"/>
              </a:solidFill>
            </a:endParaRPr>
          </a:p>
        </p:txBody>
      </p:sp>
      <p:sp>
        <p:nvSpPr>
          <p:cNvPr id="8" name="Google Shape;60;p14"/>
          <p:cNvSpPr/>
          <p:nvPr/>
        </p:nvSpPr>
        <p:spPr>
          <a:xfrm>
            <a:off x="-890671" y="3339813"/>
            <a:ext cx="365760" cy="182880"/>
          </a:xfrm>
          <a:prstGeom prst="rect">
            <a:avLst/>
          </a:prstGeom>
          <a:solidFill>
            <a:srgbClr val="33CC33">
              <a:alpha val="20000"/>
            </a:srgbClr>
          </a:solidFill>
          <a:ln>
            <a:noFill/>
          </a:ln>
        </p:spPr>
        <p:txBody>
          <a:bodyPr spcFirstLastPara="1" wrap="square" lIns="146280" tIns="73120" rIns="146280" bIns="73120" anchor="ctr" anchorCtr="0">
            <a:noAutofit/>
          </a:bodyPr>
          <a:lstStyle/>
          <a:p>
            <a:pPr algn="ctr"/>
            <a:endParaRPr sz="288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sp>
        <p:nvSpPr>
          <p:cNvPr id="9" name="Google Shape;113;p14"/>
          <p:cNvSpPr/>
          <p:nvPr/>
        </p:nvSpPr>
        <p:spPr>
          <a:xfrm>
            <a:off x="-890671" y="2869913"/>
            <a:ext cx="365760" cy="182880"/>
          </a:xfrm>
          <a:prstGeom prst="rect">
            <a:avLst/>
          </a:prstGeom>
          <a:solidFill>
            <a:srgbClr val="FF0000">
              <a:alpha val="49800"/>
            </a:srgbClr>
          </a:solidFill>
          <a:ln>
            <a:noFill/>
          </a:ln>
        </p:spPr>
        <p:txBody>
          <a:bodyPr spcFirstLastPara="1" wrap="square" lIns="146280" tIns="73120" rIns="146280" bIns="73120" anchor="ctr" anchorCtr="0">
            <a:noAutofit/>
          </a:bodyPr>
          <a:lstStyle/>
          <a:p>
            <a:pPr algn="ctr"/>
            <a:endParaRPr sz="1280" dirty="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sp>
        <p:nvSpPr>
          <p:cNvPr id="10" name="Google Shape;114;p14"/>
          <p:cNvSpPr/>
          <p:nvPr/>
        </p:nvSpPr>
        <p:spPr>
          <a:xfrm>
            <a:off x="-1743075" y="2868008"/>
            <a:ext cx="365760" cy="182880"/>
          </a:xfrm>
          <a:prstGeom prst="rect">
            <a:avLst/>
          </a:prstGeom>
          <a:solidFill>
            <a:srgbClr val="33CC33">
              <a:alpha val="49800"/>
            </a:srgbClr>
          </a:solidFill>
          <a:ln>
            <a:noFill/>
          </a:ln>
        </p:spPr>
        <p:txBody>
          <a:bodyPr spcFirstLastPara="1" wrap="square" lIns="146280" tIns="73120" rIns="146280" bIns="73120" anchor="ctr" anchorCtr="0">
            <a:noAutofit/>
          </a:bodyPr>
          <a:lstStyle/>
          <a:p>
            <a:pPr algn="ctr"/>
            <a:endParaRPr sz="1280" dirty="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cxnSp>
        <p:nvCxnSpPr>
          <p:cNvPr id="12" name="Google Shape;116;p14"/>
          <p:cNvCxnSpPr/>
          <p:nvPr/>
        </p:nvCxnSpPr>
        <p:spPr>
          <a:xfrm rot="10800000">
            <a:off x="-1834515" y="503145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3" name="Google Shape;120;p14"/>
          <p:cNvCxnSpPr/>
          <p:nvPr/>
        </p:nvCxnSpPr>
        <p:spPr>
          <a:xfrm flipH="1">
            <a:off x="-890671" y="532355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4" name="Google Shape;121;p14"/>
          <p:cNvCxnSpPr/>
          <p:nvPr/>
        </p:nvCxnSpPr>
        <p:spPr>
          <a:xfrm flipH="1">
            <a:off x="-890671" y="561057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5" name="Google Shape;118;p14"/>
          <p:cNvCxnSpPr/>
          <p:nvPr/>
        </p:nvCxnSpPr>
        <p:spPr>
          <a:xfrm rot="10800000">
            <a:off x="-1834515" y="5317838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00FF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6" name="Google Shape;119;p14"/>
          <p:cNvCxnSpPr/>
          <p:nvPr/>
        </p:nvCxnSpPr>
        <p:spPr>
          <a:xfrm rot="10800000">
            <a:off x="-1834515" y="560422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8E1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7" name="Google Shape;123;p14"/>
          <p:cNvCxnSpPr/>
          <p:nvPr/>
        </p:nvCxnSpPr>
        <p:spPr>
          <a:xfrm flipH="1">
            <a:off x="-890671" y="618461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8E11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8" name="Google Shape;124;p14"/>
          <p:cNvCxnSpPr/>
          <p:nvPr/>
        </p:nvCxnSpPr>
        <p:spPr>
          <a:xfrm flipH="1">
            <a:off x="-890671" y="589759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00FF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9" name="Google Shape;65;p14"/>
          <p:cNvCxnSpPr/>
          <p:nvPr/>
        </p:nvCxnSpPr>
        <p:spPr>
          <a:xfrm flipH="1">
            <a:off x="-1834515" y="617699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4" name="Google Shape;75;p14"/>
          <p:cNvCxnSpPr/>
          <p:nvPr/>
        </p:nvCxnSpPr>
        <p:spPr>
          <a:xfrm flipH="1">
            <a:off x="-1834515" y="5890608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stealth" w="med" len="med"/>
          </a:ln>
        </p:spPr>
      </p:cxnSp>
      <p:sp>
        <p:nvSpPr>
          <p:cNvPr id="27" name="Rectangle 218"/>
          <p:cNvSpPr/>
          <p:nvPr/>
        </p:nvSpPr>
        <p:spPr>
          <a:xfrm>
            <a:off x="-1743075" y="3337273"/>
            <a:ext cx="365760" cy="182880"/>
          </a:xfrm>
          <a:prstGeom prst="rect">
            <a:avLst/>
          </a:prstGeom>
          <a:solidFill>
            <a:srgbClr val="D2691E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80"/>
          </a:p>
        </p:txBody>
      </p:sp>
      <p:sp>
        <p:nvSpPr>
          <p:cNvPr id="28" name="Rectangle 328"/>
          <p:cNvSpPr/>
          <p:nvPr/>
        </p:nvSpPr>
        <p:spPr>
          <a:xfrm>
            <a:off x="-890671" y="3809713"/>
            <a:ext cx="457200" cy="36576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80"/>
          </a:p>
        </p:txBody>
      </p:sp>
      <p:sp>
        <p:nvSpPr>
          <p:cNvPr id="29" name="Rectangle 331"/>
          <p:cNvSpPr/>
          <p:nvPr/>
        </p:nvSpPr>
        <p:spPr>
          <a:xfrm>
            <a:off x="-1834515" y="3806538"/>
            <a:ext cx="457200" cy="365760"/>
          </a:xfrm>
          <a:prstGeom prst="rect">
            <a:avLst/>
          </a:prstGeom>
          <a:ln w="19050">
            <a:solidFill>
              <a:srgbClr val="00A4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2880"/>
          </a:p>
        </p:txBody>
      </p:sp>
      <p:sp>
        <p:nvSpPr>
          <p:cNvPr id="33" name="文本框 67"/>
          <p:cNvSpPr txBox="1"/>
          <p:nvPr/>
        </p:nvSpPr>
        <p:spPr>
          <a:xfrm>
            <a:off x="-890671" y="1681828"/>
            <a:ext cx="457200" cy="3073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黑色</a:t>
            </a:r>
            <a:endParaRPr lang="zh-CN" altLang="en-US" sz="140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" name="文本框 68"/>
          <p:cNvSpPr txBox="1"/>
          <p:nvPr/>
        </p:nvSpPr>
        <p:spPr>
          <a:xfrm>
            <a:off x="-1834515" y="2274283"/>
            <a:ext cx="457200" cy="3073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FF0000"/>
                </a:solidFill>
              </a:rPr>
              <a:t>红色</a:t>
            </a:r>
            <a:endParaRPr lang="zh-CN" altLang="en-US" sz="1400" dirty="0">
              <a:solidFill>
                <a:srgbClr val="FF0000"/>
              </a:solidFill>
            </a:endParaRPr>
          </a:p>
        </p:txBody>
      </p:sp>
      <p:grpSp>
        <p:nvGrpSpPr>
          <p:cNvPr id="7" name="组合 8"/>
          <p:cNvGrpSpPr/>
          <p:nvPr/>
        </p:nvGrpSpPr>
        <p:grpSpPr>
          <a:xfrm>
            <a:off x="-1834515" y="6463378"/>
            <a:ext cx="457200" cy="548640"/>
            <a:chOff x="8533167" y="1924272"/>
            <a:chExt cx="1099206" cy="1385455"/>
          </a:xfrm>
        </p:grpSpPr>
        <p:cxnSp>
          <p:nvCxnSpPr>
            <p:cNvPr id="20" name="Google Shape;119;p14"/>
            <p:cNvCxnSpPr/>
            <p:nvPr/>
          </p:nvCxnSpPr>
          <p:spPr>
            <a:xfrm flipH="1">
              <a:off x="8533168" y="1924272"/>
              <a:ext cx="1099205" cy="0"/>
            </a:xfrm>
            <a:prstGeom prst="straightConnector1">
              <a:avLst/>
            </a:prstGeom>
            <a:noFill/>
            <a:ln w="19050" cap="flat" cmpd="sng">
              <a:solidFill>
                <a:srgbClr val="FF8E1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1" name="Google Shape;119;p14"/>
            <p:cNvCxnSpPr/>
            <p:nvPr/>
          </p:nvCxnSpPr>
          <p:spPr>
            <a:xfrm flipH="1">
              <a:off x="8533167" y="2618454"/>
              <a:ext cx="1099205" cy="0"/>
            </a:xfrm>
            <a:prstGeom prst="straightConnector1">
              <a:avLst/>
            </a:prstGeom>
            <a:noFill/>
            <a:ln w="19050" cap="flat" cmpd="sng">
              <a:solidFill>
                <a:srgbClr val="FF8E1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2" name="Google Shape;119;p14"/>
            <p:cNvCxnSpPr/>
            <p:nvPr/>
          </p:nvCxnSpPr>
          <p:spPr>
            <a:xfrm flipH="1">
              <a:off x="8533168" y="3309727"/>
              <a:ext cx="1099205" cy="0"/>
            </a:xfrm>
            <a:prstGeom prst="straightConnector1">
              <a:avLst/>
            </a:prstGeom>
            <a:noFill/>
            <a:ln w="19050" cap="flat" cmpd="sng">
              <a:solidFill>
                <a:srgbClr val="FF8E11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grpSp>
        <p:nvGrpSpPr>
          <p:cNvPr id="23" name="组合 22"/>
          <p:cNvGrpSpPr/>
          <p:nvPr/>
        </p:nvGrpSpPr>
        <p:grpSpPr>
          <a:xfrm>
            <a:off x="-890671" y="6471633"/>
            <a:ext cx="457200" cy="548640"/>
            <a:chOff x="8824317" y="1696204"/>
            <a:chExt cx="1140564" cy="1575691"/>
          </a:xfrm>
        </p:grpSpPr>
        <p:grpSp>
          <p:nvGrpSpPr>
            <p:cNvPr id="25" name="组合 14"/>
            <p:cNvGrpSpPr/>
            <p:nvPr/>
          </p:nvGrpSpPr>
          <p:grpSpPr>
            <a:xfrm>
              <a:off x="8824318" y="1696204"/>
              <a:ext cx="1140563" cy="1057388"/>
              <a:chOff x="8533167" y="1924272"/>
              <a:chExt cx="1099206" cy="1385455"/>
            </a:xfrm>
          </p:grpSpPr>
          <p:cxnSp>
            <p:nvCxnSpPr>
              <p:cNvPr id="26" name="Google Shape;119;p14"/>
              <p:cNvCxnSpPr/>
              <p:nvPr/>
            </p:nvCxnSpPr>
            <p:spPr>
              <a:xfrm flipH="1">
                <a:off x="8533168" y="1924272"/>
                <a:ext cx="1099205" cy="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FF8E1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30" name="Google Shape;119;p14"/>
              <p:cNvCxnSpPr/>
              <p:nvPr/>
            </p:nvCxnSpPr>
            <p:spPr>
              <a:xfrm flipH="1">
                <a:off x="8533167" y="2618454"/>
                <a:ext cx="1099205" cy="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FF8E1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1" name="Google Shape;119;p14"/>
              <p:cNvCxnSpPr/>
              <p:nvPr/>
            </p:nvCxnSpPr>
            <p:spPr>
              <a:xfrm flipH="1">
                <a:off x="8533168" y="3309727"/>
                <a:ext cx="1099205" cy="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FF8E1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</p:grpSp>
        <p:cxnSp>
          <p:nvCxnSpPr>
            <p:cNvPr id="31" name="Google Shape;119;p14"/>
            <p:cNvCxnSpPr/>
            <p:nvPr/>
          </p:nvCxnSpPr>
          <p:spPr>
            <a:xfrm flipH="1">
              <a:off x="8824317" y="3271895"/>
              <a:ext cx="1140562" cy="0"/>
            </a:xfrm>
            <a:prstGeom prst="straightConnector1">
              <a:avLst/>
            </a:prstGeom>
            <a:noFill/>
            <a:ln w="19050" cap="flat" cmpd="sng">
              <a:solidFill>
                <a:srgbClr val="FF8E11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cxnSp>
        <p:nvCxnSpPr>
          <p:cNvPr id="47" name="Google Shape;116;p14"/>
          <p:cNvCxnSpPr/>
          <p:nvPr/>
        </p:nvCxnSpPr>
        <p:spPr>
          <a:xfrm rot="10800000">
            <a:off x="-890671" y="5036533"/>
            <a:ext cx="457200" cy="0"/>
          </a:xfrm>
          <a:prstGeom prst="straightConnector1">
            <a:avLst/>
          </a:prstGeom>
          <a:noFill/>
          <a:ln w="19050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53" name="Group 52"/>
          <p:cNvGrpSpPr/>
          <p:nvPr/>
        </p:nvGrpSpPr>
        <p:grpSpPr>
          <a:xfrm>
            <a:off x="-1751965" y="4525010"/>
            <a:ext cx="1318260" cy="306705"/>
            <a:chOff x="9798" y="4510"/>
            <a:chExt cx="1542" cy="483"/>
          </a:xfrm>
        </p:grpSpPr>
        <p:cxnSp>
          <p:nvCxnSpPr>
            <p:cNvPr id="51" name="Google Shape;115;p14"/>
            <p:cNvCxnSpPr/>
            <p:nvPr/>
          </p:nvCxnSpPr>
          <p:spPr>
            <a:xfrm rot="10800000">
              <a:off x="9798" y="4755"/>
              <a:ext cx="720" cy="0"/>
            </a:xfrm>
            <a:prstGeom prst="straightConnector1">
              <a:avLst/>
            </a:prstGeom>
            <a:ln w="19050">
              <a:headEnd type="none" w="sm" len="sm"/>
              <a:tailEnd type="none" w="sm" len="sm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52" name="文本框 67"/>
            <p:cNvSpPr txBox="1"/>
            <p:nvPr/>
          </p:nvSpPr>
          <p:spPr>
            <a:xfrm>
              <a:off x="10538" y="4510"/>
              <a:ext cx="802" cy="4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1400" dirty="0"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Stop</a:t>
              </a:r>
              <a:endParaRPr lang="en-US" altLang="zh-CN" sz="14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</p:grpSp>
      <p:sp>
        <p:nvSpPr>
          <p:cNvPr id="54" name="文本框 68"/>
          <p:cNvSpPr txBox="1"/>
          <p:nvPr/>
        </p:nvSpPr>
        <p:spPr>
          <a:xfrm>
            <a:off x="-890671" y="2276188"/>
            <a:ext cx="5384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1400" dirty="0">
                <a:solidFill>
                  <a:srgbClr val="00B050"/>
                </a:solidFill>
              </a:rPr>
              <a:t>绿色</a:t>
            </a:r>
            <a:endParaRPr lang="zh-CN" altLang="en-US" sz="1400" dirty="0">
              <a:solidFill>
                <a:srgbClr val="00B050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438</Words>
  <Application>WPS Presentation</Application>
  <PresentationFormat/>
  <Paragraphs>298</Paragraphs>
  <Slides>17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17</vt:i4>
      </vt:variant>
    </vt:vector>
  </HeadingPairs>
  <TitlesOfParts>
    <vt:vector size="26" baseType="lpstr">
      <vt:lpstr>Arial</vt:lpstr>
      <vt:lpstr>宋体</vt:lpstr>
      <vt:lpstr>Wingdings</vt:lpstr>
      <vt:lpstr>Arial</vt:lpstr>
      <vt:lpstr>Calibri</vt:lpstr>
      <vt:lpstr>微软雅黑</vt:lpstr>
      <vt:lpstr>Arial Unicode MS</vt:lpstr>
      <vt:lpstr>Constantia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10329</cp:lastModifiedBy>
  <cp:revision>10</cp:revision>
  <dcterms:created xsi:type="dcterms:W3CDTF">2024-11-22T04:24:46Z</dcterms:created>
  <dcterms:modified xsi:type="dcterms:W3CDTF">2024-11-22T08:42:33Z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713573E654B34674A0F51E818158D338_12</vt:lpwstr>
  </property>
  <property fmtid="{D5CDD505-2E9C-101B-9397-08002B2CF9AE}" pid="3" name="KSOProductBuildVer">
    <vt:lpwstr>1033-12.2.0.18911</vt:lpwstr>
  </property>
</Properties>
</file>