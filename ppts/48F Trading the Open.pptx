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1097" r:id="rId2"/>
    <p:sldId id="1098" r:id="rId3"/>
    <p:sldId id="1099" r:id="rId4"/>
    <p:sldId id="1100" r:id="rId5"/>
    <p:sldId id="1101" r:id="rId6"/>
    <p:sldId id="1102" r:id="rId7"/>
    <p:sldId id="1103" r:id="rId8"/>
    <p:sldId id="1104" r:id="rId9"/>
    <p:sldId id="1105" r:id="rId10"/>
    <p:sldId id="1106" r:id="rId11"/>
    <p:sldId id="1107" r:id="rId12"/>
    <p:sldId id="1108" r:id="rId13"/>
    <p:sldId id="1109" r:id="rId14"/>
    <p:sldId id="1110" r:id="rId15"/>
    <p:sldId id="1111" r:id="rId16"/>
    <p:sldId id="1112" r:id="rId17"/>
    <p:sldId id="1113" r:id="rId18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949203-8F08-842B-5617-ECA66CF9E534}" v="115" dt="2024-12-24T07:03:18.3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55" autoAdjust="0"/>
    <p:restoredTop sz="94660"/>
  </p:normalViewPr>
  <p:slideViewPr>
    <p:cSldViewPr snapToGrid="0">
      <p:cViewPr>
        <p:scale>
          <a:sx n="100" d="100"/>
          <a:sy n="100" d="100"/>
        </p:scale>
        <p:origin x="2124" y="7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润庭 邓" userId="dd4ed0c4d3e1c47b" providerId="Windows Live" clId="Web-{38949203-8F08-842B-5617-ECA66CF9E534}"/>
    <pc:docChg chg="modSld">
      <pc:chgData name="润庭 邓" userId="dd4ed0c4d3e1c47b" providerId="Windows Live" clId="Web-{38949203-8F08-842B-5617-ECA66CF9E534}" dt="2024-12-24T07:03:18.392" v="69"/>
      <pc:docMkLst>
        <pc:docMk/>
      </pc:docMkLst>
      <pc:sldChg chg="addSp modSp">
        <pc:chgData name="润庭 邓" userId="dd4ed0c4d3e1c47b" providerId="Windows Live" clId="Web-{38949203-8F08-842B-5617-ECA66CF9E534}" dt="2024-12-24T06:51:31.716" v="37" actId="14100"/>
        <pc:sldMkLst>
          <pc:docMk/>
          <pc:sldMk cId="0" sldId="1109"/>
        </pc:sldMkLst>
        <pc:spChg chg="add mod">
          <ac:chgData name="润庭 邓" userId="dd4ed0c4d3e1c47b" providerId="Windows Live" clId="Web-{38949203-8F08-842B-5617-ECA66CF9E534}" dt="2024-12-24T06:51:31.716" v="37" actId="14100"/>
          <ac:spMkLst>
            <pc:docMk/>
            <pc:sldMk cId="0" sldId="1109"/>
            <ac:spMk id="11" creationId="{BD0A8AAE-5FE0-9490-6BA9-6F3D1F96AED0}"/>
          </ac:spMkLst>
        </pc:spChg>
      </pc:sldChg>
      <pc:sldChg chg="addSp modSp">
        <pc:chgData name="润庭 邓" userId="dd4ed0c4d3e1c47b" providerId="Windows Live" clId="Web-{38949203-8F08-842B-5617-ECA66CF9E534}" dt="2024-12-24T06:58:30.618" v="66" actId="1076"/>
        <pc:sldMkLst>
          <pc:docMk/>
          <pc:sldMk cId="0" sldId="1110"/>
        </pc:sldMkLst>
        <pc:spChg chg="add mod">
          <ac:chgData name="润庭 邓" userId="dd4ed0c4d3e1c47b" providerId="Windows Live" clId="Web-{38949203-8F08-842B-5617-ECA66CF9E534}" dt="2024-12-24T06:58:30.618" v="66" actId="1076"/>
          <ac:spMkLst>
            <pc:docMk/>
            <pc:sldMk cId="0" sldId="1110"/>
            <ac:spMk id="11" creationId="{F2C1687B-4481-5D01-CB70-DDEE56A8ABB2}"/>
          </ac:spMkLst>
        </pc:spChg>
        <pc:picChg chg="mod">
          <ac:chgData name="润庭 邓" userId="dd4ed0c4d3e1c47b" providerId="Windows Live" clId="Web-{38949203-8F08-842B-5617-ECA66CF9E534}" dt="2024-12-24T06:55:20.004" v="39" actId="1076"/>
          <ac:picMkLst>
            <pc:docMk/>
            <pc:sldMk cId="0" sldId="1110"/>
            <ac:picMk id="55" creationId="{00000000-0000-0000-0000-000000000000}"/>
          </ac:picMkLst>
        </pc:picChg>
      </pc:sldChg>
      <pc:sldChg chg="addSp delSp modSp">
        <pc:chgData name="润庭 邓" userId="dd4ed0c4d3e1c47b" providerId="Windows Live" clId="Web-{38949203-8F08-842B-5617-ECA66CF9E534}" dt="2024-12-24T07:03:18.392" v="69"/>
        <pc:sldMkLst>
          <pc:docMk/>
          <pc:sldMk cId="0" sldId="1111"/>
        </pc:sldMkLst>
        <pc:spChg chg="add del mod">
          <ac:chgData name="润庭 邓" userId="dd4ed0c4d3e1c47b" providerId="Windows Live" clId="Web-{38949203-8F08-842B-5617-ECA66CF9E534}" dt="2024-12-24T07:03:18.392" v="69"/>
          <ac:spMkLst>
            <pc:docMk/>
            <pc:sldMk cId="0" sldId="1111"/>
            <ac:spMk id="11" creationId="{49843297-C0BC-02A3-04DC-81BF692590E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73450-21BC-4A53-A38A-02AF4E4F56C5}" type="datetimeFigureOut">
              <a:rPr lang="zh-CN" altLang="en-US" smtClean="0"/>
              <a:t>2024/12/23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DB2-7B4A-476D-BD91-FA8E9281E5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73450-21BC-4A53-A38A-02AF4E4F56C5}" type="datetimeFigureOut">
              <a:rPr lang="zh-CN" altLang="en-US" smtClean="0"/>
              <a:t>2024/12/23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DB2-7B4A-476D-BD91-FA8E9281E5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73450-21BC-4A53-A38A-02AF4E4F56C5}" type="datetimeFigureOut">
              <a:rPr lang="zh-CN" altLang="en-US" smtClean="0"/>
              <a:t>2024/12/23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DB2-7B4A-476D-BD91-FA8E9281E5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73450-21BC-4A53-A38A-02AF4E4F56C5}" type="datetimeFigureOut">
              <a:rPr lang="zh-CN" altLang="en-US" smtClean="0"/>
              <a:t>2024/12/23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DB2-7B4A-476D-BD91-FA8E9281E5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73450-21BC-4A53-A38A-02AF4E4F56C5}" type="datetimeFigureOut">
              <a:rPr lang="zh-CN" altLang="en-US" smtClean="0"/>
              <a:t>2024/12/23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DB2-7B4A-476D-BD91-FA8E9281E5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73450-21BC-4A53-A38A-02AF4E4F56C5}" type="datetimeFigureOut">
              <a:rPr lang="zh-CN" altLang="en-US" smtClean="0"/>
              <a:t>2024/12/23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DB2-7B4A-476D-BD91-FA8E9281E5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73450-21BC-4A53-A38A-02AF4E4F56C5}" type="datetimeFigureOut">
              <a:rPr lang="zh-CN" altLang="en-US" smtClean="0"/>
              <a:t>2024/12/23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DB2-7B4A-476D-BD91-FA8E9281E5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73450-21BC-4A53-A38A-02AF4E4F56C5}" type="datetimeFigureOut">
              <a:rPr lang="zh-CN" altLang="en-US" smtClean="0"/>
              <a:t>2024/12/23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DB2-7B4A-476D-BD91-FA8E9281E5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73450-21BC-4A53-A38A-02AF4E4F56C5}" type="datetimeFigureOut">
              <a:rPr lang="zh-CN" altLang="en-US" smtClean="0"/>
              <a:t>2024/12/23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DB2-7B4A-476D-BD91-FA8E9281E5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73450-21BC-4A53-A38A-02AF4E4F56C5}" type="datetimeFigureOut">
              <a:rPr lang="zh-CN" altLang="en-US" smtClean="0"/>
              <a:t>2024/12/23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DB2-7B4A-476D-BD91-FA8E9281E5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73450-21BC-4A53-A38A-02AF4E4F56C5}" type="datetimeFigureOut">
              <a:rPr lang="zh-CN" altLang="en-US" smtClean="0"/>
              <a:t>2024/12/23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DB2-7B4A-476D-BD91-FA8E9281E5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173450-21BC-4A53-A38A-02AF4E4F56C5}" type="datetimeFigureOut">
              <a:rPr lang="zh-CN" altLang="en-US" smtClean="0"/>
              <a:t>2024/12/23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A57DB2-7B4A-476D-BD91-FA8E9281E5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</a:p>
        </p:txBody>
      </p:sp>
      <p:pic>
        <p:nvPicPr>
          <p:cNvPr id="55" name="Picture 54" descr="Snipaste_2024-11-22_17-00-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</a:p>
        </p:txBody>
      </p:sp>
      <p:pic>
        <p:nvPicPr>
          <p:cNvPr id="55" name="Picture 54" descr="Snipaste_2024-11-22_17-00-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</a:p>
        </p:txBody>
      </p:sp>
      <p:pic>
        <p:nvPicPr>
          <p:cNvPr id="55" name="Picture 54" descr="Snipaste_2024-11-22_17-03-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</a:p>
        </p:txBody>
      </p:sp>
      <p:pic>
        <p:nvPicPr>
          <p:cNvPr id="55" name="Picture 54" descr="Snipaste_2024-11-22_17-07-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</a:p>
        </p:txBody>
      </p:sp>
      <p:pic>
        <p:nvPicPr>
          <p:cNvPr id="55" name="Picture 54" descr="Snipaste_2024-11-22_17-10-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</a:p>
        </p:txBody>
      </p:sp>
      <p:pic>
        <p:nvPicPr>
          <p:cNvPr id="55" name="Picture 54" descr="Snipaste_2024-11-22_17-14-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</a:p>
        </p:txBody>
      </p:sp>
      <p:pic>
        <p:nvPicPr>
          <p:cNvPr id="55" name="Picture 54" descr="Snipaste_2024-11-22_17-17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</a:p>
        </p:txBody>
      </p:sp>
      <p:pic>
        <p:nvPicPr>
          <p:cNvPr id="55" name="Picture 54" descr="Snipaste_2024-11-22_17-22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</a:p>
        </p:txBody>
      </p:sp>
      <p:pic>
        <p:nvPicPr>
          <p:cNvPr id="55" name="Picture 54" descr="Snipaste_2024-11-22_17-23-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</a:p>
        </p:txBody>
      </p:sp>
      <p:pic>
        <p:nvPicPr>
          <p:cNvPr id="55" name="Picture 54" descr="Snipaste_2024-11-22_17-25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</a:p>
        </p:txBody>
      </p:sp>
      <p:pic>
        <p:nvPicPr>
          <p:cNvPr id="55" name="Picture 54" descr="Snipaste_2024-11-22_17-25-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</a:p>
        </p:txBody>
      </p:sp>
      <p:pic>
        <p:nvPicPr>
          <p:cNvPr id="55" name="Picture 54" descr="Snipaste_2024-11-22_17-29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</a:p>
        </p:txBody>
      </p:sp>
      <p:pic>
        <p:nvPicPr>
          <p:cNvPr id="55" name="Picture 54" descr="Snipaste_2024-11-22_17-31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BD0A8AAE-5FE0-9490-6BA9-6F3D1F96AED0}"/>
              </a:ext>
            </a:extLst>
          </p:cNvPr>
          <p:cNvSpPr txBox="1"/>
          <p:nvPr/>
        </p:nvSpPr>
        <p:spPr>
          <a:xfrm>
            <a:off x="8496000" y="3672000"/>
            <a:ext cx="382320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>
                <a:ea typeface="等线"/>
              </a:rPr>
              <a:t>当有开盘持续30-60分钟的强势上涨</a:t>
            </a:r>
          </a:p>
          <a:p>
            <a:r>
              <a:rPr lang="zh-CN" altLang="en-US">
                <a:ea typeface="等线"/>
              </a:rPr>
              <a:t>经常后续是几个小时的震荡行情</a:t>
            </a:r>
            <a:endParaRPr lang="zh-CN" altLang="en-US" dirty="0">
              <a:ea typeface="等线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</a:p>
        </p:txBody>
      </p:sp>
      <p:pic>
        <p:nvPicPr>
          <p:cNvPr id="55" name="Picture 54" descr="Snipaste_2024-11-22_17-32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F2C1687B-4481-5D01-CB70-DDEE56A8ABB2}"/>
              </a:ext>
            </a:extLst>
          </p:cNvPr>
          <p:cNvSpPr txBox="1"/>
          <p:nvPr/>
        </p:nvSpPr>
        <p:spPr>
          <a:xfrm>
            <a:off x="9670778" y="2584931"/>
            <a:ext cx="3448800" cy="120032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>
                <a:ea typeface="等线"/>
              </a:rPr>
              <a:t>总体来说</a:t>
            </a:r>
            <a:endParaRPr lang="zh-CN">
              <a:ea typeface="等线"/>
            </a:endParaRPr>
          </a:p>
          <a:p>
            <a:pPr algn="l"/>
            <a:r>
              <a:rPr lang="zh-CN" altLang="en-US">
                <a:ea typeface="等线"/>
              </a:rPr>
              <a:t>阴线下方做空</a:t>
            </a:r>
            <a:endParaRPr lang="zh-CN">
              <a:ea typeface="等线"/>
            </a:endParaRPr>
          </a:p>
          <a:p>
            <a:r>
              <a:rPr lang="zh-CN" altLang="en-US">
                <a:ea typeface="等线"/>
              </a:rPr>
              <a:t>或者跟随阴线收盘做空</a:t>
            </a:r>
          </a:p>
          <a:p>
            <a:r>
              <a:rPr lang="zh-CN" altLang="en-US">
                <a:ea typeface="等线"/>
              </a:rPr>
              <a:t>有更高的胜率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</a:p>
        </p:txBody>
      </p:sp>
      <p:pic>
        <p:nvPicPr>
          <p:cNvPr id="55" name="Picture 54" descr="Snipaste_2024-11-22_17-33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</a:p>
        </p:txBody>
      </p:sp>
      <p:pic>
        <p:nvPicPr>
          <p:cNvPr id="55" name="Picture 54" descr="Snipaste_2024-11-22_17-33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</a:p>
        </p:txBody>
      </p:sp>
      <p:pic>
        <p:nvPicPr>
          <p:cNvPr id="55" name="Picture 54" descr="Snipaste_2024-11-22_17-34-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340</Words>
  <Application>Microsoft Office PowerPoint</Application>
  <PresentationFormat>自定义</PresentationFormat>
  <Paragraphs>306</Paragraphs>
  <Slides>17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18" baseType="lpstr"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润庭 邓</dc:creator>
  <cp:lastModifiedBy>呆瓜瓜瓜瓜瓜</cp:lastModifiedBy>
  <cp:revision>97</cp:revision>
  <dcterms:created xsi:type="dcterms:W3CDTF">2024-11-19T02:39:00Z</dcterms:created>
  <dcterms:modified xsi:type="dcterms:W3CDTF">2024-12-24T07:03:20Z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0D0BA0CB5BA74E3E90A29B76479AB8AA_12</vt:lpwstr>
  </property>
  <property fmtid="{D5CDD505-2E9C-101B-9397-08002B2CF9AE}" pid="3" name="KSOProductBuildVer">
    <vt:lpwstr>2052-12.1.0.19302</vt:lpwstr>
  </property>
</Properties>
</file>