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1 Video 480 (#1 of 2) 00m0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2 Main Points 00m3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3 The Middle  Only Important If It Is Different from the Open 03m1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4 End of Middle  Only IfAnother Transition 06m1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5 Trend from the Open  Will It Continue  10m2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6 Trend, Then TR  Look for Trend Resumption 0r Reversal 10m3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7 Trend, Then TR  Look for Trend Resumption 0r Reversal 11m1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8 Trend, Then TR  Look for Trend Resumption or Reversal 11m3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9 Trend, Then TR  Look for Trend Resumption 0r Reversal 12m2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0 Trend, Then TR  Look for Trend Resumption 0r Reversal 12m4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1 Trend, Then TR  Look for Trend Resumption 0r Reversal 13m0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2 Trend, Then TR  Look for Trend Resumption or Reversal 13m1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3 Trend on Open  Continue All Day  16m0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4 Main Points  Trend or Leg in Trading Range (TR)  16m18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5 Initial Trend  Just a Leg in TR  20m0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6 Early TR  Look for Early Signs of BO 22m4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7 BO  Do Not Deny Transition into Trend 25m1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8 Strong Rally  Look for Early Signs of TR 27m5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9 Once in TR  BLSHS, Like with All TRS 28m0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20 Once in TR  BLSHS, Like with All TRS 28m1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21 Once in TR  BLSHS, Like with All TRs 28m2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22 Once in TR  BLSHS, Like with All TRs 28m3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23 Once in TR  BLSHS, Like with All TRS 28m4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24 Once in TR  BLSHS, Like with All TRS 28m5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25 Once in TR  BLSHS, Like with All TRS 29m0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26 Once in TR  BLSHS, Like with All TRs 29m3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27 TR  Look for Early Signs of B0 for Late Swing Trade 30m1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28 TR  Look for Early Signs of BO for Late Swing Trade 30m2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29 TR  Look for Early Signs of B0 for Late Swing Trade 30m3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30 TR  Look for Early Signs of BO for Late Swing Trade 30m3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31 TR  Look for Early Signs of BO for Late Swing Trade 31m1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32 TR  Look for Early Signs of B0 for Late Swing Trade 31m5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33 Leg in TR  Weak Trend, Especially If Still in Yesterday’s TR 33m1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34 Leg in TR  Watch for Reversal Bar 35m53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35 Leg in TR  Reversal Bar Can Lead to Opposite Swing 37m5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36 Review 38m3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37 End of Video 486 (#1 Of 2) mm H 38m3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