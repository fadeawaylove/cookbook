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01 Video 48H (#2 of 2) 00m05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02 Main Points 00m32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03 TR  Test of Support or Resistance at End of Middle 3rd 02m35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04 Support or Resistance  Reversal or BO  04m56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05 Late in TR  Strong BO Often Is Trap, Then Reverses 05m54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06 Late in TR  Strong BO Often ls Trap, Then Reverses 06m00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07 Late in TR  Strong BO Often Is Trap, Then Reverses 06m06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08 Test, Then Reversal  Often Creates opposite Trend 11m04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09 Strong Trend  Can Stil  Be Leg in TR Day 11m10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10 Strong Trend  Can Still Be Leg in TR Day 13m37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11 Late Entry  Higher Probability, Greater Risk (Stop Is Far) 15m46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12 Wide Stops or Tight Stops  Either Can Be Good 16m34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13 Main Points  80% Rule 16m49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14 80% Rule  Markets Resist Change 19m07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15 Late DB or DT  Often Leads to Trend in Final 3rd of Day 22m43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16 Review 23m15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