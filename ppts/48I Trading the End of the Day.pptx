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481 (#1 of 3) 00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2 Main Points 00m1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3 End of Day  Last Chance to Make Money 02m2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4 Final Trend Often Begins Midday  This Video Is Only Last Hour 04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5 Trader's Equation  Risk, Reward, and Probability 06m2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6 End of Day  BO or TR Are Best 07m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7 End of Day  Bull Channels Are Difficult 10m0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8 End of Day  Bear Channels Are Difficult 11m4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9 End of Day  Swing or Scalp  14m1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0 Review 14m5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