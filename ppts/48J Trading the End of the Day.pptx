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1 Video 48J (#2 of 3) 00m0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2 Main Points 00m1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3 End of Day  Buy The Close (BTC) Bull Trend 04m0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4 End of Day  Risk Happens Fast! 08m1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5 End of Day  Sell The Close (STC) Bear Trend 11m0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6 End of Day BTC and STC  Opportunities Are Brief 14m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7 End of Day BTC and STC  Time Window 16m0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8 End of Day  Limit Order Market 21m0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09 Review 22m2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