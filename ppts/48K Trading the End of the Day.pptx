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1 Video 48K (#3 of 3) 00m0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2 Main Points 00m43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3 Bull Trap  Final 2 Hours 02m5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4 Bear Trap  Final 2 Hours 06m2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5 Test of Support or Resistance  Open of Day 08m3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6 Main Points  Higher Time Frame Support and Resistance 08m39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7 End of Day  Daily Support Resistance Are Magnets 11m0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8 H, L, C of Prior Recent Days  Magnets Today 12m58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9 Last Day of Week  Weekly Support Resistance Are Magnets 15m3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0 Last Day of Week  Look for Reversal at End of Day 16m4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1 Last Day of Month  Monthly Support Resistance Are Magnets 18m4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2 Last Day of Month  Look for Sell Vacuum to Support 19m5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3 Review 21m0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