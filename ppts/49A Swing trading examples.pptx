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默认节" id="{868DAB32-D799-406B-828B-7061128EEBB3}">
          <p14:sldIdLst>
            <p14:sldId id="256"/>
            <p14:sldId id="257"/>
          </p14:sldIdLst>
        </p14:section>
        <p14:section name="开盘反转：多头趋势" id="{9BFB288B-B81D-4785-9D77-50E94A939E41}">
          <p14:sldIdLst>
            <p14:sldId id="258"/>
            <p14:sldId id="259"/>
          </p14:sldIdLst>
        </p14:section>
        <p14:section name="多头反转：交易区间" id="{AA322BC2-F06E-44F4-AA2F-39547C7EC378}">
          <p14:sldIdLst>
            <p14:sldId id="260"/>
            <p14:sldId id="261"/>
          </p14:sldIdLst>
        </p14:section>
        <p14:section name="抛物线顶：空头趋势" id="{3164FD5B-9193-4C91-8DCB-625EF8C92E86}">
          <p14:sldIdLst>
            <p14:sldId id="262"/>
          </p14:sldIdLst>
        </p14:section>
        <p14:section name="抛物线顶：空头突破失败" id="{B4F77F3F-0727-49E4-9C20-183141950EA4}">
          <p14:sldIdLst>
            <p14:sldId id="263"/>
            <p14:sldId id="264"/>
          </p14:sldIdLst>
        </p14:section>
        <p14:section name="抛售高潮：结束空头趋势" id="{184980B1-401D-449C-9822-AC4ED459D6F4}">
          <p14:sldIdLst>
            <p14:sldId id="265"/>
            <p14:sldId id="266"/>
          </p14:sldIdLst>
        </p14:section>
        <p14:section name="抛物线顶：区间、趋势延续" id="{C504127C-695C-4B1C-B4EA-903EF5092CC3}">
          <p14:sldIdLst>
            <p14:sldId id="267"/>
          </p14:sldIdLst>
        </p14:section>
        <p14:section name="高开反转向下：上涨趋势延续" id="{3B5D2312-D981-416B-B45F-66DC0BF75381}">
          <p14:sldIdLst>
            <p14:sldId id="268"/>
            <p14:sldId id="269"/>
          </p14:sldIdLst>
        </p14:section>
        <p14:section name="高开BOM：双底牛旗" id="{768DE475-B36D-454B-A619-A99C25780DB9}">
          <p14:sldIdLst>
            <p14:sldId id="270"/>
            <p14:sldId id="271"/>
          </p14:sldIdLst>
        </p14:section>
        <p14:section name="大高开：EMA双底牛旗" id="{91B74B36-A2AB-4CB9-B232-09048558EF18}">
          <p14:sldIdLst>
            <p14:sldId id="272"/>
          </p14:sldIdLst>
        </p14:section>
        <p14:section name="区间中的牛腿" id="{90155492-B83F-4B00-9823-1AF1292604B9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0" autoAdjust="0"/>
    <p:restoredTop sz="94660"/>
  </p:normalViewPr>
  <p:slideViewPr>
    <p:cSldViewPr snapToGrid="0">
      <p:cViewPr>
        <p:scale>
          <a:sx n="120" d="100"/>
          <a:sy n="120" d="100"/>
        </p:scale>
        <p:origin x="1328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LiveId" clId="{6CCDEEE8-ADA1-48E5-9EE6-0A04B1E6DBDE}"/>
    <pc:docChg chg="undo custSel addSld modSld addSection delSection modSection">
      <pc:chgData name="润庭 邓" userId="dd4ed0c4d3e1c47b" providerId="LiveId" clId="{6CCDEEE8-ADA1-48E5-9EE6-0A04B1E6DBDE}" dt="2024-11-15T10:24:18.127" v="2117" actId="478"/>
      <pc:docMkLst>
        <pc:docMk/>
      </pc:docMkLst>
      <pc:sldChg chg="addSp delSp modSp mod modNotes">
        <pc:chgData name="润庭 邓" userId="dd4ed0c4d3e1c47b" providerId="LiveId" clId="{6CCDEEE8-ADA1-48E5-9EE6-0A04B1E6DBDE}" dt="2024-11-15T10:24:18.127" v="2117" actId="478"/>
        <pc:sldMkLst>
          <pc:docMk/>
          <pc:sldMk cId="0" sldId="257"/>
        </pc:sldMkLst>
        <pc:spChg chg="add del mod">
          <ac:chgData name="润庭 邓" userId="dd4ed0c4d3e1c47b" providerId="LiveId" clId="{6CCDEEE8-ADA1-48E5-9EE6-0A04B1E6DBDE}" dt="2024-11-15T10:19:51.548" v="2049" actId="478"/>
          <ac:spMkLst>
            <pc:docMk/>
            <pc:sldMk cId="0" sldId="257"/>
            <ac:spMk id="2" creationId="{FD36506F-6D3B-48A4-0257-9703A24B2571}"/>
          </ac:spMkLst>
        </pc:spChg>
        <pc:spChg chg="add del mod">
          <ac:chgData name="润庭 邓" userId="dd4ed0c4d3e1c47b" providerId="LiveId" clId="{6CCDEEE8-ADA1-48E5-9EE6-0A04B1E6DBDE}" dt="2024-11-15T10:21:31.817" v="2067" actId="478"/>
          <ac:spMkLst>
            <pc:docMk/>
            <pc:sldMk cId="0" sldId="257"/>
            <ac:spMk id="3" creationId="{DFBBD337-2AC7-4276-2A21-4B3F392EFEB1}"/>
          </ac:spMkLst>
        </pc:spChg>
        <pc:spChg chg="add del mod">
          <ac:chgData name="润庭 邓" userId="dd4ed0c4d3e1c47b" providerId="LiveId" clId="{6CCDEEE8-ADA1-48E5-9EE6-0A04B1E6DBDE}" dt="2024-11-15T10:24:18.127" v="2117" actId="478"/>
          <ac:spMkLst>
            <pc:docMk/>
            <pc:sldMk cId="0" sldId="257"/>
            <ac:spMk id="4" creationId="{13EF95DF-0670-C4B4-1AF1-33ED8344185C}"/>
          </ac:spMkLst>
        </pc:spChg>
        <pc:spChg chg="add del mod">
          <ac:chgData name="润庭 邓" userId="dd4ed0c4d3e1c47b" providerId="LiveId" clId="{6CCDEEE8-ADA1-48E5-9EE6-0A04B1E6DBDE}" dt="2024-11-15T10:24:18.127" v="2117" actId="478"/>
          <ac:spMkLst>
            <pc:docMk/>
            <pc:sldMk cId="0" sldId="257"/>
            <ac:spMk id="5" creationId="{0BE864F0-DC54-C3F3-5FD0-8BD0580AA8CF}"/>
          </ac:spMkLst>
        </pc:spChg>
        <pc:spChg chg="add del mod">
          <ac:chgData name="润庭 邓" userId="dd4ed0c4d3e1c47b" providerId="LiveId" clId="{6CCDEEE8-ADA1-48E5-9EE6-0A04B1E6DBDE}" dt="2024-11-15T10:24:18.127" v="2117" actId="478"/>
          <ac:spMkLst>
            <pc:docMk/>
            <pc:sldMk cId="0" sldId="257"/>
            <ac:spMk id="6" creationId="{3705B675-D8AC-47F4-D913-9C2B461144D3}"/>
          </ac:spMkLst>
        </pc:spChg>
        <pc:spChg chg="add del mod">
          <ac:chgData name="润庭 邓" userId="dd4ed0c4d3e1c47b" providerId="LiveId" clId="{6CCDEEE8-ADA1-48E5-9EE6-0A04B1E6DBDE}" dt="2024-11-15T10:24:18.127" v="2117" actId="478"/>
          <ac:spMkLst>
            <pc:docMk/>
            <pc:sldMk cId="0" sldId="257"/>
            <ac:spMk id="7" creationId="{493F6E81-CBC4-B25F-89F7-A6236C76CCDE}"/>
          </ac:spMkLst>
        </pc:spChg>
        <pc:spChg chg="del">
          <ac:chgData name="润庭 邓" userId="dd4ed0c4d3e1c47b" providerId="LiveId" clId="{6CCDEEE8-ADA1-48E5-9EE6-0A04B1E6DBDE}" dt="2024-11-15T10:24:18.127" v="2117" actId="478"/>
          <ac:spMkLst>
            <pc:docMk/>
            <pc:sldMk cId="0" sldId="257"/>
            <ac:spMk id="92" creationId="{00000000-0000-0000-0000-000000000000}"/>
          </ac:spMkLst>
        </pc:spChg>
        <pc:picChg chg="mod">
          <ac:chgData name="润庭 邓" userId="dd4ed0c4d3e1c47b" providerId="LiveId" clId="{6CCDEEE8-ADA1-48E5-9EE6-0A04B1E6DBDE}" dt="2024-11-15T10:24:14.245" v="2116" actId="1076"/>
          <ac:picMkLst>
            <pc:docMk/>
            <pc:sldMk cId="0" sldId="257"/>
            <ac:picMk id="93" creationId="{00000000-0000-0000-0000-000000000000}"/>
          </ac:picMkLst>
        </pc:picChg>
      </pc:sldChg>
      <pc:sldChg chg="modSp mod">
        <pc:chgData name="润庭 邓" userId="dd4ed0c4d3e1c47b" providerId="LiveId" clId="{6CCDEEE8-ADA1-48E5-9EE6-0A04B1E6DBDE}" dt="2024-11-15T10:06:29.076" v="2025" actId="13822"/>
        <pc:sldMkLst>
          <pc:docMk/>
          <pc:sldMk cId="0" sldId="258"/>
        </pc:sldMkLst>
        <pc:spChg chg="mod">
          <ac:chgData name="润庭 邓" userId="dd4ed0c4d3e1c47b" providerId="LiveId" clId="{6CCDEEE8-ADA1-48E5-9EE6-0A04B1E6DBDE}" dt="2024-11-15T10:06:29.076" v="2025" actId="13822"/>
          <ac:spMkLst>
            <pc:docMk/>
            <pc:sldMk cId="0" sldId="258"/>
            <ac:spMk id="102" creationId="{00000000-0000-0000-0000-000000000000}"/>
          </ac:spMkLst>
        </pc:spChg>
      </pc:sldChg>
      <pc:sldChg chg="addSp modSp mod modNotes">
        <pc:chgData name="润庭 邓" userId="dd4ed0c4d3e1c47b" providerId="LiveId" clId="{6CCDEEE8-ADA1-48E5-9EE6-0A04B1E6DBDE}" dt="2024-11-15T07:59:21.594" v="158" actId="1076"/>
        <pc:sldMkLst>
          <pc:docMk/>
          <pc:sldMk cId="0" sldId="260"/>
        </pc:sldMkLst>
        <pc:spChg chg="add mod">
          <ac:chgData name="润庭 邓" userId="dd4ed0c4d3e1c47b" providerId="LiveId" clId="{6CCDEEE8-ADA1-48E5-9EE6-0A04B1E6DBDE}" dt="2024-11-15T07:59:21.594" v="158" actId="1076"/>
          <ac:spMkLst>
            <pc:docMk/>
            <pc:sldMk cId="0" sldId="260"/>
            <ac:spMk id="2" creationId="{81A373FD-9162-9D26-B646-AF10B5605285}"/>
          </ac:spMkLst>
        </pc:spChg>
      </pc:sldChg>
      <pc:sldChg chg="addSp modSp mod modNotes">
        <pc:chgData name="润庭 邓" userId="dd4ed0c4d3e1c47b" providerId="LiveId" clId="{6CCDEEE8-ADA1-48E5-9EE6-0A04B1E6DBDE}" dt="2024-11-15T08:12:15.493" v="579" actId="17032"/>
        <pc:sldMkLst>
          <pc:docMk/>
          <pc:sldMk cId="0" sldId="261"/>
        </pc:sldMkLst>
        <pc:spChg chg="add mod">
          <ac:chgData name="润庭 邓" userId="dd4ed0c4d3e1c47b" providerId="LiveId" clId="{6CCDEEE8-ADA1-48E5-9EE6-0A04B1E6DBDE}" dt="2024-11-15T08:10:34.532" v="575" actId="1076"/>
          <ac:spMkLst>
            <pc:docMk/>
            <pc:sldMk cId="0" sldId="261"/>
            <ac:spMk id="2" creationId="{9F1CC381-A93F-A674-29DD-F885CECE3290}"/>
          </ac:spMkLst>
        </pc:spChg>
        <pc:spChg chg="add mod">
          <ac:chgData name="润庭 邓" userId="dd4ed0c4d3e1c47b" providerId="LiveId" clId="{6CCDEEE8-ADA1-48E5-9EE6-0A04B1E6DBDE}" dt="2024-11-15T08:05:00.026" v="325" actId="1076"/>
          <ac:spMkLst>
            <pc:docMk/>
            <pc:sldMk cId="0" sldId="261"/>
            <ac:spMk id="3" creationId="{B864451E-79B8-D37F-D5C1-40E675160803}"/>
          </ac:spMkLst>
        </pc:spChg>
        <pc:spChg chg="add mod">
          <ac:chgData name="润庭 邓" userId="dd4ed0c4d3e1c47b" providerId="LiveId" clId="{6CCDEEE8-ADA1-48E5-9EE6-0A04B1E6DBDE}" dt="2024-11-15T08:08:39.944" v="511" actId="1076"/>
          <ac:spMkLst>
            <pc:docMk/>
            <pc:sldMk cId="0" sldId="261"/>
            <ac:spMk id="14" creationId="{800C7ED8-4996-AC47-C274-8AAF3E4DF345}"/>
          </ac:spMkLst>
        </pc:spChg>
        <pc:spChg chg="add mod">
          <ac:chgData name="润庭 邓" userId="dd4ed0c4d3e1c47b" providerId="LiveId" clId="{6CCDEEE8-ADA1-48E5-9EE6-0A04B1E6DBDE}" dt="2024-11-15T08:09:56.616" v="567" actId="1076"/>
          <ac:spMkLst>
            <pc:docMk/>
            <pc:sldMk cId="0" sldId="261"/>
            <ac:spMk id="15" creationId="{1FCC6F20-9544-AFCD-CC9F-40EA19016DA7}"/>
          </ac:spMkLst>
        </pc:spChg>
        <pc:cxnChg chg="add mod">
          <ac:chgData name="润庭 邓" userId="dd4ed0c4d3e1c47b" providerId="LiveId" clId="{6CCDEEE8-ADA1-48E5-9EE6-0A04B1E6DBDE}" dt="2024-11-15T08:04:38.584" v="320" actId="14100"/>
          <ac:cxnSpMkLst>
            <pc:docMk/>
            <pc:sldMk cId="0" sldId="261"/>
            <ac:cxnSpMk id="5" creationId="{F32BC758-C46F-D9A5-1FFF-1BB54A249EAA}"/>
          </ac:cxnSpMkLst>
        </pc:cxnChg>
        <pc:cxnChg chg="add mod">
          <ac:chgData name="润庭 邓" userId="dd4ed0c4d3e1c47b" providerId="LiveId" clId="{6CCDEEE8-ADA1-48E5-9EE6-0A04B1E6DBDE}" dt="2024-11-15T08:04:30.787" v="318" actId="14100"/>
          <ac:cxnSpMkLst>
            <pc:docMk/>
            <pc:sldMk cId="0" sldId="261"/>
            <ac:cxnSpMk id="7" creationId="{8001FED3-AF5B-FA18-536C-5A5251C36574}"/>
          </ac:cxnSpMkLst>
        </pc:cxnChg>
        <pc:cxnChg chg="add mod">
          <ac:chgData name="润庭 邓" userId="dd4ed0c4d3e1c47b" providerId="LiveId" clId="{6CCDEEE8-ADA1-48E5-9EE6-0A04B1E6DBDE}" dt="2024-11-15T08:05:00.026" v="325" actId="1076"/>
          <ac:cxnSpMkLst>
            <pc:docMk/>
            <pc:sldMk cId="0" sldId="261"/>
            <ac:cxnSpMk id="9" creationId="{26BB0D72-7DBE-B997-28B0-4ED2D1F9E586}"/>
          </ac:cxnSpMkLst>
        </pc:cxnChg>
        <pc:cxnChg chg="add">
          <ac:chgData name="润庭 邓" userId="dd4ed0c4d3e1c47b" providerId="LiveId" clId="{6CCDEEE8-ADA1-48E5-9EE6-0A04B1E6DBDE}" dt="2024-11-15T08:10:01.222" v="568" actId="11529"/>
          <ac:cxnSpMkLst>
            <pc:docMk/>
            <pc:sldMk cId="0" sldId="261"/>
            <ac:cxnSpMk id="17" creationId="{42E977A7-9D42-684F-FE49-947569DBDB74}"/>
          </ac:cxnSpMkLst>
        </pc:cxnChg>
        <pc:cxnChg chg="add mod">
          <ac:chgData name="润庭 邓" userId="dd4ed0c4d3e1c47b" providerId="LiveId" clId="{6CCDEEE8-ADA1-48E5-9EE6-0A04B1E6DBDE}" dt="2024-11-15T08:12:15.493" v="579" actId="17032"/>
          <ac:cxnSpMkLst>
            <pc:docMk/>
            <pc:sldMk cId="0" sldId="261"/>
            <ac:cxnSpMk id="19" creationId="{E84CB702-E26C-E6EF-424B-1C3F7E11E1F7}"/>
          </ac:cxnSpMkLst>
        </pc:cxnChg>
      </pc:sldChg>
      <pc:sldChg chg="addSp modSp mod modNotes">
        <pc:chgData name="润庭 邓" userId="dd4ed0c4d3e1c47b" providerId="LiveId" clId="{6CCDEEE8-ADA1-48E5-9EE6-0A04B1E6DBDE}" dt="2024-11-15T08:33:58.393" v="910" actId="1076"/>
        <pc:sldMkLst>
          <pc:docMk/>
          <pc:sldMk cId="0" sldId="262"/>
        </pc:sldMkLst>
        <pc:spChg chg="add mod">
          <ac:chgData name="润庭 邓" userId="dd4ed0c4d3e1c47b" providerId="LiveId" clId="{6CCDEEE8-ADA1-48E5-9EE6-0A04B1E6DBDE}" dt="2024-11-15T08:31:40.598" v="725" actId="1076"/>
          <ac:spMkLst>
            <pc:docMk/>
            <pc:sldMk cId="0" sldId="262"/>
            <ac:spMk id="2" creationId="{C8B1A7D7-16EB-77E7-08D9-E0C358C43374}"/>
          </ac:spMkLst>
        </pc:spChg>
        <pc:spChg chg="add mod">
          <ac:chgData name="润庭 邓" userId="dd4ed0c4d3e1c47b" providerId="LiveId" clId="{6CCDEEE8-ADA1-48E5-9EE6-0A04B1E6DBDE}" dt="2024-11-15T08:33:58.393" v="910" actId="1076"/>
          <ac:spMkLst>
            <pc:docMk/>
            <pc:sldMk cId="0" sldId="262"/>
            <ac:spMk id="3" creationId="{92B477B6-C602-A0B2-74BF-A60835261A6F}"/>
          </ac:spMkLst>
        </pc:spChg>
      </pc:sldChg>
      <pc:sldChg chg="addSp modSp mod modNotes">
        <pc:chgData name="润庭 邓" userId="dd4ed0c4d3e1c47b" providerId="LiveId" clId="{6CCDEEE8-ADA1-48E5-9EE6-0A04B1E6DBDE}" dt="2024-11-15T08:42:50.571" v="1039" actId="207"/>
        <pc:sldMkLst>
          <pc:docMk/>
          <pc:sldMk cId="0" sldId="263"/>
        </pc:sldMkLst>
        <pc:spChg chg="add mod">
          <ac:chgData name="润庭 邓" userId="dd4ed0c4d3e1c47b" providerId="LiveId" clId="{6CCDEEE8-ADA1-48E5-9EE6-0A04B1E6DBDE}" dt="2024-11-15T08:42:50.571" v="1039" actId="207"/>
          <ac:spMkLst>
            <pc:docMk/>
            <pc:sldMk cId="0" sldId="263"/>
            <ac:spMk id="2" creationId="{51044885-3903-100C-4863-6693A47D60FC}"/>
          </ac:spMkLst>
        </pc:spChg>
        <pc:cxnChg chg="add mod">
          <ac:chgData name="润庭 邓" userId="dd4ed0c4d3e1c47b" providerId="LiveId" clId="{6CCDEEE8-ADA1-48E5-9EE6-0A04B1E6DBDE}" dt="2024-11-15T08:40:36.596" v="1037" actId="17032"/>
          <ac:cxnSpMkLst>
            <pc:docMk/>
            <pc:sldMk cId="0" sldId="263"/>
            <ac:cxnSpMk id="4" creationId="{42FEBAD3-95B9-53D3-52C2-18767319F55D}"/>
          </ac:cxnSpMkLst>
        </pc:cxnChg>
      </pc:sldChg>
      <pc:sldChg chg="addSp modSp mod modNotes">
        <pc:chgData name="润庭 邓" userId="dd4ed0c4d3e1c47b" providerId="LiveId" clId="{6CCDEEE8-ADA1-48E5-9EE6-0A04B1E6DBDE}" dt="2024-11-15T08:58:50.375" v="1353" actId="1076"/>
        <pc:sldMkLst>
          <pc:docMk/>
          <pc:sldMk cId="0" sldId="265"/>
        </pc:sldMkLst>
        <pc:spChg chg="add mod">
          <ac:chgData name="润庭 邓" userId="dd4ed0c4d3e1c47b" providerId="LiveId" clId="{6CCDEEE8-ADA1-48E5-9EE6-0A04B1E6DBDE}" dt="2024-11-15T08:57:32.671" v="1230" actId="1076"/>
          <ac:spMkLst>
            <pc:docMk/>
            <pc:sldMk cId="0" sldId="265"/>
            <ac:spMk id="2" creationId="{DED650AF-ADFD-BBC3-AF6C-EA4AEE0AB1E6}"/>
          </ac:spMkLst>
        </pc:spChg>
        <pc:spChg chg="add mod">
          <ac:chgData name="润庭 邓" userId="dd4ed0c4d3e1c47b" providerId="LiveId" clId="{6CCDEEE8-ADA1-48E5-9EE6-0A04B1E6DBDE}" dt="2024-11-15T08:58:50.375" v="1353" actId="1076"/>
          <ac:spMkLst>
            <pc:docMk/>
            <pc:sldMk cId="0" sldId="265"/>
            <ac:spMk id="3" creationId="{781117D6-6E33-F4A3-651F-54083CB48B91}"/>
          </ac:spMkLst>
        </pc:spChg>
      </pc:sldChg>
      <pc:sldChg chg="addSp modSp mod modNotes">
        <pc:chgData name="润庭 邓" userId="dd4ed0c4d3e1c47b" providerId="LiveId" clId="{6CCDEEE8-ADA1-48E5-9EE6-0A04B1E6DBDE}" dt="2024-11-15T09:09:19.619" v="1627" actId="1076"/>
        <pc:sldMkLst>
          <pc:docMk/>
          <pc:sldMk cId="0" sldId="267"/>
        </pc:sldMkLst>
        <pc:spChg chg="add mod">
          <ac:chgData name="润庭 邓" userId="dd4ed0c4d3e1c47b" providerId="LiveId" clId="{6CCDEEE8-ADA1-48E5-9EE6-0A04B1E6DBDE}" dt="2024-11-15T09:07:35.654" v="1549" actId="20577"/>
          <ac:spMkLst>
            <pc:docMk/>
            <pc:sldMk cId="0" sldId="267"/>
            <ac:spMk id="2" creationId="{12998497-FC19-7E74-0F18-F0E57DBB3B5D}"/>
          </ac:spMkLst>
        </pc:spChg>
        <pc:spChg chg="add mod">
          <ac:chgData name="润庭 邓" userId="dd4ed0c4d3e1c47b" providerId="LiveId" clId="{6CCDEEE8-ADA1-48E5-9EE6-0A04B1E6DBDE}" dt="2024-11-15T09:09:19.619" v="1627" actId="1076"/>
          <ac:spMkLst>
            <pc:docMk/>
            <pc:sldMk cId="0" sldId="267"/>
            <ac:spMk id="3" creationId="{BAC264A8-9725-06A6-E03D-6C42690C6180}"/>
          </ac:spMkLst>
        </pc:spChg>
      </pc:sldChg>
      <pc:sldChg chg="addSp modSp mod">
        <pc:chgData name="润庭 邓" userId="dd4ed0c4d3e1c47b" providerId="LiveId" clId="{6CCDEEE8-ADA1-48E5-9EE6-0A04B1E6DBDE}" dt="2024-11-15T09:36:28.812" v="1637" actId="13822"/>
        <pc:sldMkLst>
          <pc:docMk/>
          <pc:sldMk cId="0" sldId="268"/>
        </pc:sldMkLst>
        <pc:spChg chg="add mod">
          <ac:chgData name="润庭 邓" userId="dd4ed0c4d3e1c47b" providerId="LiveId" clId="{6CCDEEE8-ADA1-48E5-9EE6-0A04B1E6DBDE}" dt="2024-11-15T09:36:28.812" v="1637" actId="13822"/>
          <ac:spMkLst>
            <pc:docMk/>
            <pc:sldMk cId="0" sldId="268"/>
            <ac:spMk id="3" creationId="{405DB8C7-A67F-FA75-DDE7-DEDFCD3C29CB}"/>
          </ac:spMkLst>
        </pc:spChg>
      </pc:sldChg>
      <pc:sldChg chg="addSp modSp mod modNotes">
        <pc:chgData name="润庭 邓" userId="dd4ed0c4d3e1c47b" providerId="LiveId" clId="{6CCDEEE8-ADA1-48E5-9EE6-0A04B1E6DBDE}" dt="2024-11-15T10:00:01.145" v="1908" actId="1076"/>
        <pc:sldMkLst>
          <pc:docMk/>
          <pc:sldMk cId="0" sldId="274"/>
        </pc:sldMkLst>
        <pc:spChg chg="add mod">
          <ac:chgData name="润庭 邓" userId="dd4ed0c4d3e1c47b" providerId="LiveId" clId="{6CCDEEE8-ADA1-48E5-9EE6-0A04B1E6DBDE}" dt="2024-11-15T10:00:01.145" v="1908" actId="1076"/>
          <ac:spMkLst>
            <pc:docMk/>
            <pc:sldMk cId="0" sldId="274"/>
            <ac:spMk id="2" creationId="{56B5D0B2-F0EE-9DEA-0B77-276AB112085F}"/>
          </ac:spMkLst>
        </pc:spChg>
        <pc:picChg chg="mod">
          <ac:chgData name="润庭 邓" userId="dd4ed0c4d3e1c47b" providerId="LiveId" clId="{6CCDEEE8-ADA1-48E5-9EE6-0A04B1E6DBDE}" dt="2024-11-15T09:59:01.536" v="1904" actId="1076"/>
          <ac:picMkLst>
            <pc:docMk/>
            <pc:sldMk cId="0" sldId="274"/>
            <ac:picMk id="219" creationId="{00000000-0000-0000-0000-000000000000}"/>
          </ac:picMkLst>
        </pc:picChg>
      </pc:sldChg>
      <pc:sldChg chg="addSp delSp modSp new mod">
        <pc:chgData name="润庭 邓" userId="dd4ed0c4d3e1c47b" providerId="LiveId" clId="{6CCDEEE8-ADA1-48E5-9EE6-0A04B1E6DBDE}" dt="2024-11-15T10:02:14.745" v="1916" actId="14100"/>
        <pc:sldMkLst>
          <pc:docMk/>
          <pc:sldMk cId="3898823248" sldId="275"/>
        </pc:sldMkLst>
        <pc:spChg chg="del">
          <ac:chgData name="润庭 邓" userId="dd4ed0c4d3e1c47b" providerId="LiveId" clId="{6CCDEEE8-ADA1-48E5-9EE6-0A04B1E6DBDE}" dt="2024-11-15T10:01:58.260" v="1912" actId="478"/>
          <ac:spMkLst>
            <pc:docMk/>
            <pc:sldMk cId="3898823248" sldId="275"/>
            <ac:spMk id="2" creationId="{473EB405-A386-4730-7B50-6CFEF0F8E20C}"/>
          </ac:spMkLst>
        </pc:spChg>
        <pc:spChg chg="del">
          <ac:chgData name="润庭 邓" userId="dd4ed0c4d3e1c47b" providerId="LiveId" clId="{6CCDEEE8-ADA1-48E5-9EE6-0A04B1E6DBDE}" dt="2024-11-15T10:01:58.260" v="1912" actId="478"/>
          <ac:spMkLst>
            <pc:docMk/>
            <pc:sldMk cId="3898823248" sldId="275"/>
            <ac:spMk id="3" creationId="{ECE6A10D-ECEB-BD27-CBFE-B92CD1E8713B}"/>
          </ac:spMkLst>
        </pc:spChg>
        <pc:picChg chg="add del">
          <ac:chgData name="润庭 邓" userId="dd4ed0c4d3e1c47b" providerId="LiveId" clId="{6CCDEEE8-ADA1-48E5-9EE6-0A04B1E6DBDE}" dt="2024-11-15T10:01:56.535" v="1911" actId="22"/>
          <ac:picMkLst>
            <pc:docMk/>
            <pc:sldMk cId="3898823248" sldId="275"/>
            <ac:picMk id="5" creationId="{45EE574D-5B31-BC6D-F2B0-FB21CABBFBE3}"/>
          </ac:picMkLst>
        </pc:picChg>
        <pc:picChg chg="add mod">
          <ac:chgData name="润庭 邓" userId="dd4ed0c4d3e1c47b" providerId="LiveId" clId="{6CCDEEE8-ADA1-48E5-9EE6-0A04B1E6DBDE}" dt="2024-11-15T10:02:14.745" v="1916" actId="14100"/>
          <ac:picMkLst>
            <pc:docMk/>
            <pc:sldMk cId="3898823248" sldId="275"/>
            <ac:picMk id="7" creationId="{3EF38A54-DF0F-0EA9-F4D9-3CDD3EF5C3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1pPr>
            <a:lvl2pPr marL="914400" marR="0" lvl="1" indent="-330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 i="0" u="none" strike="noStrike" cap="none">
                <a:solidFill>
                  <a:schemeClr val="dk1"/>
                </a:solidFill>
              </a:defRPr>
            </a:lvl2pPr>
            <a:lvl3pPr marL="1371600" marR="0" lvl="2" indent="-330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 i="0" u="none" strike="noStrike" cap="none">
                <a:solidFill>
                  <a:schemeClr val="dk1"/>
                </a:solidFill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 i="0" u="none" strike="noStrike" cap="none">
                <a:solidFill>
                  <a:schemeClr val="dk1"/>
                </a:solidFill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86" name="Google Shape;86;p13" descr="01 Video 49A (#1 OF 5) 00m0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4" descr="02 Main Points 00m1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0" name="Google Shape;100;p15" descr="03 Opening Reversal  Into Bull Trend 03m5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237550" y="6554525"/>
            <a:ext cx="372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开盘50%的突破失败，然后反转</a:t>
            </a:r>
            <a:endParaRPr sz="18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63525" y="2557757"/>
            <a:ext cx="4086900" cy="4617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highlight>
                  <a:srgbClr val="9FC5E8"/>
                </a:highlight>
                <a:latin typeface="Calibri"/>
                <a:ea typeface="Calibri"/>
                <a:cs typeface="Calibri"/>
                <a:sym typeface="Calibri"/>
              </a:rPr>
              <a:t>70%概率有一个强势突破的等距上涨</a:t>
            </a:r>
            <a:endParaRPr sz="1800" dirty="0">
              <a:solidFill>
                <a:schemeClr val="dk1"/>
              </a:solidFill>
              <a:highlight>
                <a:srgbClr val="9FC5E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9" name="Google Shape;109;p16" descr="04 Spike and Channel Bull Trend  Very Common Pattern 08m1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3307725" y="7055450"/>
            <a:ext cx="2942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</a:rPr>
              <a:t>10%的时候，多头突破被反转</a:t>
            </a:r>
            <a:endParaRPr sz="1600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</a:rPr>
              <a:t>通常是抛物线楔形顶</a:t>
            </a:r>
            <a:endParaRPr sz="16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17" name="Google Shape;117;p17" descr="05 Bull Opening Reversal  Then TR 13m0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492975" y="2130425"/>
            <a:ext cx="1852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尝试突破前高失败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MDT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538350" y="5011975"/>
            <a:ext cx="2417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93C47D"/>
                </a:highlight>
              </a:rPr>
              <a:t>Wedge Bull Flag</a:t>
            </a:r>
            <a:endParaRPr sz="1600">
              <a:solidFill>
                <a:schemeClr val="dk1"/>
              </a:solidFill>
              <a:highlight>
                <a:srgbClr val="93C47D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93C47D"/>
                </a:highlight>
              </a:rPr>
              <a:t>50%PB</a:t>
            </a:r>
            <a:endParaRPr sz="1600">
              <a:solidFill>
                <a:schemeClr val="dk1"/>
              </a:solidFill>
              <a:highlight>
                <a:srgbClr val="93C47D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93C47D"/>
                </a:highlight>
              </a:rPr>
              <a:t>MAG bar、FF</a:t>
            </a:r>
            <a:endParaRPr sz="1600">
              <a:solidFill>
                <a:schemeClr val="dk1"/>
              </a:solidFill>
              <a:highlight>
                <a:srgbClr val="93C47D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93C47D"/>
                </a:highlight>
              </a:rPr>
              <a:t>也就是还有一腿上涨</a:t>
            </a:r>
            <a:endParaRPr sz="1600"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810350" y="2253425"/>
            <a:ext cx="1145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6B8AF"/>
                </a:highlight>
              </a:rPr>
              <a:t>LH MTR</a:t>
            </a:r>
            <a:endParaRPr sz="1600">
              <a:solidFill>
                <a:schemeClr val="dk1"/>
              </a:solidFill>
              <a:highlight>
                <a:srgbClr val="E6B8AF"/>
              </a:highlight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488275" y="3151375"/>
            <a:ext cx="4580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A373FD-9162-9D26-B646-AF10B5605285}"/>
              </a:ext>
            </a:extLst>
          </p:cNvPr>
          <p:cNvSpPr txBox="1"/>
          <p:nvPr/>
        </p:nvSpPr>
        <p:spPr>
          <a:xfrm>
            <a:off x="8306718" y="511954"/>
            <a:ext cx="3416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</a:rPr>
              <a:t>大涨大跌，就是交易区间的重要特征</a:t>
            </a:r>
            <a:endParaRPr lang="en-US" altLang="zh-CN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</a:rPr>
              <a:t>意味着不管往哪个方向，都不会走得很远</a:t>
            </a:r>
            <a:endParaRPr lang="en-US" altLang="zh-CN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</a:rPr>
              <a:t>突破都大概率失败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8" name="Google Shape;128;p18" descr="06 Bull Trend, Then TR  Bulls Want Trend Resumption 16m0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1CC381-A93F-A674-29DD-F885CECE3290}"/>
              </a:ext>
            </a:extLst>
          </p:cNvPr>
          <p:cNvSpPr txBox="1"/>
          <p:nvPr/>
        </p:nvSpPr>
        <p:spPr>
          <a:xfrm>
            <a:off x="4916269" y="227403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三角形，</a:t>
            </a:r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BOM</a:t>
            </a:r>
          </a:p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50%</a:t>
            </a:r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向上或向下突破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64451E-79B8-D37F-D5C1-40E675160803}"/>
              </a:ext>
            </a:extLst>
          </p:cNvPr>
          <p:cNvSpPr txBox="1"/>
          <p:nvPr/>
        </p:nvSpPr>
        <p:spPr>
          <a:xfrm>
            <a:off x="3620558" y="6165236"/>
            <a:ext cx="2912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Leg One </a:t>
            </a:r>
            <a:r>
              <a:rPr lang="zh-CN" altLang="en-US" dirty="0"/>
              <a:t>、</a:t>
            </a:r>
            <a:r>
              <a:rPr lang="en-US" altLang="zh-CN" dirty="0"/>
              <a:t>PB(</a:t>
            </a:r>
            <a:r>
              <a:rPr lang="zh-CN" altLang="en-US" dirty="0"/>
              <a:t>三角形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 Leg Two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32BC758-C46F-D9A5-1FFF-1BB54A249EAA}"/>
              </a:ext>
            </a:extLst>
          </p:cNvPr>
          <p:cNvCxnSpPr>
            <a:cxnSpLocks/>
          </p:cNvCxnSpPr>
          <p:nvPr/>
        </p:nvCxnSpPr>
        <p:spPr>
          <a:xfrm flipH="1" flipV="1">
            <a:off x="3120656" y="3753293"/>
            <a:ext cx="909084" cy="2433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001FED3-AF5B-FA18-536C-5A5251C36574}"/>
              </a:ext>
            </a:extLst>
          </p:cNvPr>
          <p:cNvCxnSpPr>
            <a:cxnSpLocks/>
          </p:cNvCxnSpPr>
          <p:nvPr/>
        </p:nvCxnSpPr>
        <p:spPr>
          <a:xfrm flipV="1">
            <a:off x="5762846" y="4933507"/>
            <a:ext cx="1217428" cy="1253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6BB0D72-7DBE-B997-28B0-4ED2D1F9E58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077047" y="4537888"/>
            <a:ext cx="228773" cy="162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00C7ED8-4996-AC47-C274-8AAF3E4DF345}"/>
              </a:ext>
            </a:extLst>
          </p:cNvPr>
          <p:cNvSpPr txBox="1"/>
          <p:nvPr/>
        </p:nvSpPr>
        <p:spPr>
          <a:xfrm>
            <a:off x="10121729" y="4767373"/>
            <a:ext cx="30572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L2</a:t>
            </a:r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做空位，但是前面连续四根阳线</a:t>
            </a:r>
            <a:endParaRPr lang="en-US" altLang="zh-CN"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并且还突破了趋势线</a:t>
            </a:r>
            <a:endParaRPr lang="en-US" altLang="zh-CN"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那么下一次向上反转可能就是大反转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CC6F20-9544-AFCD-CC9F-40EA19016DA7}"/>
              </a:ext>
            </a:extLst>
          </p:cNvPr>
          <p:cNvSpPr txBox="1"/>
          <p:nvPr/>
        </p:nvSpPr>
        <p:spPr>
          <a:xfrm>
            <a:off x="7959908" y="242922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这么强的突破</a:t>
            </a:r>
            <a:endParaRPr lang="en-US" altLang="zh-CN" dirty="0">
              <a:solidFill>
                <a:schemeClr val="tx2">
                  <a:lumMod val="10000"/>
                </a:schemeClr>
              </a:solidFill>
              <a:highlight>
                <a:srgbClr val="C0C0C0"/>
              </a:highlight>
            </a:endParaRPr>
          </a:p>
          <a:p>
            <a:r>
              <a:rPr lang="zh-CN" altLang="en-US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</a:rPr>
              <a:t>大概率还有一腿上涨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2E977A7-9D42-684F-FE49-947569DBDB74}"/>
              </a:ext>
            </a:extLst>
          </p:cNvPr>
          <p:cNvCxnSpPr/>
          <p:nvPr/>
        </p:nvCxnSpPr>
        <p:spPr>
          <a:xfrm>
            <a:off x="8860154" y="3040912"/>
            <a:ext cx="974962" cy="66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84CB702-E26C-E6EF-424B-1C3F7E11E1F7}"/>
              </a:ext>
            </a:extLst>
          </p:cNvPr>
          <p:cNvCxnSpPr>
            <a:cxnSpLocks/>
          </p:cNvCxnSpPr>
          <p:nvPr/>
        </p:nvCxnSpPr>
        <p:spPr>
          <a:xfrm flipV="1">
            <a:off x="1169581" y="2143470"/>
            <a:ext cx="11488479" cy="10878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35" name="Google Shape;135;p19" descr="07 Parabolic Wedge Top  Then Bear Trend 20m2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8B1A7D7-16EB-77E7-08D9-E0C358C43374}"/>
              </a:ext>
            </a:extLst>
          </p:cNvPr>
          <p:cNvSpPr txBox="1"/>
          <p:nvPr/>
        </p:nvSpPr>
        <p:spPr>
          <a:xfrm>
            <a:off x="2591971" y="2635329"/>
            <a:ext cx="1980029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highlight>
                  <a:srgbClr val="C0C0C0"/>
                </a:highlight>
              </a:rPr>
              <a:t>扩大三角形、失败的顶</a:t>
            </a:r>
            <a:endParaRPr lang="en-US" altLang="zh-CN" dirty="0">
              <a:highlight>
                <a:srgbClr val="C0C0C0"/>
              </a:highlight>
            </a:endParaRPr>
          </a:p>
          <a:p>
            <a:r>
              <a:rPr lang="zh-CN" altLang="en-US" dirty="0">
                <a:highlight>
                  <a:srgbClr val="C0C0C0"/>
                </a:highlight>
              </a:rPr>
              <a:t>突破后可能两腿上涨</a:t>
            </a:r>
            <a:endParaRPr lang="en-US" altLang="zh-CN" dirty="0">
              <a:highlight>
                <a:srgbClr val="C0C0C0"/>
              </a:highlight>
            </a:endParaRPr>
          </a:p>
          <a:p>
            <a:r>
              <a:rPr lang="zh-CN" altLang="en-US" dirty="0">
                <a:highlight>
                  <a:srgbClr val="C0C0C0"/>
                </a:highlight>
              </a:rPr>
              <a:t>通常就是两腿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B477B6-C602-A0B2-74BF-A60835261A6F}"/>
              </a:ext>
            </a:extLst>
          </p:cNvPr>
          <p:cNvSpPr txBox="1"/>
          <p:nvPr/>
        </p:nvSpPr>
        <p:spPr>
          <a:xfrm>
            <a:off x="11025963" y="946297"/>
            <a:ext cx="3339376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连续</a:t>
            </a:r>
            <a:r>
              <a:rPr lang="en-US" altLang="zh-CN" dirty="0"/>
              <a:t>3</a:t>
            </a:r>
            <a:r>
              <a:rPr lang="zh-CN" altLang="en-US" dirty="0"/>
              <a:t>次买入高潮</a:t>
            </a:r>
            <a:endParaRPr lang="en-US" altLang="zh-CN" dirty="0"/>
          </a:p>
          <a:p>
            <a:r>
              <a:rPr lang="zh-CN" altLang="en-US" dirty="0"/>
              <a:t>第三次超大阳线所以可能是</a:t>
            </a:r>
            <a:r>
              <a:rPr lang="en-US" altLang="zh-CN" dirty="0"/>
              <a:t>EXGap</a:t>
            </a:r>
          </a:p>
          <a:p>
            <a:r>
              <a:rPr lang="zh-CN" altLang="en-US" dirty="0"/>
              <a:t>抛物线楔形顶，形成今天的早期最高点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2" name="Google Shape;142;p20" descr="08 Parabolic Wedge Top  Then Failed Bear BO 24m0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1044885-3903-100C-4863-6693A47D60FC}"/>
              </a:ext>
            </a:extLst>
          </p:cNvPr>
          <p:cNvSpPr txBox="1"/>
          <p:nvPr/>
        </p:nvSpPr>
        <p:spPr>
          <a:xfrm>
            <a:off x="5199321" y="2211572"/>
            <a:ext cx="2159566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这里做空胜率不高</a:t>
            </a:r>
            <a:endParaRPr lang="en-US" altLang="zh-CN" dirty="0"/>
          </a:p>
          <a:p>
            <a:r>
              <a:rPr lang="zh-CN" altLang="en-US" dirty="0"/>
              <a:t>但是和潜在的回报比起来</a:t>
            </a:r>
            <a:endParaRPr lang="en-US" altLang="zh-CN" dirty="0"/>
          </a:p>
          <a:p>
            <a:r>
              <a:rPr lang="zh-CN" altLang="en-US" dirty="0"/>
              <a:t>这里做空也是合理的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2FEBAD3-95B9-53D3-52C2-18767319F55D}"/>
              </a:ext>
            </a:extLst>
          </p:cNvPr>
          <p:cNvCxnSpPr>
            <a:cxnSpLocks/>
          </p:cNvCxnSpPr>
          <p:nvPr/>
        </p:nvCxnSpPr>
        <p:spPr>
          <a:xfrm flipH="1">
            <a:off x="3487479" y="2530549"/>
            <a:ext cx="1711842" cy="41968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9" name="Google Shape;149;p21" descr="09 Sell Climax  Then Weak Bull Channel 26m3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56" name="Google Shape;156;p22" descr="10 Consecutive Sell Climaxes  End of Bear Trend 29m5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ED650AF-ADFD-BBC3-AF6C-EA4AEE0AB1E6}"/>
              </a:ext>
            </a:extLst>
          </p:cNvPr>
          <p:cNvSpPr txBox="1"/>
          <p:nvPr/>
        </p:nvSpPr>
        <p:spPr>
          <a:xfrm>
            <a:off x="1499191" y="5185886"/>
            <a:ext cx="2438488" cy="7386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当看到三次抛售高潮</a:t>
            </a:r>
            <a:endParaRPr lang="en-US" altLang="zh-CN" dirty="0"/>
          </a:p>
          <a:p>
            <a:r>
              <a:rPr lang="zh-CN" altLang="en-US" dirty="0"/>
              <a:t>此时应该想到，还有</a:t>
            </a:r>
            <a:r>
              <a:rPr lang="en-US" altLang="zh-CN" dirty="0"/>
              <a:t>1</a:t>
            </a:r>
            <a:r>
              <a:rPr lang="zh-CN" altLang="en-US" dirty="0"/>
              <a:t>腿下跌</a:t>
            </a:r>
            <a:endParaRPr lang="en-US" altLang="zh-CN" dirty="0"/>
          </a:p>
          <a:p>
            <a:r>
              <a:rPr lang="zh-CN" altLang="en-US" dirty="0"/>
              <a:t>而不是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腿下跌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1117D6-6E33-F4A3-651F-54083CB48B91}"/>
              </a:ext>
            </a:extLst>
          </p:cNvPr>
          <p:cNvSpPr txBox="1"/>
          <p:nvPr/>
        </p:nvSpPr>
        <p:spPr>
          <a:xfrm>
            <a:off x="6379535" y="3454686"/>
            <a:ext cx="3634328" cy="5232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空头得到大量利润，止盈</a:t>
            </a:r>
            <a:endParaRPr lang="en-US" altLang="zh-CN" dirty="0"/>
          </a:p>
          <a:p>
            <a:r>
              <a:rPr lang="zh-CN" altLang="en-US" dirty="0"/>
              <a:t>会等待至少</a:t>
            </a:r>
            <a:r>
              <a:rPr lang="en-US" altLang="zh-CN" dirty="0"/>
              <a:t>10</a:t>
            </a:r>
            <a:r>
              <a:rPr lang="zh-CN" altLang="en-US" dirty="0"/>
              <a:t>根</a:t>
            </a:r>
            <a:r>
              <a:rPr lang="en-US" altLang="zh-CN" dirty="0"/>
              <a:t>K</a:t>
            </a:r>
            <a:r>
              <a:rPr lang="zh-CN" altLang="en-US" dirty="0"/>
              <a:t>线，</a:t>
            </a:r>
            <a:r>
              <a:rPr lang="en-US" altLang="zh-CN" dirty="0"/>
              <a:t>TBTL</a:t>
            </a:r>
            <a:r>
              <a:rPr lang="zh-CN" altLang="en-US" dirty="0"/>
              <a:t>，才会再次做空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63" name="Google Shape;163;p23" descr="11 Limit Order Entries  Only for Skilled Traders 32m12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0" name="Google Shape;170;p24" descr="12 BO above Yesterday’s High  Then PB 35m1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2998497-FC19-7E74-0F18-F0E57DBB3B5D}"/>
              </a:ext>
            </a:extLst>
          </p:cNvPr>
          <p:cNvSpPr txBox="1"/>
          <p:nvPr/>
        </p:nvSpPr>
        <p:spPr>
          <a:xfrm>
            <a:off x="4704520" y="1176318"/>
            <a:ext cx="1800493" cy="9541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当出现了抛物线顶部</a:t>
            </a:r>
            <a:endParaRPr lang="en-US" altLang="zh-CN" dirty="0"/>
          </a:p>
          <a:p>
            <a:r>
              <a:rPr lang="zh-CN" altLang="en-US" dirty="0"/>
              <a:t>除非跟着连续的阴线</a:t>
            </a:r>
            <a:endParaRPr lang="en-US" altLang="zh-CN" dirty="0"/>
          </a:p>
          <a:p>
            <a:r>
              <a:rPr lang="zh-CN" altLang="en-US" dirty="0"/>
              <a:t>才有可能会反转</a:t>
            </a:r>
            <a:endParaRPr lang="en-US" altLang="zh-CN" dirty="0"/>
          </a:p>
          <a:p>
            <a:r>
              <a:rPr lang="zh-CN" altLang="en-US" dirty="0"/>
              <a:t>不然大概率形成</a:t>
            </a:r>
            <a:r>
              <a:rPr lang="en-US" altLang="zh-CN" dirty="0"/>
              <a:t>TR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C264A8-9725-06A6-E03D-6C42690C6180}"/>
              </a:ext>
            </a:extLst>
          </p:cNvPr>
          <p:cNvSpPr txBox="1"/>
          <p:nvPr/>
        </p:nvSpPr>
        <p:spPr>
          <a:xfrm>
            <a:off x="10664456" y="6321056"/>
            <a:ext cx="2159566" cy="52322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回调太小，空头无法赚钱</a:t>
            </a:r>
            <a:endParaRPr lang="en-US" altLang="zh-CN" dirty="0"/>
          </a:p>
          <a:p>
            <a:r>
              <a:rPr lang="zh-CN" altLang="en-US" dirty="0"/>
              <a:t>加大了趋势延续的可能性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7" name="Google Shape;177;p25" descr="13 Reversal down from Gap Up  Might Resume Up 37m3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05DB8C7-A67F-FA75-DDE7-DEDFCD3C29CB}"/>
              </a:ext>
            </a:extLst>
          </p:cNvPr>
          <p:cNvSpPr txBox="1"/>
          <p:nvPr/>
        </p:nvSpPr>
        <p:spPr>
          <a:xfrm>
            <a:off x="5672470" y="1295400"/>
            <a:ext cx="3625702" cy="95410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昨天尾盘强势上涨，今天开盘没有跟随</a:t>
            </a:r>
            <a:endParaRPr lang="en-US" altLang="zh-CN" dirty="0"/>
          </a:p>
          <a:p>
            <a:r>
              <a:rPr lang="zh-CN" altLang="en-US" dirty="0"/>
              <a:t>高开收大阴线，所以突破昨天高点失败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卖</a:t>
            </a:r>
            <a:r>
              <a:rPr lang="en-US" altLang="zh-CN" dirty="0"/>
              <a:t>k1</a:t>
            </a:r>
            <a:r>
              <a:rPr lang="zh-CN" altLang="en-US" dirty="0"/>
              <a:t>或者</a:t>
            </a:r>
            <a:r>
              <a:rPr lang="en-US" altLang="zh-CN" dirty="0"/>
              <a:t>k2</a:t>
            </a:r>
            <a:r>
              <a:rPr lang="zh-CN" altLang="en-US" dirty="0"/>
              <a:t>收盘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卖</a:t>
            </a:r>
            <a:r>
              <a:rPr lang="en-US" altLang="zh-CN" dirty="0"/>
              <a:t>k3</a:t>
            </a:r>
            <a:r>
              <a:rPr lang="zh-CN" altLang="en-US" dirty="0"/>
              <a:t>高点，不好的做多信号第一次会失败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84" name="Google Shape;184;p26" descr="14 Opening Reversal  Wedge PB to Moving Average 38m5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1" name="Google Shape;191;p27" descr="15 Gap up, BO Mode  DB Bull Flag 40m12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8" name="Google Shape;198;p28" descr="16 Tight Bull Chanel  Bet Bear Reversals Will Fail 42m2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05" name="Google Shape;205;p29" descr="17 Big Gap Up  DB Bull Flag at Moving Average 45m0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2" name="Google Shape;212;p30" descr="18 Bull Leg  In TR 46m52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9" name="Google Shape;219;p31" descr="19 Strong Rally Late in Bull  Probably Exhaustive Rally 49m2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B5D0B2-F0EE-9DEA-0B77-276AB112085F}"/>
              </a:ext>
            </a:extLst>
          </p:cNvPr>
          <p:cNvSpPr txBox="1"/>
          <p:nvPr/>
        </p:nvSpPr>
        <p:spPr>
          <a:xfrm>
            <a:off x="4796562" y="2646343"/>
            <a:ext cx="2518638" cy="95410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上涨宽通道后期出现强势上涨</a:t>
            </a:r>
            <a:endParaRPr lang="en-US" altLang="zh-CN" b="1" dirty="0"/>
          </a:p>
          <a:p>
            <a:r>
              <a:rPr lang="zh-CN" altLang="en-US" b="1" dirty="0"/>
              <a:t>很可能是</a:t>
            </a:r>
            <a:r>
              <a:rPr lang="en-US" altLang="zh-CN" b="1" dirty="0"/>
              <a:t>EXGap</a:t>
            </a:r>
          </a:p>
          <a:p>
            <a:r>
              <a:rPr lang="zh-CN" altLang="en-US" b="1" dirty="0"/>
              <a:t>所以可以做好做空的准备</a:t>
            </a:r>
            <a:endParaRPr lang="en-US" altLang="zh-CN" b="1" dirty="0"/>
          </a:p>
          <a:p>
            <a:r>
              <a:rPr lang="zh-CN" altLang="en-US" b="1" dirty="0"/>
              <a:t>而且一半都会测试上涨的起点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EF38A54-DF0F-0EA9-F4D9-3CDD3EF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68100" cy="816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2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自定义</PresentationFormat>
  <Paragraphs>50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润庭 邓</cp:lastModifiedBy>
  <cp:revision>1</cp:revision>
  <dcterms:modified xsi:type="dcterms:W3CDTF">2024-11-15T10:24:19Z</dcterms:modified>
</cp:coreProperties>
</file>