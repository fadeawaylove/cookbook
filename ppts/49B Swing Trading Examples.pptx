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9" r:id="rId23"/>
    <p:sldId id="281" r:id="rId24"/>
    <p:sldId id="282" r:id="rId25"/>
    <p:sldId id="283" r:id="rId26"/>
    <p:sldId id="284" r:id="rId27"/>
    <p:sldId id="285" r:id="rId28"/>
  </p:sldIdLst>
  <p:sldSz cx="14630400" cy="8229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42" autoAdjust="0"/>
    <p:restoredTop sz="94660"/>
  </p:normalViewPr>
  <p:slideViewPr>
    <p:cSldViewPr snapToGrid="0">
      <p:cViewPr varScale="1">
        <p:scale>
          <a:sx n="92" d="100"/>
          <a:sy n="92" d="100"/>
        </p:scale>
        <p:origin x="82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润庭 邓" userId="dd4ed0c4d3e1c47b" providerId="LiveId" clId="{2A28F604-4408-4C33-B1E5-7AA9CAD78AC4}"/>
    <pc:docChg chg="undo custSel delSld modSld">
      <pc:chgData name="润庭 邓" userId="dd4ed0c4d3e1c47b" providerId="LiveId" clId="{2A28F604-4408-4C33-B1E5-7AA9CAD78AC4}" dt="2024-11-16T10:01:39.606" v="3525" actId="700"/>
      <pc:docMkLst>
        <pc:docMk/>
      </pc:docMkLst>
      <pc:sldChg chg="delSp mod modClrScheme chgLayout">
        <pc:chgData name="润庭 邓" userId="dd4ed0c4d3e1c47b" providerId="LiveId" clId="{2A28F604-4408-4C33-B1E5-7AA9CAD78AC4}" dt="2024-11-16T10:01:39.606" v="3525" actId="700"/>
        <pc:sldMkLst>
          <pc:docMk/>
          <pc:sldMk cId="0" sldId="256"/>
        </pc:sldMkLst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56"/>
            <ac:spMk id="84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56"/>
            <ac:spMk id="85" creationId="{00000000-0000-0000-0000-000000000000}"/>
          </ac:spMkLst>
        </pc:spChg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57"/>
        </pc:sldMkLst>
        <pc:spChg chg="add mod">
          <ac:chgData name="润庭 邓" userId="dd4ed0c4d3e1c47b" providerId="LiveId" clId="{2A28F604-4408-4C33-B1E5-7AA9CAD78AC4}" dt="2024-11-16T02:11:47.498" v="95" actId="20577"/>
          <ac:spMkLst>
            <pc:docMk/>
            <pc:sldMk cId="0" sldId="257"/>
            <ac:spMk id="2" creationId="{D63F2EBE-6027-D1B4-FC95-E8C2A9E06B63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57"/>
            <ac:spMk id="91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57"/>
            <ac:spMk id="92" creationId="{00000000-0000-0000-0000-000000000000}"/>
          </ac:spMkLst>
        </pc:spChg>
      </pc:sldChg>
      <pc:sldChg chg="addSp delSp modSp mod modClrScheme chgLayout">
        <pc:chgData name="润庭 邓" userId="dd4ed0c4d3e1c47b" providerId="LiveId" clId="{2A28F604-4408-4C33-B1E5-7AA9CAD78AC4}" dt="2024-11-16T10:01:39.606" v="3525" actId="700"/>
        <pc:sldMkLst>
          <pc:docMk/>
          <pc:sldMk cId="0" sldId="258"/>
        </pc:sldMkLst>
        <pc:spChg chg="add mod">
          <ac:chgData name="润庭 邓" userId="dd4ed0c4d3e1c47b" providerId="LiveId" clId="{2A28F604-4408-4C33-B1E5-7AA9CAD78AC4}" dt="2024-11-16T02:14:47.860" v="305" actId="1076"/>
          <ac:spMkLst>
            <pc:docMk/>
            <pc:sldMk cId="0" sldId="258"/>
            <ac:spMk id="4" creationId="{49BD3089-5DD0-95A5-BF67-7CA9A5314D0F}"/>
          </ac:spMkLst>
        </pc:spChg>
        <pc:spChg chg="add mod">
          <ac:chgData name="润庭 邓" userId="dd4ed0c4d3e1c47b" providerId="LiveId" clId="{2A28F604-4408-4C33-B1E5-7AA9CAD78AC4}" dt="2024-11-16T02:15:57.456" v="379" actId="17032"/>
          <ac:spMkLst>
            <pc:docMk/>
            <pc:sldMk cId="0" sldId="258"/>
            <ac:spMk id="5" creationId="{26B51436-296D-4CCB-3E27-D25C6FCE7A9F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58"/>
            <ac:spMk id="98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58"/>
            <ac:spMk id="99" creationId="{00000000-0000-0000-0000-000000000000}"/>
          </ac:spMkLst>
        </pc:spChg>
        <pc:cxnChg chg="add mod">
          <ac:chgData name="润庭 邓" userId="dd4ed0c4d3e1c47b" providerId="LiveId" clId="{2A28F604-4408-4C33-B1E5-7AA9CAD78AC4}" dt="2024-11-16T02:15:25.582" v="377" actId="14100"/>
          <ac:cxnSpMkLst>
            <pc:docMk/>
            <pc:sldMk cId="0" sldId="258"/>
            <ac:cxnSpMk id="7" creationId="{093E424E-FD67-52B4-5ADC-1AEB5F11A309}"/>
          </ac:cxnSpMkLst>
        </pc:cxnChg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59"/>
        </pc:sldMkLst>
        <pc:spChg chg="add mod">
          <ac:chgData name="润庭 邓" userId="dd4ed0c4d3e1c47b" providerId="LiveId" clId="{2A28F604-4408-4C33-B1E5-7AA9CAD78AC4}" dt="2024-11-16T02:22:32.219" v="542" actId="1076"/>
          <ac:spMkLst>
            <pc:docMk/>
            <pc:sldMk cId="0" sldId="259"/>
            <ac:spMk id="2" creationId="{29A61C0E-61BE-71E3-052D-E78F588D4158}"/>
          </ac:spMkLst>
        </pc:spChg>
        <pc:spChg chg="add mod">
          <ac:chgData name="润庭 邓" userId="dd4ed0c4d3e1c47b" providerId="LiveId" clId="{2A28F604-4408-4C33-B1E5-7AA9CAD78AC4}" dt="2024-11-16T02:25:33.100" v="614" actId="1076"/>
          <ac:spMkLst>
            <pc:docMk/>
            <pc:sldMk cId="0" sldId="259"/>
            <ac:spMk id="3" creationId="{18050444-5859-3DD2-D654-8C4901AB60A1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59"/>
            <ac:spMk id="105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59"/>
            <ac:spMk id="106" creationId="{00000000-0000-0000-0000-000000000000}"/>
          </ac:spMkLst>
        </pc:spChg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60"/>
        </pc:sldMkLst>
        <pc:spChg chg="add mod">
          <ac:chgData name="润庭 邓" userId="dd4ed0c4d3e1c47b" providerId="LiveId" clId="{2A28F604-4408-4C33-B1E5-7AA9CAD78AC4}" dt="2024-11-16T02:27:11.489" v="687" actId="1076"/>
          <ac:spMkLst>
            <pc:docMk/>
            <pc:sldMk cId="0" sldId="260"/>
            <ac:spMk id="2" creationId="{0F768380-29B7-DFF8-A5DE-58CD4FE08D14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0"/>
            <ac:spMk id="112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0"/>
            <ac:spMk id="113" creationId="{00000000-0000-0000-0000-000000000000}"/>
          </ac:spMkLst>
        </pc:spChg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61"/>
        </pc:sldMkLst>
        <pc:spChg chg="add mod">
          <ac:chgData name="润庭 邓" userId="dd4ed0c4d3e1c47b" providerId="LiveId" clId="{2A28F604-4408-4C33-B1E5-7AA9CAD78AC4}" dt="2024-11-16T02:36:08.207" v="750" actId="1076"/>
          <ac:spMkLst>
            <pc:docMk/>
            <pc:sldMk cId="0" sldId="261"/>
            <ac:spMk id="2" creationId="{77DB0FCC-2337-7F75-775B-E477D4AA7FD6}"/>
          </ac:spMkLst>
        </pc:spChg>
        <pc:spChg chg="add mod">
          <ac:chgData name="润庭 邓" userId="dd4ed0c4d3e1c47b" providerId="LiveId" clId="{2A28F604-4408-4C33-B1E5-7AA9CAD78AC4}" dt="2024-11-16T02:37:03.860" v="822" actId="1076"/>
          <ac:spMkLst>
            <pc:docMk/>
            <pc:sldMk cId="0" sldId="261"/>
            <ac:spMk id="3" creationId="{54C3014B-E944-2BF2-24B8-BA2BBC86A1E9}"/>
          </ac:spMkLst>
        </pc:spChg>
        <pc:spChg chg="add mod">
          <ac:chgData name="润庭 邓" userId="dd4ed0c4d3e1c47b" providerId="LiveId" clId="{2A28F604-4408-4C33-B1E5-7AA9CAD78AC4}" dt="2024-11-16T02:54:46.110" v="972" actId="1076"/>
          <ac:spMkLst>
            <pc:docMk/>
            <pc:sldMk cId="0" sldId="261"/>
            <ac:spMk id="4" creationId="{06E3F8E9-FF73-7FE2-9DB4-22EBD2CD5486}"/>
          </ac:spMkLst>
        </pc:spChg>
        <pc:spChg chg="add mod">
          <ac:chgData name="润庭 邓" userId="dd4ed0c4d3e1c47b" providerId="LiveId" clId="{2A28F604-4408-4C33-B1E5-7AA9CAD78AC4}" dt="2024-11-16T02:55:30.284" v="1089" actId="1076"/>
          <ac:spMkLst>
            <pc:docMk/>
            <pc:sldMk cId="0" sldId="261"/>
            <ac:spMk id="5" creationId="{F42B4E03-2A00-149F-E27F-B87D95C34F4A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1"/>
            <ac:spMk id="119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1"/>
            <ac:spMk id="120" creationId="{00000000-0000-0000-0000-000000000000}"/>
          </ac:spMkLst>
        </pc:spChg>
      </pc:sldChg>
      <pc:sldChg chg="delSp mod modClrScheme chgLayout">
        <pc:chgData name="润庭 邓" userId="dd4ed0c4d3e1c47b" providerId="LiveId" clId="{2A28F604-4408-4C33-B1E5-7AA9CAD78AC4}" dt="2024-11-16T10:01:39.606" v="3525" actId="700"/>
        <pc:sldMkLst>
          <pc:docMk/>
          <pc:sldMk cId="0" sldId="262"/>
        </pc:sldMkLst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2"/>
            <ac:spMk id="126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2"/>
            <ac:spMk id="127" creationId="{00000000-0000-0000-0000-000000000000}"/>
          </ac:spMkLst>
        </pc:spChg>
      </pc:sldChg>
      <pc:sldChg chg="addSp delSp modSp mod modClrScheme chgLayout">
        <pc:chgData name="润庭 邓" userId="dd4ed0c4d3e1c47b" providerId="LiveId" clId="{2A28F604-4408-4C33-B1E5-7AA9CAD78AC4}" dt="2024-11-16T10:01:39.606" v="3525" actId="700"/>
        <pc:sldMkLst>
          <pc:docMk/>
          <pc:sldMk cId="0" sldId="263"/>
        </pc:sldMkLst>
        <pc:spChg chg="add mod">
          <ac:chgData name="润庭 邓" userId="dd4ed0c4d3e1c47b" providerId="LiveId" clId="{2A28F604-4408-4C33-B1E5-7AA9CAD78AC4}" dt="2024-11-16T03:04:38.116" v="1250" actId="20577"/>
          <ac:spMkLst>
            <pc:docMk/>
            <pc:sldMk cId="0" sldId="263"/>
            <ac:spMk id="7" creationId="{E4BB58C8-3AE6-994F-FA16-EE22EDBE97D9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3"/>
            <ac:spMk id="133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3"/>
            <ac:spMk id="134" creationId="{00000000-0000-0000-0000-000000000000}"/>
          </ac:spMkLst>
        </pc:spChg>
        <pc:cxnChg chg="add del mod">
          <ac:chgData name="润庭 邓" userId="dd4ed0c4d3e1c47b" providerId="LiveId" clId="{2A28F604-4408-4C33-B1E5-7AA9CAD78AC4}" dt="2024-11-16T02:58:32.018" v="1097" actId="478"/>
          <ac:cxnSpMkLst>
            <pc:docMk/>
            <pc:sldMk cId="0" sldId="263"/>
            <ac:cxnSpMk id="3" creationId="{3A54E964-A311-661F-E0AD-F3CE8C7B38A1}"/>
          </ac:cxnSpMkLst>
        </pc:cxnChg>
        <pc:cxnChg chg="add del mod">
          <ac:chgData name="润庭 邓" userId="dd4ed0c4d3e1c47b" providerId="LiveId" clId="{2A28F604-4408-4C33-B1E5-7AA9CAD78AC4}" dt="2024-11-16T02:58:30.936" v="1096" actId="478"/>
          <ac:cxnSpMkLst>
            <pc:docMk/>
            <pc:sldMk cId="0" sldId="263"/>
            <ac:cxnSpMk id="5" creationId="{311525B1-8A67-9884-0A77-EB72413BAC3E}"/>
          </ac:cxnSpMkLst>
        </pc:cxnChg>
        <pc:cxnChg chg="add del mod">
          <ac:chgData name="润庭 邓" userId="dd4ed0c4d3e1c47b" providerId="LiveId" clId="{2A28F604-4408-4C33-B1E5-7AA9CAD78AC4}" dt="2024-11-16T02:58:33.018" v="1098" actId="478"/>
          <ac:cxnSpMkLst>
            <pc:docMk/>
            <pc:sldMk cId="0" sldId="263"/>
            <ac:cxnSpMk id="6" creationId="{76BAD2E1-57C7-073E-3B9D-63FB36B9D1E4}"/>
          </ac:cxnSpMkLst>
        </pc:cxnChg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64"/>
        </pc:sldMkLst>
        <pc:spChg chg="add mod">
          <ac:chgData name="润庭 邓" userId="dd4ed0c4d3e1c47b" providerId="LiveId" clId="{2A28F604-4408-4C33-B1E5-7AA9CAD78AC4}" dt="2024-11-16T03:09:33.858" v="1403" actId="1076"/>
          <ac:spMkLst>
            <pc:docMk/>
            <pc:sldMk cId="0" sldId="264"/>
            <ac:spMk id="2" creationId="{CCA513CD-BCCD-B03B-B75D-54BC22770DAC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4"/>
            <ac:spMk id="140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4"/>
            <ac:spMk id="141" creationId="{00000000-0000-0000-0000-000000000000}"/>
          </ac:spMkLst>
        </pc:spChg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65"/>
        </pc:sldMkLst>
        <pc:spChg chg="add mod">
          <ac:chgData name="润庭 邓" userId="dd4ed0c4d3e1c47b" providerId="LiveId" clId="{2A28F604-4408-4C33-B1E5-7AA9CAD78AC4}" dt="2024-11-16T03:15:05.706" v="1495" actId="1076"/>
          <ac:spMkLst>
            <pc:docMk/>
            <pc:sldMk cId="0" sldId="265"/>
            <ac:spMk id="2" creationId="{EFBED694-0263-541B-461C-A2C34334A626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5"/>
            <ac:spMk id="147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5"/>
            <ac:spMk id="148" creationId="{00000000-0000-0000-0000-000000000000}"/>
          </ac:spMkLst>
        </pc:spChg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66"/>
        </pc:sldMkLst>
        <pc:spChg chg="add mod">
          <ac:chgData name="润庭 邓" userId="dd4ed0c4d3e1c47b" providerId="LiveId" clId="{2A28F604-4408-4C33-B1E5-7AA9CAD78AC4}" dt="2024-11-16T03:26:29.225" v="1632" actId="1076"/>
          <ac:spMkLst>
            <pc:docMk/>
            <pc:sldMk cId="0" sldId="266"/>
            <ac:spMk id="2" creationId="{0AAE8107-DFB4-910D-7CFC-A7146F1A755E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6"/>
            <ac:spMk id="154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6"/>
            <ac:spMk id="155" creationId="{00000000-0000-0000-0000-000000000000}"/>
          </ac:spMkLst>
        </pc:spChg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67"/>
        </pc:sldMkLst>
        <pc:spChg chg="add mod">
          <ac:chgData name="润庭 邓" userId="dd4ed0c4d3e1c47b" providerId="LiveId" clId="{2A28F604-4408-4C33-B1E5-7AA9CAD78AC4}" dt="2024-11-16T04:56:30.128" v="1764" actId="20577"/>
          <ac:spMkLst>
            <pc:docMk/>
            <pc:sldMk cId="0" sldId="267"/>
            <ac:spMk id="2" creationId="{74F74CAB-2EB2-AD06-793A-287FA820CDFB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7"/>
            <ac:spMk id="161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7"/>
            <ac:spMk id="162" creationId="{00000000-0000-0000-0000-000000000000}"/>
          </ac:spMkLst>
        </pc:spChg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68"/>
        </pc:sldMkLst>
        <pc:spChg chg="add mod">
          <ac:chgData name="润庭 邓" userId="dd4ed0c4d3e1c47b" providerId="LiveId" clId="{2A28F604-4408-4C33-B1E5-7AA9CAD78AC4}" dt="2024-11-16T05:23:35.663" v="1830" actId="1076"/>
          <ac:spMkLst>
            <pc:docMk/>
            <pc:sldMk cId="0" sldId="268"/>
            <ac:spMk id="2" creationId="{11467724-E45B-6C78-42FF-64256EC45E2E}"/>
          </ac:spMkLst>
        </pc:spChg>
        <pc:spChg chg="add mod">
          <ac:chgData name="润庭 邓" userId="dd4ed0c4d3e1c47b" providerId="LiveId" clId="{2A28F604-4408-4C33-B1E5-7AA9CAD78AC4}" dt="2024-11-16T05:25:37.864" v="1923" actId="1076"/>
          <ac:spMkLst>
            <pc:docMk/>
            <pc:sldMk cId="0" sldId="268"/>
            <ac:spMk id="3" creationId="{E56FF58F-C700-A539-6CAF-6E9800E20874}"/>
          </ac:spMkLst>
        </pc:spChg>
        <pc:spChg chg="add mod">
          <ac:chgData name="润庭 邓" userId="dd4ed0c4d3e1c47b" providerId="LiveId" clId="{2A28F604-4408-4C33-B1E5-7AA9CAD78AC4}" dt="2024-11-16T05:27:01.794" v="2134" actId="1076"/>
          <ac:spMkLst>
            <pc:docMk/>
            <pc:sldMk cId="0" sldId="268"/>
            <ac:spMk id="4" creationId="{F58A3BF3-331E-FF86-8CA9-F52AC550193A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8"/>
            <ac:spMk id="168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68"/>
            <ac:spMk id="169" creationId="{00000000-0000-0000-0000-000000000000}"/>
          </ac:spMkLst>
        </pc:spChg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69"/>
        </pc:sldMkLst>
        <pc:spChg chg="add mod">
          <ac:chgData name="润庭 邓" userId="dd4ed0c4d3e1c47b" providerId="LiveId" clId="{2A28F604-4408-4C33-B1E5-7AA9CAD78AC4}" dt="2024-11-16T05:29:37.541" v="2350" actId="1036"/>
          <ac:spMkLst>
            <pc:docMk/>
            <pc:sldMk cId="0" sldId="269"/>
            <ac:spMk id="2" creationId="{750DCEFE-7A82-D677-A968-D3F3735A71FE}"/>
          </ac:spMkLst>
        </pc:spChg>
        <pc:spChg chg="add mod">
          <ac:chgData name="润庭 邓" userId="dd4ed0c4d3e1c47b" providerId="LiveId" clId="{2A28F604-4408-4C33-B1E5-7AA9CAD78AC4}" dt="2024-11-16T05:31:06.967" v="2595" actId="1076"/>
          <ac:spMkLst>
            <pc:docMk/>
            <pc:sldMk cId="0" sldId="269"/>
            <ac:spMk id="3" creationId="{39B4C953-1096-7E7F-6CAB-1E6F6ADD4495}"/>
          </ac:spMkLst>
        </pc:spChg>
        <pc:spChg chg="del">
          <ac:chgData name="润庭 邓" userId="dd4ed0c4d3e1c47b" providerId="LiveId" clId="{2A28F604-4408-4C33-B1E5-7AA9CAD78AC4}" dt="2024-11-16T05:32:32.454" v="2602" actId="478"/>
          <ac:spMkLst>
            <pc:docMk/>
            <pc:sldMk cId="0" sldId="269"/>
            <ac:spMk id="175" creationId="{00000000-0000-0000-0000-000000000000}"/>
          </ac:spMkLst>
        </pc:spChg>
        <pc:spChg chg="del">
          <ac:chgData name="润庭 邓" userId="dd4ed0c4d3e1c47b" providerId="LiveId" clId="{2A28F604-4408-4C33-B1E5-7AA9CAD78AC4}" dt="2024-11-16T05:32:24.601" v="2601" actId="478"/>
          <ac:spMkLst>
            <pc:docMk/>
            <pc:sldMk cId="0" sldId="269"/>
            <ac:spMk id="176" creationId="{00000000-0000-0000-0000-000000000000}"/>
          </ac:spMkLst>
        </pc:spChg>
        <pc:picChg chg="add del">
          <ac:chgData name="润庭 邓" userId="dd4ed0c4d3e1c47b" providerId="LiveId" clId="{2A28F604-4408-4C33-B1E5-7AA9CAD78AC4}" dt="2024-11-16T05:32:14.515" v="2598" actId="478"/>
          <ac:picMkLst>
            <pc:docMk/>
            <pc:sldMk cId="0" sldId="269"/>
            <ac:picMk id="5" creationId="{AB9543A2-1027-B65C-5A9D-27F8231B67B8}"/>
          </ac:picMkLst>
        </pc:picChg>
        <pc:picChg chg="add ord">
          <ac:chgData name="润庭 邓" userId="dd4ed0c4d3e1c47b" providerId="LiveId" clId="{2A28F604-4408-4C33-B1E5-7AA9CAD78AC4}" dt="2024-11-16T05:32:21.559" v="2600" actId="167"/>
          <ac:picMkLst>
            <pc:docMk/>
            <pc:sldMk cId="0" sldId="269"/>
            <ac:picMk id="7" creationId="{254E3E61-CF3D-D090-5F52-E4D7105F38FC}"/>
          </ac:picMkLst>
        </pc:picChg>
        <pc:picChg chg="del">
          <ac:chgData name="润庭 邓" userId="dd4ed0c4d3e1c47b" providerId="LiveId" clId="{2A28F604-4408-4C33-B1E5-7AA9CAD78AC4}" dt="2024-11-16T05:31:59.901" v="2596" actId="478"/>
          <ac:picMkLst>
            <pc:docMk/>
            <pc:sldMk cId="0" sldId="269"/>
            <ac:picMk id="177" creationId="{00000000-0000-0000-0000-000000000000}"/>
          </ac:picMkLst>
        </pc:picChg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70"/>
        </pc:sldMkLst>
        <pc:spChg chg="add mod">
          <ac:chgData name="润庭 邓" userId="dd4ed0c4d3e1c47b" providerId="LiveId" clId="{2A28F604-4408-4C33-B1E5-7AA9CAD78AC4}" dt="2024-11-16T05:36:21.854" v="2786" actId="1076"/>
          <ac:spMkLst>
            <pc:docMk/>
            <pc:sldMk cId="0" sldId="270"/>
            <ac:spMk id="2" creationId="{C3B5C11C-9619-6CFF-B5A2-F520C9A6B569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70"/>
            <ac:spMk id="182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70"/>
            <ac:spMk id="183" creationId="{00000000-0000-0000-0000-000000000000}"/>
          </ac:spMkLst>
        </pc:spChg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71"/>
        </pc:sldMkLst>
        <pc:spChg chg="add mod">
          <ac:chgData name="润庭 邓" userId="dd4ed0c4d3e1c47b" providerId="LiveId" clId="{2A28F604-4408-4C33-B1E5-7AA9CAD78AC4}" dt="2024-11-16T05:40:57.610" v="2990" actId="1076"/>
          <ac:spMkLst>
            <pc:docMk/>
            <pc:sldMk cId="0" sldId="271"/>
            <ac:spMk id="2" creationId="{15F226C6-F9D4-728F-F5E4-550E6645A043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71"/>
            <ac:spMk id="189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71"/>
            <ac:spMk id="190" creationId="{00000000-0000-0000-0000-000000000000}"/>
          </ac:spMkLst>
        </pc:spChg>
      </pc:sldChg>
      <pc:sldChg chg="delSp mod modClrScheme chgLayout">
        <pc:chgData name="润庭 邓" userId="dd4ed0c4d3e1c47b" providerId="LiveId" clId="{2A28F604-4408-4C33-B1E5-7AA9CAD78AC4}" dt="2024-11-16T10:01:39.606" v="3525" actId="700"/>
        <pc:sldMkLst>
          <pc:docMk/>
          <pc:sldMk cId="0" sldId="272"/>
        </pc:sldMkLst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72"/>
            <ac:spMk id="196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72"/>
            <ac:spMk id="197" creationId="{00000000-0000-0000-0000-000000000000}"/>
          </ac:spMkLst>
        </pc:spChg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73"/>
        </pc:sldMkLst>
        <pc:spChg chg="add mod">
          <ac:chgData name="润庭 邓" userId="dd4ed0c4d3e1c47b" providerId="LiveId" clId="{2A28F604-4408-4C33-B1E5-7AA9CAD78AC4}" dt="2024-11-16T05:42:45.264" v="3020" actId="113"/>
          <ac:spMkLst>
            <pc:docMk/>
            <pc:sldMk cId="0" sldId="273"/>
            <ac:spMk id="2" creationId="{B913D681-B540-FDEE-AE0C-11CB63546F5E}"/>
          </ac:spMkLst>
        </pc:spChg>
        <pc:spChg chg="add mod">
          <ac:chgData name="润庭 邓" userId="dd4ed0c4d3e1c47b" providerId="LiveId" clId="{2A28F604-4408-4C33-B1E5-7AA9CAD78AC4}" dt="2024-11-16T05:45:22.676" v="3159" actId="1076"/>
          <ac:spMkLst>
            <pc:docMk/>
            <pc:sldMk cId="0" sldId="273"/>
            <ac:spMk id="5" creationId="{B7A14182-F509-CB5D-E008-20C262E3774F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73"/>
            <ac:spMk id="203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73"/>
            <ac:spMk id="204" creationId="{00000000-0000-0000-0000-000000000000}"/>
          </ac:spMkLst>
        </pc:spChg>
        <pc:cxnChg chg="add">
          <ac:chgData name="润庭 邓" userId="dd4ed0c4d3e1c47b" providerId="LiveId" clId="{2A28F604-4408-4C33-B1E5-7AA9CAD78AC4}" dt="2024-11-16T05:42:53.181" v="3021" actId="11529"/>
          <ac:cxnSpMkLst>
            <pc:docMk/>
            <pc:sldMk cId="0" sldId="273"/>
            <ac:cxnSpMk id="4" creationId="{F477EBFB-B7CA-3F73-BB2B-2EEA1EC88ECF}"/>
          </ac:cxnSpMkLst>
        </pc:cxnChg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74"/>
        </pc:sldMkLst>
        <pc:spChg chg="add mod">
          <ac:chgData name="润庭 邓" userId="dd4ed0c4d3e1c47b" providerId="LiveId" clId="{2A28F604-4408-4C33-B1E5-7AA9CAD78AC4}" dt="2024-11-16T05:47:16.576" v="3271" actId="1076"/>
          <ac:spMkLst>
            <pc:docMk/>
            <pc:sldMk cId="0" sldId="274"/>
            <ac:spMk id="2" creationId="{E4AE3D42-22C3-88EA-6F1C-000019CFB99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74"/>
            <ac:spMk id="210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74"/>
            <ac:spMk id="211" creationId="{00000000-0000-0000-0000-000000000000}"/>
          </ac:spMkLst>
        </pc:spChg>
      </pc:sldChg>
      <pc:sldChg chg="addSp delSp modSp mod modClrScheme chgLayout">
        <pc:chgData name="润庭 邓" userId="dd4ed0c4d3e1c47b" providerId="LiveId" clId="{2A28F604-4408-4C33-B1E5-7AA9CAD78AC4}" dt="2024-11-16T10:01:39.606" v="3525" actId="700"/>
        <pc:sldMkLst>
          <pc:docMk/>
          <pc:sldMk cId="0" sldId="275"/>
        </pc:sldMkLst>
        <pc:spChg chg="add mod">
          <ac:chgData name="润庭 邓" userId="dd4ed0c4d3e1c47b" providerId="LiveId" clId="{2A28F604-4408-4C33-B1E5-7AA9CAD78AC4}" dt="2024-11-16T05:54:27.553" v="3337" actId="1076"/>
          <ac:spMkLst>
            <pc:docMk/>
            <pc:sldMk cId="0" sldId="275"/>
            <ac:spMk id="4" creationId="{4FD4CBE7-1C1D-1969-8571-513D90CA8A46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75"/>
            <ac:spMk id="217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75"/>
            <ac:spMk id="218" creationId="{00000000-0000-0000-0000-000000000000}"/>
          </ac:spMkLst>
        </pc:spChg>
        <pc:picChg chg="add">
          <ac:chgData name="润庭 邓" userId="dd4ed0c4d3e1c47b" providerId="LiveId" clId="{2A28F604-4408-4C33-B1E5-7AA9CAD78AC4}" dt="2024-11-16T05:52:54.472" v="3273" actId="22"/>
          <ac:picMkLst>
            <pc:docMk/>
            <pc:sldMk cId="0" sldId="275"/>
            <ac:picMk id="3" creationId="{C663BC13-6C8C-2B79-1DDE-A5B2A4AFE081}"/>
          </ac:picMkLst>
        </pc:picChg>
        <pc:picChg chg="del">
          <ac:chgData name="润庭 邓" userId="dd4ed0c4d3e1c47b" providerId="LiveId" clId="{2A28F604-4408-4C33-B1E5-7AA9CAD78AC4}" dt="2024-11-16T05:52:54.075" v="3272" actId="478"/>
          <ac:picMkLst>
            <pc:docMk/>
            <pc:sldMk cId="0" sldId="275"/>
            <ac:picMk id="219" creationId="{00000000-0000-0000-0000-000000000000}"/>
          </ac:picMkLst>
        </pc:picChg>
      </pc:sldChg>
      <pc:sldChg chg="del">
        <pc:chgData name="润庭 邓" userId="dd4ed0c4d3e1c47b" providerId="LiveId" clId="{2A28F604-4408-4C33-B1E5-7AA9CAD78AC4}" dt="2024-11-16T05:53:10.581" v="3274" actId="47"/>
        <pc:sldMkLst>
          <pc:docMk/>
          <pc:sldMk cId="0" sldId="276"/>
        </pc:sldMkLst>
      </pc:sldChg>
      <pc:sldChg chg="del">
        <pc:chgData name="润庭 邓" userId="dd4ed0c4d3e1c47b" providerId="LiveId" clId="{2A28F604-4408-4C33-B1E5-7AA9CAD78AC4}" dt="2024-11-16T05:53:15.312" v="3275" actId="47"/>
        <pc:sldMkLst>
          <pc:docMk/>
          <pc:sldMk cId="0" sldId="277"/>
        </pc:sldMkLst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78"/>
        </pc:sldMkLst>
        <pc:spChg chg="add mod">
          <ac:chgData name="润庭 邓" userId="dd4ed0c4d3e1c47b" providerId="LiveId" clId="{2A28F604-4408-4C33-B1E5-7AA9CAD78AC4}" dt="2024-11-16T05:56:56.352" v="3447" actId="1076"/>
          <ac:spMkLst>
            <pc:docMk/>
            <pc:sldMk cId="0" sldId="278"/>
            <ac:spMk id="2" creationId="{4E9FE580-E724-A40D-D8BE-5D1C3F0C59F7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78"/>
            <ac:spMk id="238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78"/>
            <ac:spMk id="239" creationId="{00000000-0000-0000-0000-000000000000}"/>
          </ac:spMkLst>
        </pc:spChg>
      </pc:sldChg>
      <pc:sldChg chg="addSp delSp modSp mod modClrScheme chgLayout modNotes">
        <pc:chgData name="润庭 邓" userId="dd4ed0c4d3e1c47b" providerId="LiveId" clId="{2A28F604-4408-4C33-B1E5-7AA9CAD78AC4}" dt="2024-11-16T10:01:39.606" v="3525" actId="700"/>
        <pc:sldMkLst>
          <pc:docMk/>
          <pc:sldMk cId="0" sldId="279"/>
        </pc:sldMkLst>
        <pc:spChg chg="add mod">
          <ac:chgData name="润庭 邓" userId="dd4ed0c4d3e1c47b" providerId="LiveId" clId="{2A28F604-4408-4C33-B1E5-7AA9CAD78AC4}" dt="2024-11-16T09:59:05.908" v="3516" actId="1076"/>
          <ac:spMkLst>
            <pc:docMk/>
            <pc:sldMk cId="0" sldId="279"/>
            <ac:spMk id="2" creationId="{0BFCE0EF-693F-0687-5028-DA585FE3D97B}"/>
          </ac:spMkLst>
        </pc:spChg>
        <pc:spChg chg="del">
          <ac:chgData name="润庭 邓" userId="dd4ed0c4d3e1c47b" providerId="LiveId" clId="{2A28F604-4408-4C33-B1E5-7AA9CAD78AC4}" dt="2024-11-16T09:59:18.028" v="3517" actId="700"/>
          <ac:spMkLst>
            <pc:docMk/>
            <pc:sldMk cId="0" sldId="279"/>
            <ac:spMk id="245" creationId="{00000000-0000-0000-0000-000000000000}"/>
          </ac:spMkLst>
        </pc:spChg>
        <pc:spChg chg="del">
          <ac:chgData name="润庭 邓" userId="dd4ed0c4d3e1c47b" providerId="LiveId" clId="{2A28F604-4408-4C33-B1E5-7AA9CAD78AC4}" dt="2024-11-16T09:59:18.028" v="3517" actId="700"/>
          <ac:spMkLst>
            <pc:docMk/>
            <pc:sldMk cId="0" sldId="279"/>
            <ac:spMk id="246" creationId="{00000000-0000-0000-0000-000000000000}"/>
          </ac:spMkLst>
        </pc:spChg>
        <pc:picChg chg="mod">
          <ac:chgData name="润庭 邓" userId="dd4ed0c4d3e1c47b" providerId="LiveId" clId="{2A28F604-4408-4C33-B1E5-7AA9CAD78AC4}" dt="2024-11-16T09:59:21.186" v="3519" actId="1076"/>
          <ac:picMkLst>
            <pc:docMk/>
            <pc:sldMk cId="0" sldId="279"/>
            <ac:picMk id="247" creationId="{00000000-0000-0000-0000-000000000000}"/>
          </ac:picMkLst>
        </pc:picChg>
      </pc:sldChg>
      <pc:sldChg chg="del">
        <pc:chgData name="润庭 邓" userId="dd4ed0c4d3e1c47b" providerId="LiveId" clId="{2A28F604-4408-4C33-B1E5-7AA9CAD78AC4}" dt="2024-11-16T10:01:15.839" v="3520" actId="47"/>
        <pc:sldMkLst>
          <pc:docMk/>
          <pc:sldMk cId="0" sldId="280"/>
        </pc:sldMkLst>
      </pc:sldChg>
      <pc:sldChg chg="delSp mod modClrScheme chgLayout">
        <pc:chgData name="润庭 邓" userId="dd4ed0c4d3e1c47b" providerId="LiveId" clId="{2A28F604-4408-4C33-B1E5-7AA9CAD78AC4}" dt="2024-11-16T10:01:39.606" v="3525" actId="700"/>
        <pc:sldMkLst>
          <pc:docMk/>
          <pc:sldMk cId="0" sldId="281"/>
        </pc:sldMkLst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81"/>
            <ac:spMk id="259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81"/>
            <ac:spMk id="260" creationId="{00000000-0000-0000-0000-000000000000}"/>
          </ac:spMkLst>
        </pc:spChg>
      </pc:sldChg>
      <pc:sldChg chg="delSp mod modClrScheme chgLayout">
        <pc:chgData name="润庭 邓" userId="dd4ed0c4d3e1c47b" providerId="LiveId" clId="{2A28F604-4408-4C33-B1E5-7AA9CAD78AC4}" dt="2024-11-16T10:01:39.606" v="3525" actId="700"/>
        <pc:sldMkLst>
          <pc:docMk/>
          <pc:sldMk cId="0" sldId="282"/>
        </pc:sldMkLst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82"/>
            <ac:spMk id="266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82"/>
            <ac:spMk id="267" creationId="{00000000-0000-0000-0000-000000000000}"/>
          </ac:spMkLst>
        </pc:spChg>
      </pc:sldChg>
      <pc:sldChg chg="addSp delSp mod modClrScheme chgLayout">
        <pc:chgData name="润庭 邓" userId="dd4ed0c4d3e1c47b" providerId="LiveId" clId="{2A28F604-4408-4C33-B1E5-7AA9CAD78AC4}" dt="2024-11-16T10:01:39.606" v="3525" actId="700"/>
        <pc:sldMkLst>
          <pc:docMk/>
          <pc:sldMk cId="0" sldId="283"/>
        </pc:sldMkLst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83"/>
            <ac:spMk id="273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83"/>
            <ac:spMk id="274" creationId="{00000000-0000-0000-0000-000000000000}"/>
          </ac:spMkLst>
        </pc:spChg>
        <pc:picChg chg="add del">
          <ac:chgData name="润庭 邓" userId="dd4ed0c4d3e1c47b" providerId="LiveId" clId="{2A28F604-4408-4C33-B1E5-7AA9CAD78AC4}" dt="2024-11-16T10:01:26.724" v="3522" actId="22"/>
          <ac:picMkLst>
            <pc:docMk/>
            <pc:sldMk cId="0" sldId="283"/>
            <ac:picMk id="3" creationId="{7EE1EF54-9C8B-F4BD-AC32-C65BD83944A4}"/>
          </ac:picMkLst>
        </pc:picChg>
        <pc:picChg chg="add">
          <ac:chgData name="润庭 邓" userId="dd4ed0c4d3e1c47b" providerId="LiveId" clId="{2A28F604-4408-4C33-B1E5-7AA9CAD78AC4}" dt="2024-11-16T10:01:32.739" v="3524" actId="22"/>
          <ac:picMkLst>
            <pc:docMk/>
            <pc:sldMk cId="0" sldId="283"/>
            <ac:picMk id="5" creationId="{1C13011B-8E63-4739-A94A-65FE90C600E8}"/>
          </ac:picMkLst>
        </pc:picChg>
        <pc:picChg chg="del">
          <ac:chgData name="润庭 邓" userId="dd4ed0c4d3e1c47b" providerId="LiveId" clId="{2A28F604-4408-4C33-B1E5-7AA9CAD78AC4}" dt="2024-11-16T10:01:29.837" v="3523" actId="478"/>
          <ac:picMkLst>
            <pc:docMk/>
            <pc:sldMk cId="0" sldId="283"/>
            <ac:picMk id="275" creationId="{00000000-0000-0000-0000-000000000000}"/>
          </ac:picMkLst>
        </pc:picChg>
      </pc:sldChg>
      <pc:sldChg chg="delSp mod modClrScheme chgLayout">
        <pc:chgData name="润庭 邓" userId="dd4ed0c4d3e1c47b" providerId="LiveId" clId="{2A28F604-4408-4C33-B1E5-7AA9CAD78AC4}" dt="2024-11-16T10:01:39.606" v="3525" actId="700"/>
        <pc:sldMkLst>
          <pc:docMk/>
          <pc:sldMk cId="0" sldId="284"/>
        </pc:sldMkLst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84"/>
            <ac:spMk id="280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84"/>
            <ac:spMk id="281" creationId="{00000000-0000-0000-0000-000000000000}"/>
          </ac:spMkLst>
        </pc:spChg>
      </pc:sldChg>
      <pc:sldChg chg="delSp mod modClrScheme chgLayout">
        <pc:chgData name="润庭 邓" userId="dd4ed0c4d3e1c47b" providerId="LiveId" clId="{2A28F604-4408-4C33-B1E5-7AA9CAD78AC4}" dt="2024-11-16T10:01:39.606" v="3525" actId="700"/>
        <pc:sldMkLst>
          <pc:docMk/>
          <pc:sldMk cId="0" sldId="285"/>
        </pc:sldMkLst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85"/>
            <ac:spMk id="287" creationId="{00000000-0000-0000-0000-000000000000}"/>
          </ac:spMkLst>
        </pc:spChg>
        <pc:spChg chg="del">
          <ac:chgData name="润庭 邓" userId="dd4ed0c4d3e1c47b" providerId="LiveId" clId="{2A28F604-4408-4C33-B1E5-7AA9CAD78AC4}" dt="2024-11-16T10:01:39.606" v="3525" actId="700"/>
          <ac:spMkLst>
            <pc:docMk/>
            <pc:sldMk cId="0" sldId="285"/>
            <ac:spMk id="288" creationId="{00000000-0000-0000-0000-000000000000}"/>
          </ac:spMkLst>
        </pc:spChg>
      </pc:sldChg>
    </pc:docChg>
  </pc:docChgLst>
  <pc:docChgLst>
    <pc:chgData name="润庭 邓" userId="dd4ed0c4d3e1c47b" providerId="LiveId" clId="{116C1C6C-D84F-47BF-9A71-267BBD3F9256}"/>
    <pc:docChg chg="modSld">
      <pc:chgData name="润庭 邓" userId="dd4ed0c4d3e1c47b" providerId="LiveId" clId="{116C1C6C-D84F-47BF-9A71-267BBD3F9256}" dt="2024-11-15T10:29:56.333" v="290" actId="17032"/>
      <pc:docMkLst>
        <pc:docMk/>
      </pc:docMkLst>
      <pc:sldChg chg="addSp modSp mod modNotes">
        <pc:chgData name="润庭 邓" userId="dd4ed0c4d3e1c47b" providerId="LiveId" clId="{116C1C6C-D84F-47BF-9A71-267BBD3F9256}" dt="2024-11-15T10:29:56.333" v="290" actId="17032"/>
        <pc:sldMkLst>
          <pc:docMk/>
          <pc:sldMk cId="0" sldId="258"/>
        </pc:sldMkLst>
        <pc:spChg chg="add mod">
          <ac:chgData name="润庭 邓" userId="dd4ed0c4d3e1c47b" providerId="LiveId" clId="{116C1C6C-D84F-47BF-9A71-267BBD3F9256}" dt="2024-11-15T10:26:53.349" v="116" actId="1076"/>
          <ac:spMkLst>
            <pc:docMk/>
            <pc:sldMk cId="0" sldId="258"/>
            <ac:spMk id="2" creationId="{A04A3912-B0F5-FE46-FD4E-265EEC5D1801}"/>
          </ac:spMkLst>
        </pc:spChg>
        <pc:spChg chg="add mod">
          <ac:chgData name="润庭 邓" userId="dd4ed0c4d3e1c47b" providerId="LiveId" clId="{116C1C6C-D84F-47BF-9A71-267BBD3F9256}" dt="2024-11-15T10:29:56.333" v="290" actId="17032"/>
          <ac:spMkLst>
            <pc:docMk/>
            <pc:sldMk cId="0" sldId="258"/>
            <ac:spMk id="3" creationId="{33AD0350-7502-026B-6E41-B573E2B3ED68}"/>
          </ac:spMkLst>
        </pc:spChg>
        <pc:spChg chg="add mod">
          <ac:chgData name="润庭 邓" userId="dd4ed0c4d3e1c47b" providerId="LiveId" clId="{116C1C6C-D84F-47BF-9A71-267BBD3F9256}" dt="2024-11-15T10:29:50.516" v="288"/>
          <ac:spMkLst>
            <pc:docMk/>
            <pc:sldMk cId="0" sldId="258"/>
            <ac:spMk id="4" creationId="{13EF95DF-0670-C4B4-1AF1-33ED8344185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 descr="01 Video 493 (#2 of 5) 00m06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02 Main Points 00m15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63F2EBE-6027-D1B4-FC95-E8C2A9E06B63}"/>
              </a:ext>
            </a:extLst>
          </p:cNvPr>
          <p:cNvSpPr txBox="1"/>
          <p:nvPr/>
        </p:nvSpPr>
        <p:spPr>
          <a:xfrm>
            <a:off x="3595255" y="3292673"/>
            <a:ext cx="3595856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这个视频主要讲日内交易者如何做波段交易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03 Bear Trend from Open  If Weak, Watch for Rally 02m16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04A3912-B0F5-FE46-FD4E-265EEC5D1801}"/>
              </a:ext>
            </a:extLst>
          </p:cNvPr>
          <p:cNvSpPr txBox="1"/>
          <p:nvPr/>
        </p:nvSpPr>
        <p:spPr>
          <a:xfrm>
            <a:off x="385763" y="2076451"/>
            <a:ext cx="2725426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昨天是</a:t>
            </a:r>
            <a:r>
              <a:rPr lang="en-US" altLang="zh-CN" b="1" dirty="0"/>
              <a:t>TR</a:t>
            </a:r>
            <a:r>
              <a:rPr lang="zh-CN" altLang="en-US" b="1" dirty="0"/>
              <a:t> </a:t>
            </a:r>
            <a:r>
              <a:rPr lang="en-US" altLang="zh-CN" b="1" dirty="0"/>
              <a:t>day</a:t>
            </a:r>
            <a:r>
              <a:rPr lang="zh-CN" altLang="en-US" b="1" dirty="0"/>
              <a:t>，并且以</a:t>
            </a:r>
            <a:r>
              <a:rPr lang="en-US" altLang="zh-CN" b="1" dirty="0"/>
              <a:t>TTR</a:t>
            </a:r>
            <a:r>
              <a:rPr lang="zh-CN" altLang="en-US" b="1" dirty="0"/>
              <a:t>结束</a:t>
            </a:r>
            <a:endParaRPr lang="en-US" altLang="zh-CN" b="1" dirty="0"/>
          </a:p>
          <a:p>
            <a:r>
              <a:rPr lang="zh-CN" altLang="en-US" b="1" dirty="0"/>
              <a:t>那么今天可能一开始也是</a:t>
            </a:r>
            <a:r>
              <a:rPr lang="en-US" altLang="zh-CN" b="1" dirty="0"/>
              <a:t>TTR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AD0350-7502-026B-6E41-B573E2B3ED68}"/>
              </a:ext>
            </a:extLst>
          </p:cNvPr>
          <p:cNvSpPr txBox="1"/>
          <p:nvPr/>
        </p:nvSpPr>
        <p:spPr>
          <a:xfrm>
            <a:off x="5795963" y="2076451"/>
            <a:ext cx="3595856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看到这种情况，大多数人应该等待行情明确</a:t>
            </a:r>
            <a:endParaRPr lang="en-US" altLang="zh-CN" b="1" dirty="0"/>
          </a:p>
          <a:p>
            <a:r>
              <a:rPr lang="zh-CN" altLang="en-US" b="1" dirty="0"/>
              <a:t>专家可以</a:t>
            </a:r>
            <a:r>
              <a:rPr lang="en-US" altLang="zh-CN" b="1" dirty="0"/>
              <a:t>scalp</a:t>
            </a:r>
            <a:r>
              <a:rPr lang="zh-CN" altLang="en-US" b="1" dirty="0"/>
              <a:t>（</a:t>
            </a:r>
            <a:r>
              <a:rPr lang="en-US" altLang="zh-CN" b="1" dirty="0"/>
              <a:t>TR</a:t>
            </a:r>
            <a:r>
              <a:rPr lang="zh-CN" altLang="en-US" b="1" dirty="0"/>
              <a:t>就适合做</a:t>
            </a:r>
            <a:r>
              <a:rPr lang="en-US" altLang="zh-CN" b="1" dirty="0"/>
              <a:t>scalp</a:t>
            </a:r>
            <a:r>
              <a:rPr lang="zh-CN" altLang="en-US" b="1" dirty="0"/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BD3089-5DD0-95A5-BF67-7CA9A5314D0F}"/>
              </a:ext>
            </a:extLst>
          </p:cNvPr>
          <p:cNvSpPr txBox="1"/>
          <p:nvPr/>
        </p:nvSpPr>
        <p:spPr>
          <a:xfrm>
            <a:off x="6348845" y="6618149"/>
            <a:ext cx="3147015" cy="116955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开盘下跌</a:t>
            </a:r>
            <a:endParaRPr lang="en-US" altLang="zh-CN" dirty="0"/>
          </a:p>
          <a:p>
            <a:r>
              <a:rPr lang="zh-CN" altLang="en-US" dirty="0"/>
              <a:t>没有连续大阴线</a:t>
            </a:r>
            <a:endParaRPr lang="en-US" altLang="zh-CN" dirty="0"/>
          </a:p>
          <a:p>
            <a:r>
              <a:rPr lang="zh-CN" altLang="en-US" dirty="0"/>
              <a:t>没有明确的卖出信号或者信号</a:t>
            </a:r>
            <a:r>
              <a:rPr lang="en-US" altLang="zh-CN" dirty="0"/>
              <a:t>k</a:t>
            </a:r>
          </a:p>
          <a:p>
            <a:r>
              <a:rPr lang="zh-CN" altLang="en-US" dirty="0"/>
              <a:t>影线长、</a:t>
            </a:r>
            <a:r>
              <a:rPr lang="en-US" altLang="zh-CN" dirty="0"/>
              <a:t>k</a:t>
            </a:r>
            <a:r>
              <a:rPr lang="zh-CN" altLang="en-US" dirty="0"/>
              <a:t>线体积小、重叠、反转阳线</a:t>
            </a:r>
            <a:endParaRPr lang="en-US" altLang="zh-CN" dirty="0"/>
          </a:p>
          <a:p>
            <a:r>
              <a:rPr lang="zh-CN" altLang="en-US" dirty="0"/>
              <a:t>所以可能是区间中的熊腿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B51436-296D-4CCB-3E27-D25C6FCE7A9F}"/>
              </a:ext>
            </a:extLst>
          </p:cNvPr>
          <p:cNvSpPr txBox="1"/>
          <p:nvPr/>
        </p:nvSpPr>
        <p:spPr>
          <a:xfrm>
            <a:off x="9495860" y="6102123"/>
            <a:ext cx="395492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就是说，看到一段趋势，要学会判断趋势的强弱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93E424E-FD67-52B4-5ADC-1AEB5F11A309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922353" y="6244936"/>
            <a:ext cx="1573507" cy="373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 descr="04 Wedge Bottom  Then Bull Trend 03m11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9A61C0E-61BE-71E3-052D-E78F588D4158}"/>
              </a:ext>
            </a:extLst>
          </p:cNvPr>
          <p:cNvSpPr txBox="1"/>
          <p:nvPr/>
        </p:nvSpPr>
        <p:spPr>
          <a:xfrm>
            <a:off x="7315200" y="2865437"/>
            <a:ext cx="3384260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开盘下跌的某个时候，判断出是</a:t>
            </a:r>
            <a:r>
              <a:rPr lang="en-US" altLang="zh-CN" b="1" dirty="0"/>
              <a:t>bear leg</a:t>
            </a:r>
          </a:p>
          <a:p>
            <a:r>
              <a:rPr lang="zh-CN" altLang="en-US" b="1" dirty="0"/>
              <a:t>所以等到反转的时候做多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50444-5859-3DD2-D654-8C4901AB60A1}"/>
              </a:ext>
            </a:extLst>
          </p:cNvPr>
          <p:cNvSpPr txBox="1"/>
          <p:nvPr/>
        </p:nvSpPr>
        <p:spPr>
          <a:xfrm>
            <a:off x="8759536" y="5547518"/>
            <a:ext cx="2159566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MDB</a:t>
            </a:r>
            <a:r>
              <a:rPr lang="zh-CN" altLang="en-US" dirty="0"/>
              <a:t>、</a:t>
            </a:r>
            <a:r>
              <a:rPr lang="en-US" altLang="zh-CN" dirty="0"/>
              <a:t>Wedge Bottom</a:t>
            </a:r>
          </a:p>
          <a:p>
            <a:r>
              <a:rPr lang="zh-CN" altLang="en-US" dirty="0"/>
              <a:t>买阳线突破</a:t>
            </a:r>
            <a:r>
              <a:rPr lang="en-US" altLang="zh-CN" dirty="0"/>
              <a:t>k</a:t>
            </a:r>
            <a:r>
              <a:rPr lang="zh-CN" altLang="en-US" dirty="0"/>
              <a:t>或者买跟随</a:t>
            </a:r>
            <a:r>
              <a:rPr lang="en-US" altLang="zh-CN" dirty="0"/>
              <a:t>k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7" descr="05 Rally from Gap Down  Can Fail Around MA and 50% PB 05m03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F768380-29B7-DFF8-A5DE-58CD4FE08D14}"/>
              </a:ext>
            </a:extLst>
          </p:cNvPr>
          <p:cNvSpPr txBox="1"/>
          <p:nvPr/>
        </p:nvSpPr>
        <p:spPr>
          <a:xfrm>
            <a:off x="319198" y="757435"/>
            <a:ext cx="4148893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低开然后上涨：可能在</a:t>
            </a:r>
            <a:r>
              <a:rPr lang="en-US" altLang="zh-CN" dirty="0"/>
              <a:t>50%PB</a:t>
            </a:r>
            <a:r>
              <a:rPr lang="zh-CN" altLang="en-US" dirty="0"/>
              <a:t>和</a:t>
            </a:r>
            <a:r>
              <a:rPr lang="en-US" altLang="zh-CN" dirty="0"/>
              <a:t>EMA</a:t>
            </a:r>
            <a:r>
              <a:rPr lang="zh-CN" altLang="en-US" dirty="0"/>
              <a:t>的地方失败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8" descr="06 Wedge Top  Then Bear Trend 07m29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7DB0FCC-2337-7F75-775B-E477D4AA7FD6}"/>
              </a:ext>
            </a:extLst>
          </p:cNvPr>
          <p:cNvSpPr txBox="1"/>
          <p:nvPr/>
        </p:nvSpPr>
        <p:spPr>
          <a:xfrm>
            <a:off x="3709554" y="1371600"/>
            <a:ext cx="251863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这里做空，低胜率，高盈亏比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C3014B-E944-2BF2-24B8-BA2BBC86A1E9}"/>
              </a:ext>
            </a:extLst>
          </p:cNvPr>
          <p:cNvSpPr txBox="1"/>
          <p:nvPr/>
        </p:nvSpPr>
        <p:spPr>
          <a:xfrm>
            <a:off x="3979717" y="6672590"/>
            <a:ext cx="3236784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突破趋势线，并且好的跟随，然后做空</a:t>
            </a:r>
            <a:endParaRPr lang="en-US" altLang="zh-CN" b="1" dirty="0"/>
          </a:p>
          <a:p>
            <a:r>
              <a:rPr lang="zh-CN" altLang="en-US" b="1" dirty="0"/>
              <a:t>胜率更高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E3F8E9-FF73-7FE2-9DB4-22EBD2CD5486}"/>
              </a:ext>
            </a:extLst>
          </p:cNvPr>
          <p:cNvSpPr txBox="1"/>
          <p:nvPr/>
        </p:nvSpPr>
        <p:spPr>
          <a:xfrm>
            <a:off x="6513081" y="2223655"/>
            <a:ext cx="3534942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连续</a:t>
            </a:r>
            <a:r>
              <a:rPr lang="en-US" altLang="zh-CN" b="1" dirty="0"/>
              <a:t>6</a:t>
            </a:r>
            <a:r>
              <a:rPr lang="zh-CN" altLang="en-US" b="1" dirty="0"/>
              <a:t>根阴线，持续</a:t>
            </a:r>
            <a:r>
              <a:rPr lang="en-US" altLang="zh-CN" b="1" dirty="0"/>
              <a:t>9</a:t>
            </a:r>
            <a:r>
              <a:rPr lang="zh-CN" altLang="en-US" b="1" dirty="0"/>
              <a:t>根</a:t>
            </a:r>
            <a:r>
              <a:rPr lang="en-US" altLang="zh-CN" b="1" dirty="0"/>
              <a:t>k</a:t>
            </a:r>
            <a:r>
              <a:rPr lang="zh-CN" altLang="en-US" b="1" dirty="0"/>
              <a:t>线的微型下降通道</a:t>
            </a:r>
            <a:endParaRPr lang="en-US" altLang="zh-CN" b="1" dirty="0"/>
          </a:p>
          <a:p>
            <a:r>
              <a:rPr lang="zh-CN" altLang="en-US" b="1" dirty="0"/>
              <a:t>第一次反转失败，所以可以做空</a:t>
            </a:r>
            <a:r>
              <a:rPr lang="en-US" altLang="zh-CN" b="1" dirty="0"/>
              <a:t>bull flag</a:t>
            </a:r>
            <a:endParaRPr lang="zh-CN" altLang="en-US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2B4E03-2A00-149F-E27F-B87D95C34F4A}"/>
              </a:ext>
            </a:extLst>
          </p:cNvPr>
          <p:cNvSpPr txBox="1"/>
          <p:nvPr/>
        </p:nvSpPr>
        <p:spPr>
          <a:xfrm>
            <a:off x="8788691" y="3794795"/>
            <a:ext cx="2877711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趋势明显之后，顺着趋势方向做空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 descr="07 TR Yesterday  Increases Chance of TR Today 09m03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0" descr="08 DB  Then Triangle and TTR 13m07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4BB58C8-3AE6-994F-FA16-EE22EDBE97D9}"/>
              </a:ext>
            </a:extLst>
          </p:cNvPr>
          <p:cNvSpPr txBox="1"/>
          <p:nvPr/>
        </p:nvSpPr>
        <p:spPr>
          <a:xfrm>
            <a:off x="9567779" y="3896591"/>
            <a:ext cx="4174541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赌注每次突破</a:t>
            </a:r>
            <a:r>
              <a:rPr lang="en-US" altLang="zh-CN" b="1" dirty="0"/>
              <a:t>EMA</a:t>
            </a:r>
            <a:r>
              <a:rPr lang="zh-CN" altLang="en-US" b="1" dirty="0"/>
              <a:t>失败（这个比较符合我的性格）</a:t>
            </a:r>
            <a:endParaRPr lang="en-US" altLang="zh-CN" b="1" dirty="0"/>
          </a:p>
          <a:p>
            <a:r>
              <a:rPr lang="zh-CN" altLang="en-US" b="1" dirty="0"/>
              <a:t>所以每次尝试突破</a:t>
            </a:r>
            <a:r>
              <a:rPr lang="en-US" altLang="zh-CN" b="1" dirty="0"/>
              <a:t>EMA</a:t>
            </a:r>
            <a:r>
              <a:rPr lang="zh-CN" altLang="en-US" b="1" dirty="0"/>
              <a:t>的阳线，就做空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1" descr="09 Bear Channel  Hold Short, but Difficult 14m09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CA513CD-BCCD-B03B-B75D-54BC22770DAC}"/>
              </a:ext>
            </a:extLst>
          </p:cNvPr>
          <p:cNvSpPr txBox="1"/>
          <p:nvPr/>
        </p:nvSpPr>
        <p:spPr>
          <a:xfrm>
            <a:off x="4000500" y="7096990"/>
            <a:ext cx="3913251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势头变弱，出现</a:t>
            </a:r>
            <a:r>
              <a:rPr lang="en-US" altLang="zh-CN" b="1" dirty="0"/>
              <a:t>doji</a:t>
            </a:r>
            <a:r>
              <a:rPr lang="zh-CN" altLang="en-US" b="1" dirty="0"/>
              <a:t>，空头失望，决定打平出局</a:t>
            </a:r>
            <a:endParaRPr lang="en-US" altLang="zh-CN" b="1" dirty="0"/>
          </a:p>
          <a:p>
            <a:r>
              <a:rPr lang="zh-CN" altLang="en-US" b="1" dirty="0"/>
              <a:t>所以很有可能反弹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2" descr="10 Final Bear Flag  Then Strong Bull Swing 15m45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FBED694-0263-541B-461C-A2C34334A626}"/>
              </a:ext>
            </a:extLst>
          </p:cNvPr>
          <p:cNvSpPr txBox="1"/>
          <p:nvPr/>
        </p:nvSpPr>
        <p:spPr>
          <a:xfrm>
            <a:off x="6346066" y="1367621"/>
            <a:ext cx="2060179" cy="954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低开</a:t>
            </a:r>
            <a:endParaRPr lang="en-US" altLang="zh-CN" b="1" dirty="0"/>
          </a:p>
          <a:p>
            <a:r>
              <a:rPr lang="en-US" altLang="zh-CN" b="1" dirty="0"/>
              <a:t>TTR</a:t>
            </a:r>
          </a:p>
          <a:p>
            <a:r>
              <a:rPr lang="zh-CN" altLang="en-US" b="1" dirty="0"/>
              <a:t>所以是</a:t>
            </a:r>
            <a:r>
              <a:rPr lang="en-US" altLang="zh-CN" b="1" dirty="0"/>
              <a:t>BOM</a:t>
            </a:r>
          </a:p>
          <a:p>
            <a:r>
              <a:rPr lang="en-US" altLang="zh-CN" b="1" dirty="0"/>
              <a:t>50%</a:t>
            </a:r>
            <a:r>
              <a:rPr lang="zh-CN" altLang="en-US" b="1" dirty="0"/>
              <a:t>概率</a:t>
            </a:r>
            <a:r>
              <a:rPr lang="en-US" altLang="zh-CN" b="1" dirty="0"/>
              <a:t>BO</a:t>
            </a:r>
            <a:r>
              <a:rPr lang="zh-CN" altLang="en-US" b="1" dirty="0"/>
              <a:t>失败被反转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3" descr="11 Final Bear Flag  Then TR Day 17m38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AAE8107-DFB4-910D-7CFC-A7146F1A755E}"/>
              </a:ext>
            </a:extLst>
          </p:cNvPr>
          <p:cNvSpPr txBox="1"/>
          <p:nvPr/>
        </p:nvSpPr>
        <p:spPr>
          <a:xfrm>
            <a:off x="2992583" y="2603827"/>
            <a:ext cx="2877711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持续</a:t>
            </a:r>
            <a:r>
              <a:rPr lang="en-US" altLang="zh-CN" b="1" dirty="0"/>
              <a:t>16</a:t>
            </a:r>
            <a:r>
              <a:rPr lang="zh-CN" altLang="en-US" b="1" dirty="0"/>
              <a:t>根</a:t>
            </a:r>
            <a:r>
              <a:rPr lang="en-US" altLang="zh-CN" b="1" dirty="0"/>
              <a:t>k</a:t>
            </a:r>
            <a:r>
              <a:rPr lang="zh-CN" altLang="en-US" b="1" dirty="0"/>
              <a:t>线的微型上涨通道</a:t>
            </a:r>
            <a:endParaRPr lang="en-US" altLang="zh-CN" b="1" dirty="0"/>
          </a:p>
          <a:p>
            <a:r>
              <a:rPr lang="zh-CN" altLang="en-US" b="1" dirty="0"/>
              <a:t>买入高潮不可持续，所以很快回调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4" descr="12 TR Day  Then Late Bear BO 20m10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4F74CAB-2EB2-AD06-793A-287FA820CDFB}"/>
              </a:ext>
            </a:extLst>
          </p:cNvPr>
          <p:cNvSpPr txBox="1"/>
          <p:nvPr/>
        </p:nvSpPr>
        <p:spPr>
          <a:xfrm>
            <a:off x="6504721" y="4475262"/>
            <a:ext cx="2044149" cy="73866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经典测试通道起点</a:t>
            </a:r>
            <a:endParaRPr lang="en-US" altLang="zh-CN" b="1" dirty="0"/>
          </a:p>
          <a:p>
            <a:r>
              <a:rPr lang="zh-CN" altLang="en-US" b="1" dirty="0"/>
              <a:t>所以如果上面做空</a:t>
            </a:r>
            <a:endParaRPr lang="en-US" altLang="zh-CN" b="1" dirty="0"/>
          </a:p>
          <a:p>
            <a:r>
              <a:rPr lang="zh-CN" altLang="en-US" b="1" dirty="0"/>
              <a:t>这里设置止盈是合理的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5" descr="13 Parabolic Wedge Bottoms  Less Common Than Tops 21m41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1467724-E45B-6C78-42FF-64256EC45E2E}"/>
              </a:ext>
            </a:extLst>
          </p:cNvPr>
          <p:cNvSpPr txBox="1"/>
          <p:nvPr/>
        </p:nvSpPr>
        <p:spPr>
          <a:xfrm>
            <a:off x="415636" y="2557660"/>
            <a:ext cx="2159566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抛物线楔形底比顶更少见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6FF58F-C700-A539-6CAF-6E9800E20874}"/>
              </a:ext>
            </a:extLst>
          </p:cNvPr>
          <p:cNvSpPr txBox="1"/>
          <p:nvPr/>
        </p:nvSpPr>
        <p:spPr>
          <a:xfrm>
            <a:off x="5257800" y="5924550"/>
            <a:ext cx="1261884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不是非常超卖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8A3BF3-331E-FF86-8CA9-F52AC550193A}"/>
              </a:ext>
            </a:extLst>
          </p:cNvPr>
          <p:cNvSpPr txBox="1"/>
          <p:nvPr/>
        </p:nvSpPr>
        <p:spPr>
          <a:xfrm>
            <a:off x="7497653" y="3004661"/>
            <a:ext cx="3057247" cy="73866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没有强势底部</a:t>
            </a:r>
            <a:endParaRPr lang="en-US" altLang="zh-CN" b="1" dirty="0"/>
          </a:p>
          <a:p>
            <a:r>
              <a:rPr lang="zh-CN" altLang="en-US" b="1" dirty="0"/>
              <a:t>下降窄通道，没有很多买压</a:t>
            </a:r>
            <a:endParaRPr lang="en-US" altLang="zh-CN" b="1" dirty="0"/>
          </a:p>
          <a:p>
            <a:r>
              <a:rPr lang="zh-CN" altLang="en-US" b="1" dirty="0"/>
              <a:t>多头买的意愿不强烈，空头比较坚定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54E3E61-CF3D-D090-5F52-E4D7105F3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50DCEFE-7A82-D677-A968-D3F3735A71FE}"/>
              </a:ext>
            </a:extLst>
          </p:cNvPr>
          <p:cNvSpPr txBox="1"/>
          <p:nvPr/>
        </p:nvSpPr>
        <p:spPr>
          <a:xfrm>
            <a:off x="4958207" y="1792721"/>
            <a:ext cx="2159566" cy="95410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b="1" dirty="0"/>
              <a:t>H3</a:t>
            </a:r>
            <a:r>
              <a:rPr lang="zh-CN" altLang="en-US" b="1" dirty="0"/>
              <a:t>买入信号</a:t>
            </a:r>
            <a:r>
              <a:rPr lang="en-US" altLang="zh-CN" b="1" dirty="0"/>
              <a:t>k</a:t>
            </a:r>
            <a:r>
              <a:rPr lang="zh-CN" altLang="en-US" b="1" dirty="0"/>
              <a:t>上影线很长</a:t>
            </a:r>
            <a:endParaRPr lang="en-US" altLang="zh-CN" b="1" dirty="0"/>
          </a:p>
          <a:p>
            <a:r>
              <a:rPr lang="zh-CN" altLang="en-US" b="1" dirty="0"/>
              <a:t>阴线体积比阳线体积更大</a:t>
            </a:r>
            <a:endParaRPr lang="en-US" altLang="zh-CN" b="1" dirty="0"/>
          </a:p>
          <a:p>
            <a:r>
              <a:rPr lang="en-US" altLang="zh-CN" b="1" dirty="0"/>
              <a:t>H2</a:t>
            </a:r>
            <a:r>
              <a:rPr lang="zh-CN" altLang="en-US" b="1" dirty="0"/>
              <a:t>信号</a:t>
            </a:r>
            <a:r>
              <a:rPr lang="en-US" altLang="zh-CN" b="1" dirty="0"/>
              <a:t>K</a:t>
            </a:r>
            <a:r>
              <a:rPr lang="zh-CN" altLang="en-US" b="1" dirty="0"/>
              <a:t>没有触发</a:t>
            </a:r>
            <a:endParaRPr lang="en-US" altLang="zh-CN" b="1" dirty="0"/>
          </a:p>
          <a:p>
            <a:r>
              <a:rPr lang="en-US" altLang="zh-CN" b="1" dirty="0"/>
              <a:t>H1</a:t>
            </a:r>
            <a:r>
              <a:rPr lang="zh-CN" altLang="en-US" b="1" dirty="0"/>
              <a:t>信号</a:t>
            </a:r>
            <a:r>
              <a:rPr lang="en-US" altLang="zh-CN" b="1" dirty="0"/>
              <a:t>K</a:t>
            </a:r>
            <a:r>
              <a:rPr lang="zh-CN" altLang="en-US" b="1" dirty="0"/>
              <a:t>体积很小，</a:t>
            </a:r>
            <a:r>
              <a:rPr lang="en-US" altLang="zh-CN" b="1" dirty="0"/>
              <a:t>doji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B4C953-1096-7E7F-6CAB-1E6F6ADD4495}"/>
              </a:ext>
            </a:extLst>
          </p:cNvPr>
          <p:cNvSpPr txBox="1"/>
          <p:nvPr/>
        </p:nvSpPr>
        <p:spPr>
          <a:xfrm>
            <a:off x="4468061" y="3675044"/>
            <a:ext cx="2727029" cy="9541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也许是今天最低点</a:t>
            </a:r>
            <a:endParaRPr lang="en-US" altLang="zh-CN" b="1" dirty="0"/>
          </a:p>
          <a:p>
            <a:r>
              <a:rPr lang="zh-CN" altLang="en-US" b="1" dirty="0"/>
              <a:t>买入做波段也</a:t>
            </a:r>
            <a:r>
              <a:rPr lang="en-US" altLang="zh-CN" b="1" dirty="0"/>
              <a:t>ok</a:t>
            </a:r>
            <a:r>
              <a:rPr lang="zh-CN" altLang="en-US" b="1" dirty="0"/>
              <a:t>，不过最好等等</a:t>
            </a:r>
            <a:endParaRPr lang="en-US" altLang="zh-CN" b="1" dirty="0"/>
          </a:p>
          <a:p>
            <a:r>
              <a:rPr lang="zh-CN" altLang="en-US" b="1" dirty="0"/>
              <a:t>更有可能上方有空头做空</a:t>
            </a:r>
            <a:endParaRPr lang="en-US" altLang="zh-CN" b="1" dirty="0"/>
          </a:p>
          <a:p>
            <a:r>
              <a:rPr lang="zh-CN" altLang="en-US" b="1" dirty="0"/>
              <a:t>买入</a:t>
            </a:r>
            <a:r>
              <a:rPr lang="en-US" altLang="zh-CN" b="1" dirty="0"/>
              <a:t>scalp</a:t>
            </a:r>
            <a:r>
              <a:rPr lang="zh-CN" altLang="en-US" b="1" dirty="0"/>
              <a:t>的胜率也不高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7" descr="15 Wedge Bottom  Higher Probability to Wait for Rally to Buy 24m23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3B5C11C-9619-6CFF-B5A2-F520C9A6B569}"/>
              </a:ext>
            </a:extLst>
          </p:cNvPr>
          <p:cNvSpPr txBox="1"/>
          <p:nvPr/>
        </p:nvSpPr>
        <p:spPr>
          <a:xfrm>
            <a:off x="5288972" y="4904509"/>
            <a:ext cx="4554452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强势向下，更有可能还有一腿下跌</a:t>
            </a:r>
            <a:endParaRPr lang="en-US" altLang="zh-CN" b="1" dirty="0"/>
          </a:p>
          <a:p>
            <a:r>
              <a:rPr lang="zh-CN" altLang="en-US" b="1" dirty="0"/>
              <a:t>虽然看到了</a:t>
            </a:r>
            <a:r>
              <a:rPr lang="en-US" altLang="zh-CN" b="1" dirty="0"/>
              <a:t>wedge</a:t>
            </a:r>
            <a:r>
              <a:rPr lang="zh-CN" altLang="en-US" b="1" dirty="0"/>
              <a:t>样子的东西，但是做多胜率依然很低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8" descr="16 Wedge Bottom  Failed 25m51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5F226C6-F9D4-728F-F5E4-550E6645A043}"/>
              </a:ext>
            </a:extLst>
          </p:cNvPr>
          <p:cNvSpPr txBox="1"/>
          <p:nvPr/>
        </p:nvSpPr>
        <p:spPr>
          <a:xfrm>
            <a:off x="3199971" y="1844675"/>
            <a:ext cx="4115229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没有强势底部所以低胜率</a:t>
            </a:r>
            <a:endParaRPr lang="en-US" altLang="zh-CN" b="1" dirty="0"/>
          </a:p>
          <a:p>
            <a:r>
              <a:rPr lang="zh-CN" altLang="en-US" b="1" dirty="0"/>
              <a:t>下降窄通道经常形成</a:t>
            </a:r>
            <a:r>
              <a:rPr lang="en-US" altLang="zh-CN" b="1" dirty="0"/>
              <a:t>Wedge Botton</a:t>
            </a:r>
            <a:r>
              <a:rPr lang="zh-CN" altLang="en-US" b="1" dirty="0"/>
              <a:t>，大多数失败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9" descr="17 Big Bear BO  2nd Leg Down Likely 25m57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0" descr="18 2 Legs Down  Then Another Bottom Attempt 26m50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913D681-B540-FDEE-AE0C-11CB63546F5E}"/>
              </a:ext>
            </a:extLst>
          </p:cNvPr>
          <p:cNvSpPr txBox="1"/>
          <p:nvPr/>
        </p:nvSpPr>
        <p:spPr>
          <a:xfrm>
            <a:off x="4831773" y="4197927"/>
            <a:ext cx="902811" cy="5232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突破之后</a:t>
            </a:r>
            <a:endParaRPr lang="en-US" altLang="zh-CN" b="1" dirty="0"/>
          </a:p>
          <a:p>
            <a:r>
              <a:rPr lang="zh-CN" altLang="en-US" b="1" dirty="0"/>
              <a:t>两腿下跌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F477EBFB-B7CA-3F73-BB2B-2EEA1EC88ECF}"/>
              </a:ext>
            </a:extLst>
          </p:cNvPr>
          <p:cNvCxnSpPr/>
          <p:nvPr/>
        </p:nvCxnSpPr>
        <p:spPr>
          <a:xfrm flipH="1">
            <a:off x="4426527" y="4721147"/>
            <a:ext cx="820882" cy="360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7A14182-F509-CB5D-E008-20C262E3774F}"/>
              </a:ext>
            </a:extLst>
          </p:cNvPr>
          <p:cNvSpPr txBox="1"/>
          <p:nvPr/>
        </p:nvSpPr>
        <p:spPr>
          <a:xfrm>
            <a:off x="6873086" y="4639541"/>
            <a:ext cx="4323620" cy="523220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又是抛物线底部</a:t>
            </a:r>
            <a:endParaRPr lang="en-US" altLang="zh-CN" b="1" dirty="0"/>
          </a:p>
          <a:p>
            <a:r>
              <a:rPr lang="zh-CN" altLang="en-US" b="1" dirty="0"/>
              <a:t>但是达到了</a:t>
            </a:r>
            <a:r>
              <a:rPr lang="en-US" altLang="zh-CN" b="1" dirty="0"/>
              <a:t>MM</a:t>
            </a:r>
            <a:r>
              <a:rPr lang="zh-CN" altLang="en-US" b="1" dirty="0"/>
              <a:t>目标位（所有的反转都发生在</a:t>
            </a:r>
            <a:r>
              <a:rPr lang="en-US" altLang="zh-CN" b="1" dirty="0"/>
              <a:t>SR</a:t>
            </a:r>
            <a:r>
              <a:rPr lang="zh-CN" altLang="en-US" b="1" dirty="0"/>
              <a:t>位）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1" descr="19 2 d Bottom  Likely to Be End of Bear Trend 27m20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4AE3D42-22C3-88EA-6F1C-000019CFB990}"/>
              </a:ext>
            </a:extLst>
          </p:cNvPr>
          <p:cNvSpPr txBox="1"/>
          <p:nvPr/>
        </p:nvSpPr>
        <p:spPr>
          <a:xfrm>
            <a:off x="6483928" y="4114800"/>
            <a:ext cx="2339102" cy="52322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连续的卖出高潮后，力竭了</a:t>
            </a:r>
            <a:endParaRPr lang="en-US" altLang="zh-CN" b="1" dirty="0"/>
          </a:p>
          <a:p>
            <a:r>
              <a:rPr lang="zh-CN" altLang="en-US" b="1" dirty="0"/>
              <a:t>所以可能</a:t>
            </a:r>
            <a:r>
              <a:rPr lang="en-US" altLang="zh-CN" b="1" dirty="0"/>
              <a:t>TBTL</a:t>
            </a:r>
            <a:r>
              <a:rPr lang="zh-CN" altLang="en-US" b="1" dirty="0"/>
              <a:t>反转上涨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663BC13-6C8C-2B79-1DDE-A5B2A4AFE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FD4CBE7-1C1D-1969-8571-513D90CA8A46}"/>
              </a:ext>
            </a:extLst>
          </p:cNvPr>
          <p:cNvSpPr txBox="1"/>
          <p:nvPr/>
        </p:nvSpPr>
        <p:spPr>
          <a:xfrm>
            <a:off x="4831773" y="7169727"/>
            <a:ext cx="1489510" cy="30777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警惕</a:t>
            </a:r>
            <a:r>
              <a:rPr lang="en-US" altLang="zh-CN" dirty="0"/>
              <a:t>2nd leg</a:t>
            </a:r>
            <a:r>
              <a:rPr lang="zh-CN" altLang="en-US" dirty="0"/>
              <a:t>陷阱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5" descr="23 Consecutive Bottoms  Often Form High 4 Buy Setups 29m08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E9FE580-E724-A40D-D8BE-5D1C3F0C59F7}"/>
              </a:ext>
            </a:extLst>
          </p:cNvPr>
          <p:cNvSpPr txBox="1"/>
          <p:nvPr/>
        </p:nvSpPr>
        <p:spPr>
          <a:xfrm>
            <a:off x="322118" y="2603827"/>
            <a:ext cx="3174267" cy="52322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/>
              <a:t>所谓的</a:t>
            </a:r>
            <a:r>
              <a:rPr lang="en-US" altLang="zh-CN" b="1" dirty="0"/>
              <a:t>H4</a:t>
            </a:r>
            <a:r>
              <a:rPr lang="zh-CN" altLang="en-US" b="1" dirty="0"/>
              <a:t>就是不断的想要</a:t>
            </a:r>
            <a:r>
              <a:rPr lang="en-US" altLang="zh-CN" b="1" dirty="0"/>
              <a:t>bottom</a:t>
            </a:r>
            <a:r>
              <a:rPr lang="zh-CN" altLang="en-US" b="1" dirty="0"/>
              <a:t>失败</a:t>
            </a:r>
            <a:endParaRPr lang="en-US" altLang="zh-CN" b="1" dirty="0"/>
          </a:p>
          <a:p>
            <a:r>
              <a:rPr lang="zh-CN" altLang="en-US" b="1" dirty="0"/>
              <a:t>然后继续</a:t>
            </a:r>
            <a:r>
              <a:rPr lang="en-US" altLang="zh-CN" b="1" dirty="0"/>
              <a:t>1-2</a:t>
            </a:r>
            <a:r>
              <a:rPr lang="zh-CN" altLang="en-US" b="1" dirty="0"/>
              <a:t>腿下跌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6" descr="24 High 4 Bottom  60% Chance of 2 Legs Sideways to Up 30m56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BFCE0EF-693F-0687-5028-DA585FE3D97B}"/>
              </a:ext>
            </a:extLst>
          </p:cNvPr>
          <p:cNvSpPr txBox="1"/>
          <p:nvPr/>
        </p:nvSpPr>
        <p:spPr>
          <a:xfrm>
            <a:off x="7521082" y="4588072"/>
            <a:ext cx="2488182" cy="3077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b="1" dirty="0"/>
              <a:t>H4</a:t>
            </a:r>
            <a:r>
              <a:rPr lang="zh-CN" altLang="en-US" b="1" dirty="0"/>
              <a:t>底，</a:t>
            </a:r>
            <a:r>
              <a:rPr lang="en-US" altLang="zh-CN" b="1" dirty="0"/>
              <a:t>60%</a:t>
            </a:r>
            <a:r>
              <a:rPr lang="zh-CN" altLang="en-US" b="1" dirty="0"/>
              <a:t>概率</a:t>
            </a:r>
            <a:r>
              <a:rPr lang="en-US" altLang="zh-CN" b="1" dirty="0"/>
              <a:t>2</a:t>
            </a:r>
            <a:r>
              <a:rPr lang="zh-CN" altLang="en-US" b="1" dirty="0"/>
              <a:t>腿震荡上涨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8" descr="26 Reversal Down from 2 d Leg Up  Bull Take Profits 32m26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9" descr="27 Reversal Down from 2nd Leg Up  Bull Take Profits 32m32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C13011B-8E63-4739-A94A-65FE90C60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41" descr="29 Wedge Bottom Opening Reversal  Up from Support 35m09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42" descr="30 Review 35m18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730</Words>
  <Application>Microsoft Office PowerPoint</Application>
  <PresentationFormat>自定义</PresentationFormat>
  <Paragraphs>62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润庭 邓</cp:lastModifiedBy>
  <cp:revision>1</cp:revision>
  <dcterms:modified xsi:type="dcterms:W3CDTF">2024-11-16T10:01:45Z</dcterms:modified>
</cp:coreProperties>
</file>