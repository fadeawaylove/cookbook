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4630400" cy="82296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A1C20"/>
    <a:srgbClr val="157F1F"/>
    <a:srgbClr val="265C8F"/>
    <a:srgbClr val="CE1DD3"/>
    <a:srgbClr val="256824"/>
    <a:srgbClr val="5B8556"/>
    <a:srgbClr val="AF8647"/>
    <a:srgbClr val="316B93"/>
    <a:srgbClr val="87B4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822" autoAdjust="0"/>
    <p:restoredTop sz="96233" autoAdjust="0"/>
  </p:normalViewPr>
  <p:slideViewPr>
    <p:cSldViewPr snapToGrid="0">
      <p:cViewPr>
        <p:scale>
          <a:sx n="90" d="100"/>
          <a:sy n="90" d="100"/>
        </p:scale>
        <p:origin x="1062" y="15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润庭 邓" userId="dd4ed0c4d3e1c47b" providerId="LiveId" clId="{EA3CE23D-16E3-4E9A-84A5-61E7FB5E77BB}"/>
    <pc:docChg chg="undo custSel addSld delSld modSld">
      <pc:chgData name="润庭 邓" userId="dd4ed0c4d3e1c47b" providerId="LiveId" clId="{EA3CE23D-16E3-4E9A-84A5-61E7FB5E77BB}" dt="2024-11-17T02:40:51.534" v="4637" actId="1076"/>
      <pc:docMkLst>
        <pc:docMk/>
      </pc:docMkLst>
      <pc:sldChg chg="delSp mod modClrScheme chgLayout">
        <pc:chgData name="润庭 邓" userId="dd4ed0c4d3e1c47b" providerId="LiveId" clId="{EA3CE23D-16E3-4E9A-84A5-61E7FB5E77BB}" dt="2024-11-16T11:06:08.911" v="0" actId="700"/>
        <pc:sldMkLst>
          <pc:docMk/>
          <pc:sldMk cId="0" sldId="256"/>
        </pc:sldMkLst>
        <pc:spChg chg="del">
          <ac:chgData name="润庭 邓" userId="dd4ed0c4d3e1c47b" providerId="LiveId" clId="{EA3CE23D-16E3-4E9A-84A5-61E7FB5E77BB}" dt="2024-11-16T11:06:08.911" v="0" actId="700"/>
          <ac:spMkLst>
            <pc:docMk/>
            <pc:sldMk cId="0" sldId="256"/>
            <ac:spMk id="84" creationId="{00000000-0000-0000-0000-000000000000}"/>
          </ac:spMkLst>
        </pc:spChg>
        <pc:spChg chg="del">
          <ac:chgData name="润庭 邓" userId="dd4ed0c4d3e1c47b" providerId="LiveId" clId="{EA3CE23D-16E3-4E9A-84A5-61E7FB5E77BB}" dt="2024-11-16T11:06:08.911" v="0" actId="700"/>
          <ac:spMkLst>
            <pc:docMk/>
            <pc:sldMk cId="0" sldId="256"/>
            <ac:spMk id="85" creationId="{00000000-0000-0000-0000-000000000000}"/>
          </ac:spMkLst>
        </pc:spChg>
      </pc:sldChg>
      <pc:sldChg chg="addSp delSp modSp mod modClrScheme chgLayout">
        <pc:chgData name="润庭 邓" userId="dd4ed0c4d3e1c47b" providerId="LiveId" clId="{EA3CE23D-16E3-4E9A-84A5-61E7FB5E77BB}" dt="2024-11-16T11:07:44.021" v="100" actId="1076"/>
        <pc:sldMkLst>
          <pc:docMk/>
          <pc:sldMk cId="0" sldId="257"/>
        </pc:sldMkLst>
        <pc:spChg chg="add mod">
          <ac:chgData name="润庭 邓" userId="dd4ed0c4d3e1c47b" providerId="LiveId" clId="{EA3CE23D-16E3-4E9A-84A5-61E7FB5E77BB}" dt="2024-11-16T11:07:44.021" v="100" actId="1076"/>
          <ac:spMkLst>
            <pc:docMk/>
            <pc:sldMk cId="0" sldId="257"/>
            <ac:spMk id="2" creationId="{0C05E993-E176-7603-E4F1-519C99219C0A}"/>
          </ac:spMkLst>
        </pc:spChg>
        <pc:spChg chg="del">
          <ac:chgData name="润庭 邓" userId="dd4ed0c4d3e1c47b" providerId="LiveId" clId="{EA3CE23D-16E3-4E9A-84A5-61E7FB5E77BB}" dt="2024-11-16T11:06:08.911" v="0" actId="700"/>
          <ac:spMkLst>
            <pc:docMk/>
            <pc:sldMk cId="0" sldId="257"/>
            <ac:spMk id="91" creationId="{00000000-0000-0000-0000-000000000000}"/>
          </ac:spMkLst>
        </pc:spChg>
        <pc:spChg chg="del">
          <ac:chgData name="润庭 邓" userId="dd4ed0c4d3e1c47b" providerId="LiveId" clId="{EA3CE23D-16E3-4E9A-84A5-61E7FB5E77BB}" dt="2024-11-16T11:06:08.911" v="0" actId="700"/>
          <ac:spMkLst>
            <pc:docMk/>
            <pc:sldMk cId="0" sldId="257"/>
            <ac:spMk id="92" creationId="{00000000-0000-0000-0000-000000000000}"/>
          </ac:spMkLst>
        </pc:spChg>
      </pc:sldChg>
      <pc:sldChg chg="delSp mod modClrScheme chgLayout">
        <pc:chgData name="润庭 邓" userId="dd4ed0c4d3e1c47b" providerId="LiveId" clId="{EA3CE23D-16E3-4E9A-84A5-61E7FB5E77BB}" dt="2024-11-16T11:06:08.911" v="0" actId="700"/>
        <pc:sldMkLst>
          <pc:docMk/>
          <pc:sldMk cId="0" sldId="258"/>
        </pc:sldMkLst>
        <pc:spChg chg="del">
          <ac:chgData name="润庭 邓" userId="dd4ed0c4d3e1c47b" providerId="LiveId" clId="{EA3CE23D-16E3-4E9A-84A5-61E7FB5E77BB}" dt="2024-11-16T11:06:08.911" v="0" actId="700"/>
          <ac:spMkLst>
            <pc:docMk/>
            <pc:sldMk cId="0" sldId="258"/>
            <ac:spMk id="98" creationId="{00000000-0000-0000-0000-000000000000}"/>
          </ac:spMkLst>
        </pc:spChg>
        <pc:spChg chg="del">
          <ac:chgData name="润庭 邓" userId="dd4ed0c4d3e1c47b" providerId="LiveId" clId="{EA3CE23D-16E3-4E9A-84A5-61E7FB5E77BB}" dt="2024-11-16T11:06:08.911" v="0" actId="700"/>
          <ac:spMkLst>
            <pc:docMk/>
            <pc:sldMk cId="0" sldId="258"/>
            <ac:spMk id="99" creationId="{00000000-0000-0000-0000-000000000000}"/>
          </ac:spMkLst>
        </pc:spChg>
      </pc:sldChg>
      <pc:sldChg chg="addSp delSp modSp mod modClrScheme chgLayout">
        <pc:chgData name="润庭 邓" userId="dd4ed0c4d3e1c47b" providerId="LiveId" clId="{EA3CE23D-16E3-4E9A-84A5-61E7FB5E77BB}" dt="2024-11-16T11:25:41.022" v="589" actId="1038"/>
        <pc:sldMkLst>
          <pc:docMk/>
          <pc:sldMk cId="0" sldId="259"/>
        </pc:sldMkLst>
        <pc:spChg chg="add del mod">
          <ac:chgData name="润庭 邓" userId="dd4ed0c4d3e1c47b" providerId="LiveId" clId="{EA3CE23D-16E3-4E9A-84A5-61E7FB5E77BB}" dt="2024-11-16T11:21:24.921" v="464" actId="478"/>
          <ac:spMkLst>
            <pc:docMk/>
            <pc:sldMk cId="0" sldId="259"/>
            <ac:spMk id="2" creationId="{C4CB2EE0-8EDE-1E3B-0482-7BFEAAB45B83}"/>
          </ac:spMkLst>
        </pc:spChg>
        <pc:spChg chg="add del mod">
          <ac:chgData name="润庭 邓" userId="dd4ed0c4d3e1c47b" providerId="LiveId" clId="{EA3CE23D-16E3-4E9A-84A5-61E7FB5E77BB}" dt="2024-11-16T11:21:37.233" v="469"/>
          <ac:spMkLst>
            <pc:docMk/>
            <pc:sldMk cId="0" sldId="259"/>
            <ac:spMk id="3" creationId="{05D4EE6D-895D-FA2C-8F16-FE28928BDC0F}"/>
          </ac:spMkLst>
        </pc:spChg>
        <pc:spChg chg="add mod">
          <ac:chgData name="润庭 邓" userId="dd4ed0c4d3e1c47b" providerId="LiveId" clId="{EA3CE23D-16E3-4E9A-84A5-61E7FB5E77BB}" dt="2024-11-16T11:17:56.047" v="335" actId="1076"/>
          <ac:spMkLst>
            <pc:docMk/>
            <pc:sldMk cId="0" sldId="259"/>
            <ac:spMk id="4" creationId="{FD77B3D5-1C8A-1183-899B-A93B5149E917}"/>
          </ac:spMkLst>
        </pc:spChg>
        <pc:spChg chg="add mod">
          <ac:chgData name="润庭 邓" userId="dd4ed0c4d3e1c47b" providerId="LiveId" clId="{EA3CE23D-16E3-4E9A-84A5-61E7FB5E77BB}" dt="2024-11-16T11:25:41.022" v="589" actId="1038"/>
          <ac:spMkLst>
            <pc:docMk/>
            <pc:sldMk cId="0" sldId="259"/>
            <ac:spMk id="5" creationId="{BB427089-9716-64C7-1D22-4DCD5FA6BC32}"/>
          </ac:spMkLst>
        </pc:spChg>
        <pc:spChg chg="add mod">
          <ac:chgData name="润庭 邓" userId="dd4ed0c4d3e1c47b" providerId="LiveId" clId="{EA3CE23D-16E3-4E9A-84A5-61E7FB5E77BB}" dt="2024-11-16T11:25:41.022" v="589" actId="1038"/>
          <ac:spMkLst>
            <pc:docMk/>
            <pc:sldMk cId="0" sldId="259"/>
            <ac:spMk id="6" creationId="{B467D1CD-C998-4FE6-C566-B01142E5C187}"/>
          </ac:spMkLst>
        </pc:spChg>
        <pc:spChg chg="add mod">
          <ac:chgData name="润庭 邓" userId="dd4ed0c4d3e1c47b" providerId="LiveId" clId="{EA3CE23D-16E3-4E9A-84A5-61E7FB5E77BB}" dt="2024-11-16T11:25:41.022" v="589" actId="1038"/>
          <ac:spMkLst>
            <pc:docMk/>
            <pc:sldMk cId="0" sldId="259"/>
            <ac:spMk id="7" creationId="{59723709-3501-3574-176D-AEC015B80FFF}"/>
          </ac:spMkLst>
        </pc:spChg>
        <pc:spChg chg="add mod">
          <ac:chgData name="润庭 邓" userId="dd4ed0c4d3e1c47b" providerId="LiveId" clId="{EA3CE23D-16E3-4E9A-84A5-61E7FB5E77BB}" dt="2024-11-16T11:25:41.022" v="589" actId="1038"/>
          <ac:spMkLst>
            <pc:docMk/>
            <pc:sldMk cId="0" sldId="259"/>
            <ac:spMk id="8" creationId="{B2DE25E9-201A-45C9-7835-8CBF60A5F911}"/>
          </ac:spMkLst>
        </pc:spChg>
        <pc:spChg chg="add mod">
          <ac:chgData name="润庭 邓" userId="dd4ed0c4d3e1c47b" providerId="LiveId" clId="{EA3CE23D-16E3-4E9A-84A5-61E7FB5E77BB}" dt="2024-11-16T11:21:29.361" v="465" actId="1076"/>
          <ac:spMkLst>
            <pc:docMk/>
            <pc:sldMk cId="0" sldId="259"/>
            <ac:spMk id="9" creationId="{F65B0083-DA0B-416C-5854-FC0321689CD7}"/>
          </ac:spMkLst>
        </pc:spChg>
        <pc:spChg chg="add mod">
          <ac:chgData name="润庭 邓" userId="dd4ed0c4d3e1c47b" providerId="LiveId" clId="{EA3CE23D-16E3-4E9A-84A5-61E7FB5E77BB}" dt="2024-11-16T11:22:20.116" v="580" actId="1076"/>
          <ac:spMkLst>
            <pc:docMk/>
            <pc:sldMk cId="0" sldId="259"/>
            <ac:spMk id="10" creationId="{8BF6177D-CE4A-1C89-7AF0-A4BD476319E4}"/>
          </ac:spMkLst>
        </pc:spChg>
        <pc:spChg chg="del">
          <ac:chgData name="润庭 邓" userId="dd4ed0c4d3e1c47b" providerId="LiveId" clId="{EA3CE23D-16E3-4E9A-84A5-61E7FB5E77BB}" dt="2024-11-16T11:06:08.911" v="0" actId="700"/>
          <ac:spMkLst>
            <pc:docMk/>
            <pc:sldMk cId="0" sldId="259"/>
            <ac:spMk id="105" creationId="{00000000-0000-0000-0000-000000000000}"/>
          </ac:spMkLst>
        </pc:spChg>
        <pc:spChg chg="del">
          <ac:chgData name="润庭 邓" userId="dd4ed0c4d3e1c47b" providerId="LiveId" clId="{EA3CE23D-16E3-4E9A-84A5-61E7FB5E77BB}" dt="2024-11-16T11:06:08.911" v="0" actId="700"/>
          <ac:spMkLst>
            <pc:docMk/>
            <pc:sldMk cId="0" sldId="259"/>
            <ac:spMk id="106" creationId="{00000000-0000-0000-0000-000000000000}"/>
          </ac:spMkLst>
        </pc:spChg>
      </pc:sldChg>
      <pc:sldChg chg="addSp delSp modSp mod modClrScheme chgLayout">
        <pc:chgData name="润庭 邓" userId="dd4ed0c4d3e1c47b" providerId="LiveId" clId="{EA3CE23D-16E3-4E9A-84A5-61E7FB5E77BB}" dt="2024-11-16T11:38:04.063" v="753" actId="478"/>
        <pc:sldMkLst>
          <pc:docMk/>
          <pc:sldMk cId="0" sldId="260"/>
        </pc:sldMkLst>
        <pc:spChg chg="add mod">
          <ac:chgData name="润庭 邓" userId="dd4ed0c4d3e1c47b" providerId="LiveId" clId="{EA3CE23D-16E3-4E9A-84A5-61E7FB5E77BB}" dt="2024-11-16T11:27:16.898" v="592"/>
          <ac:spMkLst>
            <pc:docMk/>
            <pc:sldMk cId="0" sldId="260"/>
            <ac:spMk id="2" creationId="{19C4A067-44C3-E8CE-6D8E-224F7B6F255D}"/>
          </ac:spMkLst>
        </pc:spChg>
        <pc:spChg chg="add mod">
          <ac:chgData name="润庭 邓" userId="dd4ed0c4d3e1c47b" providerId="LiveId" clId="{EA3CE23D-16E3-4E9A-84A5-61E7FB5E77BB}" dt="2024-11-16T11:27:16.898" v="592"/>
          <ac:spMkLst>
            <pc:docMk/>
            <pc:sldMk cId="0" sldId="260"/>
            <ac:spMk id="3" creationId="{83CDADFB-6233-0E13-F2FE-07CEDE584184}"/>
          </ac:spMkLst>
        </pc:spChg>
        <pc:spChg chg="add mod">
          <ac:chgData name="润庭 邓" userId="dd4ed0c4d3e1c47b" providerId="LiveId" clId="{EA3CE23D-16E3-4E9A-84A5-61E7FB5E77BB}" dt="2024-11-16T11:27:16.898" v="592"/>
          <ac:spMkLst>
            <pc:docMk/>
            <pc:sldMk cId="0" sldId="260"/>
            <ac:spMk id="4" creationId="{68D49492-4DDE-996C-274A-4A9DE6DE71C7}"/>
          </ac:spMkLst>
        </pc:spChg>
        <pc:spChg chg="add mod">
          <ac:chgData name="润庭 邓" userId="dd4ed0c4d3e1c47b" providerId="LiveId" clId="{EA3CE23D-16E3-4E9A-84A5-61E7FB5E77BB}" dt="2024-11-16T11:27:16.898" v="592"/>
          <ac:spMkLst>
            <pc:docMk/>
            <pc:sldMk cId="0" sldId="260"/>
            <ac:spMk id="5" creationId="{9C8C3B73-440A-63DD-30BB-C31EA254D887}"/>
          </ac:spMkLst>
        </pc:spChg>
        <pc:spChg chg="add del mod">
          <ac:chgData name="润庭 邓" userId="dd4ed0c4d3e1c47b" providerId="LiveId" clId="{EA3CE23D-16E3-4E9A-84A5-61E7FB5E77BB}" dt="2024-11-16T11:35:23.203" v="595" actId="478"/>
          <ac:spMkLst>
            <pc:docMk/>
            <pc:sldMk cId="0" sldId="260"/>
            <ac:spMk id="6" creationId="{84D8797D-EA5A-44DA-8875-C465D98CE27D}"/>
          </ac:spMkLst>
        </pc:spChg>
        <pc:spChg chg="add mod">
          <ac:chgData name="润庭 邓" userId="dd4ed0c4d3e1c47b" providerId="LiveId" clId="{EA3CE23D-16E3-4E9A-84A5-61E7FB5E77BB}" dt="2024-11-16T11:35:53.339" v="642" actId="20577"/>
          <ac:spMkLst>
            <pc:docMk/>
            <pc:sldMk cId="0" sldId="260"/>
            <ac:spMk id="7" creationId="{E71FBC87-6338-1D3C-0FCB-4791C683159C}"/>
          </ac:spMkLst>
        </pc:spChg>
        <pc:spChg chg="add mod">
          <ac:chgData name="润庭 邓" userId="dd4ed0c4d3e1c47b" providerId="LiveId" clId="{EA3CE23D-16E3-4E9A-84A5-61E7FB5E77BB}" dt="2024-11-16T11:37:57.451" v="752" actId="113"/>
          <ac:spMkLst>
            <pc:docMk/>
            <pc:sldMk cId="0" sldId="260"/>
            <ac:spMk id="8" creationId="{C5130677-C9FB-7B08-9A53-1E34FDCEFBF3}"/>
          </ac:spMkLst>
        </pc:spChg>
        <pc:spChg chg="add del mod">
          <ac:chgData name="润庭 邓" userId="dd4ed0c4d3e1c47b" providerId="LiveId" clId="{EA3CE23D-16E3-4E9A-84A5-61E7FB5E77BB}" dt="2024-11-16T11:38:04.063" v="753" actId="478"/>
          <ac:spMkLst>
            <pc:docMk/>
            <pc:sldMk cId="0" sldId="260"/>
            <ac:spMk id="9" creationId="{C6BD10AB-11B8-F3FF-FC63-5C2A2F679834}"/>
          </ac:spMkLst>
        </pc:spChg>
        <pc:spChg chg="del">
          <ac:chgData name="润庭 邓" userId="dd4ed0c4d3e1c47b" providerId="LiveId" clId="{EA3CE23D-16E3-4E9A-84A5-61E7FB5E77BB}" dt="2024-11-16T11:06:08.911" v="0" actId="700"/>
          <ac:spMkLst>
            <pc:docMk/>
            <pc:sldMk cId="0" sldId="260"/>
            <ac:spMk id="112" creationId="{00000000-0000-0000-0000-000000000000}"/>
          </ac:spMkLst>
        </pc:spChg>
        <pc:spChg chg="del">
          <ac:chgData name="润庭 邓" userId="dd4ed0c4d3e1c47b" providerId="LiveId" clId="{EA3CE23D-16E3-4E9A-84A5-61E7FB5E77BB}" dt="2024-11-16T11:06:08.911" v="0" actId="700"/>
          <ac:spMkLst>
            <pc:docMk/>
            <pc:sldMk cId="0" sldId="260"/>
            <ac:spMk id="113" creationId="{00000000-0000-0000-0000-000000000000}"/>
          </ac:spMkLst>
        </pc:spChg>
      </pc:sldChg>
      <pc:sldChg chg="addSp delSp modSp mod modClrScheme chgLayout">
        <pc:chgData name="润庭 邓" userId="dd4ed0c4d3e1c47b" providerId="LiveId" clId="{EA3CE23D-16E3-4E9A-84A5-61E7FB5E77BB}" dt="2024-11-16T11:42:21.013" v="839" actId="1076"/>
        <pc:sldMkLst>
          <pc:docMk/>
          <pc:sldMk cId="0" sldId="261"/>
        </pc:sldMkLst>
        <pc:spChg chg="add mod">
          <ac:chgData name="润庭 邓" userId="dd4ed0c4d3e1c47b" providerId="LiveId" clId="{EA3CE23D-16E3-4E9A-84A5-61E7FB5E77BB}" dt="2024-11-16T11:38:26.358" v="754"/>
          <ac:spMkLst>
            <pc:docMk/>
            <pc:sldMk cId="0" sldId="261"/>
            <ac:spMk id="2" creationId="{98B516D2-BE55-A451-96FE-9711C6B228B4}"/>
          </ac:spMkLst>
        </pc:spChg>
        <pc:spChg chg="add mod">
          <ac:chgData name="润庭 邓" userId="dd4ed0c4d3e1c47b" providerId="LiveId" clId="{EA3CE23D-16E3-4E9A-84A5-61E7FB5E77BB}" dt="2024-11-16T11:38:26.358" v="754"/>
          <ac:spMkLst>
            <pc:docMk/>
            <pc:sldMk cId="0" sldId="261"/>
            <ac:spMk id="3" creationId="{6F06B7E1-47E5-3DF4-DCB0-42D5EC03A0EB}"/>
          </ac:spMkLst>
        </pc:spChg>
        <pc:spChg chg="add mod">
          <ac:chgData name="润庭 邓" userId="dd4ed0c4d3e1c47b" providerId="LiveId" clId="{EA3CE23D-16E3-4E9A-84A5-61E7FB5E77BB}" dt="2024-11-16T11:38:26.358" v="754"/>
          <ac:spMkLst>
            <pc:docMk/>
            <pc:sldMk cId="0" sldId="261"/>
            <ac:spMk id="4" creationId="{CF16499B-5408-21F0-EE9C-8540EADA63D0}"/>
          </ac:spMkLst>
        </pc:spChg>
        <pc:spChg chg="add mod">
          <ac:chgData name="润庭 邓" userId="dd4ed0c4d3e1c47b" providerId="LiveId" clId="{EA3CE23D-16E3-4E9A-84A5-61E7FB5E77BB}" dt="2024-11-16T11:38:26.358" v="754"/>
          <ac:spMkLst>
            <pc:docMk/>
            <pc:sldMk cId="0" sldId="261"/>
            <ac:spMk id="5" creationId="{E872385F-3E87-0C9B-FA4F-A8AF344216F2}"/>
          </ac:spMkLst>
        </pc:spChg>
        <pc:spChg chg="add mod">
          <ac:chgData name="润庭 邓" userId="dd4ed0c4d3e1c47b" providerId="LiveId" clId="{EA3CE23D-16E3-4E9A-84A5-61E7FB5E77BB}" dt="2024-11-16T11:39:57.919" v="756" actId="113"/>
          <ac:spMkLst>
            <pc:docMk/>
            <pc:sldMk cId="0" sldId="261"/>
            <ac:spMk id="6" creationId="{DAA6F87F-7E62-5BE9-40B6-3CF8BA5F5348}"/>
          </ac:spMkLst>
        </pc:spChg>
        <pc:spChg chg="add mod">
          <ac:chgData name="润庭 邓" userId="dd4ed0c4d3e1c47b" providerId="LiveId" clId="{EA3CE23D-16E3-4E9A-84A5-61E7FB5E77BB}" dt="2024-11-16T11:39:57.919" v="756" actId="113"/>
          <ac:spMkLst>
            <pc:docMk/>
            <pc:sldMk cId="0" sldId="261"/>
            <ac:spMk id="7" creationId="{AC5EA7FF-5811-49CF-9F27-1DBD91AC6CEA}"/>
          </ac:spMkLst>
        </pc:spChg>
        <pc:spChg chg="add mod">
          <ac:chgData name="润庭 邓" userId="dd4ed0c4d3e1c47b" providerId="LiveId" clId="{EA3CE23D-16E3-4E9A-84A5-61E7FB5E77BB}" dt="2024-11-16T11:39:57.919" v="756" actId="113"/>
          <ac:spMkLst>
            <pc:docMk/>
            <pc:sldMk cId="0" sldId="261"/>
            <ac:spMk id="8" creationId="{CFC9F0E3-E68C-7EF7-1158-780200045727}"/>
          </ac:spMkLst>
        </pc:spChg>
        <pc:spChg chg="add mod">
          <ac:chgData name="润庭 邓" userId="dd4ed0c4d3e1c47b" providerId="LiveId" clId="{EA3CE23D-16E3-4E9A-84A5-61E7FB5E77BB}" dt="2024-11-16T11:39:57.919" v="756" actId="113"/>
          <ac:spMkLst>
            <pc:docMk/>
            <pc:sldMk cId="0" sldId="261"/>
            <ac:spMk id="9" creationId="{5D57516E-4DE4-5880-5FF7-576FD337B560}"/>
          </ac:spMkLst>
        </pc:spChg>
        <pc:spChg chg="add mod">
          <ac:chgData name="润庭 邓" userId="dd4ed0c4d3e1c47b" providerId="LiveId" clId="{EA3CE23D-16E3-4E9A-84A5-61E7FB5E77BB}" dt="2024-11-16T11:40:04.771" v="758" actId="571"/>
          <ac:spMkLst>
            <pc:docMk/>
            <pc:sldMk cId="0" sldId="261"/>
            <ac:spMk id="10" creationId="{4A85CA3D-FA37-733D-13B5-E8D5734F00C6}"/>
          </ac:spMkLst>
        </pc:spChg>
        <pc:spChg chg="add mod">
          <ac:chgData name="润庭 邓" userId="dd4ed0c4d3e1c47b" providerId="LiveId" clId="{EA3CE23D-16E3-4E9A-84A5-61E7FB5E77BB}" dt="2024-11-16T11:42:21.013" v="839" actId="1076"/>
          <ac:spMkLst>
            <pc:docMk/>
            <pc:sldMk cId="0" sldId="261"/>
            <ac:spMk id="11" creationId="{A4406FC0-AE05-4641-04B1-BFF89EEB7576}"/>
          </ac:spMkLst>
        </pc:spChg>
        <pc:spChg chg="del">
          <ac:chgData name="润庭 邓" userId="dd4ed0c4d3e1c47b" providerId="LiveId" clId="{EA3CE23D-16E3-4E9A-84A5-61E7FB5E77BB}" dt="2024-11-16T11:06:08.911" v="0" actId="700"/>
          <ac:spMkLst>
            <pc:docMk/>
            <pc:sldMk cId="0" sldId="261"/>
            <ac:spMk id="119" creationId="{00000000-0000-0000-0000-000000000000}"/>
          </ac:spMkLst>
        </pc:spChg>
        <pc:spChg chg="del">
          <ac:chgData name="润庭 邓" userId="dd4ed0c4d3e1c47b" providerId="LiveId" clId="{EA3CE23D-16E3-4E9A-84A5-61E7FB5E77BB}" dt="2024-11-16T11:06:08.911" v="0" actId="700"/>
          <ac:spMkLst>
            <pc:docMk/>
            <pc:sldMk cId="0" sldId="261"/>
            <ac:spMk id="120" creationId="{00000000-0000-0000-0000-000000000000}"/>
          </ac:spMkLst>
        </pc:spChg>
      </pc:sldChg>
      <pc:sldChg chg="addSp delSp modSp mod modClrScheme chgLayout">
        <pc:chgData name="润庭 邓" userId="dd4ed0c4d3e1c47b" providerId="LiveId" clId="{EA3CE23D-16E3-4E9A-84A5-61E7FB5E77BB}" dt="2024-11-16T12:20:51.415" v="1151" actId="167"/>
        <pc:sldMkLst>
          <pc:docMk/>
          <pc:sldMk cId="0" sldId="262"/>
        </pc:sldMkLst>
        <pc:spChg chg="add mod">
          <ac:chgData name="润庭 邓" userId="dd4ed0c4d3e1c47b" providerId="LiveId" clId="{EA3CE23D-16E3-4E9A-84A5-61E7FB5E77BB}" dt="2024-11-16T11:42:25.930" v="840"/>
          <ac:spMkLst>
            <pc:docMk/>
            <pc:sldMk cId="0" sldId="262"/>
            <ac:spMk id="2" creationId="{9A259A91-1557-5BD5-4640-EDA1302BFC02}"/>
          </ac:spMkLst>
        </pc:spChg>
        <pc:spChg chg="add mod">
          <ac:chgData name="润庭 邓" userId="dd4ed0c4d3e1c47b" providerId="LiveId" clId="{EA3CE23D-16E3-4E9A-84A5-61E7FB5E77BB}" dt="2024-11-16T11:42:25.930" v="840"/>
          <ac:spMkLst>
            <pc:docMk/>
            <pc:sldMk cId="0" sldId="262"/>
            <ac:spMk id="3" creationId="{68909B93-C94C-0C31-09C8-8DD6AAAD3E24}"/>
          </ac:spMkLst>
        </pc:spChg>
        <pc:spChg chg="add mod">
          <ac:chgData name="润庭 邓" userId="dd4ed0c4d3e1c47b" providerId="LiveId" clId="{EA3CE23D-16E3-4E9A-84A5-61E7FB5E77BB}" dt="2024-11-16T11:42:25.930" v="840"/>
          <ac:spMkLst>
            <pc:docMk/>
            <pc:sldMk cId="0" sldId="262"/>
            <ac:spMk id="4" creationId="{9988D045-BB1E-8D8F-B8C5-A17E7ACAE465}"/>
          </ac:spMkLst>
        </pc:spChg>
        <pc:spChg chg="add mod">
          <ac:chgData name="润庭 邓" userId="dd4ed0c4d3e1c47b" providerId="LiveId" clId="{EA3CE23D-16E3-4E9A-84A5-61E7FB5E77BB}" dt="2024-11-16T11:42:25.930" v="840"/>
          <ac:spMkLst>
            <pc:docMk/>
            <pc:sldMk cId="0" sldId="262"/>
            <ac:spMk id="5" creationId="{28038B34-7620-0A59-5812-7128C52BB1B3}"/>
          </ac:spMkLst>
        </pc:spChg>
        <pc:spChg chg="add mod">
          <ac:chgData name="润庭 邓" userId="dd4ed0c4d3e1c47b" providerId="LiveId" clId="{EA3CE23D-16E3-4E9A-84A5-61E7FB5E77BB}" dt="2024-11-16T11:42:25.930" v="840"/>
          <ac:spMkLst>
            <pc:docMk/>
            <pc:sldMk cId="0" sldId="262"/>
            <ac:spMk id="6" creationId="{B60A292C-8BB5-E044-7D9F-7656D8BB9F5E}"/>
          </ac:spMkLst>
        </pc:spChg>
        <pc:spChg chg="add mod">
          <ac:chgData name="润庭 邓" userId="dd4ed0c4d3e1c47b" providerId="LiveId" clId="{EA3CE23D-16E3-4E9A-84A5-61E7FB5E77BB}" dt="2024-11-16T11:42:25.930" v="840"/>
          <ac:spMkLst>
            <pc:docMk/>
            <pc:sldMk cId="0" sldId="262"/>
            <ac:spMk id="7" creationId="{D3C483B6-C5AC-AE53-A8DA-314DED3E2901}"/>
          </ac:spMkLst>
        </pc:spChg>
        <pc:spChg chg="add mod">
          <ac:chgData name="润庭 邓" userId="dd4ed0c4d3e1c47b" providerId="LiveId" clId="{EA3CE23D-16E3-4E9A-84A5-61E7FB5E77BB}" dt="2024-11-16T11:42:25.930" v="840"/>
          <ac:spMkLst>
            <pc:docMk/>
            <pc:sldMk cId="0" sldId="262"/>
            <ac:spMk id="8" creationId="{0D62C6B7-08DF-8B93-1957-65DA9BECDB0D}"/>
          </ac:spMkLst>
        </pc:spChg>
        <pc:spChg chg="add mod">
          <ac:chgData name="润庭 邓" userId="dd4ed0c4d3e1c47b" providerId="LiveId" clId="{EA3CE23D-16E3-4E9A-84A5-61E7FB5E77BB}" dt="2024-11-16T11:42:25.930" v="840"/>
          <ac:spMkLst>
            <pc:docMk/>
            <pc:sldMk cId="0" sldId="262"/>
            <ac:spMk id="9" creationId="{343277BC-3DEC-E522-A8F5-B962EC1C7225}"/>
          </ac:spMkLst>
        </pc:spChg>
        <pc:spChg chg="add mod">
          <ac:chgData name="润庭 邓" userId="dd4ed0c4d3e1c47b" providerId="LiveId" clId="{EA3CE23D-16E3-4E9A-84A5-61E7FB5E77BB}" dt="2024-11-16T12:18:36.349" v="1011" actId="1076"/>
          <ac:spMkLst>
            <pc:docMk/>
            <pc:sldMk cId="0" sldId="262"/>
            <ac:spMk id="10" creationId="{F331D77B-DC4A-159D-3D09-50B31A653B51}"/>
          </ac:spMkLst>
        </pc:spChg>
        <pc:spChg chg="add mod">
          <ac:chgData name="润庭 邓" userId="dd4ed0c4d3e1c47b" providerId="LiveId" clId="{EA3CE23D-16E3-4E9A-84A5-61E7FB5E77BB}" dt="2024-11-16T12:18:36.349" v="1011" actId="1076"/>
          <ac:spMkLst>
            <pc:docMk/>
            <pc:sldMk cId="0" sldId="262"/>
            <ac:spMk id="11" creationId="{A8155B7B-D8F8-9481-160B-3A59C5CE263E}"/>
          </ac:spMkLst>
        </pc:spChg>
        <pc:spChg chg="add mod">
          <ac:chgData name="润庭 邓" userId="dd4ed0c4d3e1c47b" providerId="LiveId" clId="{EA3CE23D-16E3-4E9A-84A5-61E7FB5E77BB}" dt="2024-11-16T12:18:26.746" v="1008" actId="1076"/>
          <ac:spMkLst>
            <pc:docMk/>
            <pc:sldMk cId="0" sldId="262"/>
            <ac:spMk id="12" creationId="{675CA215-A2D7-0757-B6ED-A852F11AC614}"/>
          </ac:spMkLst>
        </pc:spChg>
        <pc:spChg chg="add mod">
          <ac:chgData name="润庭 邓" userId="dd4ed0c4d3e1c47b" providerId="LiveId" clId="{EA3CE23D-16E3-4E9A-84A5-61E7FB5E77BB}" dt="2024-11-16T12:20:25.172" v="1148" actId="20577"/>
          <ac:spMkLst>
            <pc:docMk/>
            <pc:sldMk cId="0" sldId="262"/>
            <ac:spMk id="13" creationId="{FDF2CF76-CEDE-44FB-CF83-1F181E77341A}"/>
          </ac:spMkLst>
        </pc:spChg>
        <pc:spChg chg="del">
          <ac:chgData name="润庭 邓" userId="dd4ed0c4d3e1c47b" providerId="LiveId" clId="{EA3CE23D-16E3-4E9A-84A5-61E7FB5E77BB}" dt="2024-11-16T11:06:08.911" v="0" actId="700"/>
          <ac:spMkLst>
            <pc:docMk/>
            <pc:sldMk cId="0" sldId="262"/>
            <ac:spMk id="126" creationId="{00000000-0000-0000-0000-000000000000}"/>
          </ac:spMkLst>
        </pc:spChg>
        <pc:spChg chg="del">
          <ac:chgData name="润庭 邓" userId="dd4ed0c4d3e1c47b" providerId="LiveId" clId="{EA3CE23D-16E3-4E9A-84A5-61E7FB5E77BB}" dt="2024-11-16T11:06:08.911" v="0" actId="700"/>
          <ac:spMkLst>
            <pc:docMk/>
            <pc:sldMk cId="0" sldId="262"/>
            <ac:spMk id="127" creationId="{00000000-0000-0000-0000-000000000000}"/>
          </ac:spMkLst>
        </pc:spChg>
        <pc:picChg chg="add ord">
          <ac:chgData name="润庭 邓" userId="dd4ed0c4d3e1c47b" providerId="LiveId" clId="{EA3CE23D-16E3-4E9A-84A5-61E7FB5E77BB}" dt="2024-11-16T12:20:51.415" v="1151" actId="167"/>
          <ac:picMkLst>
            <pc:docMk/>
            <pc:sldMk cId="0" sldId="262"/>
            <ac:picMk id="15" creationId="{440787E2-C6E7-3D0C-EFEB-E5C46592E825}"/>
          </ac:picMkLst>
        </pc:picChg>
        <pc:picChg chg="del mod">
          <ac:chgData name="润庭 邓" userId="dd4ed0c4d3e1c47b" providerId="LiveId" clId="{EA3CE23D-16E3-4E9A-84A5-61E7FB5E77BB}" dt="2024-11-16T12:20:48.594" v="1149" actId="478"/>
          <ac:picMkLst>
            <pc:docMk/>
            <pc:sldMk cId="0" sldId="262"/>
            <ac:picMk id="128" creationId="{00000000-0000-0000-0000-000000000000}"/>
          </ac:picMkLst>
        </pc:picChg>
      </pc:sldChg>
      <pc:sldChg chg="addSp delSp modSp mod modClrScheme chgLayout">
        <pc:chgData name="润庭 邓" userId="dd4ed0c4d3e1c47b" providerId="LiveId" clId="{EA3CE23D-16E3-4E9A-84A5-61E7FB5E77BB}" dt="2024-11-16T12:26:00.428" v="1640" actId="20577"/>
        <pc:sldMkLst>
          <pc:docMk/>
          <pc:sldMk cId="0" sldId="263"/>
        </pc:sldMkLst>
        <pc:spChg chg="add mod">
          <ac:chgData name="润庭 邓" userId="dd4ed0c4d3e1c47b" providerId="LiveId" clId="{EA3CE23D-16E3-4E9A-84A5-61E7FB5E77BB}" dt="2024-11-16T12:21:41.452" v="1152"/>
          <ac:spMkLst>
            <pc:docMk/>
            <pc:sldMk cId="0" sldId="263"/>
            <ac:spMk id="2" creationId="{4649F852-DA2E-408F-7083-415E0494BCA7}"/>
          </ac:spMkLst>
        </pc:spChg>
        <pc:spChg chg="add mod">
          <ac:chgData name="润庭 邓" userId="dd4ed0c4d3e1c47b" providerId="LiveId" clId="{EA3CE23D-16E3-4E9A-84A5-61E7FB5E77BB}" dt="2024-11-16T12:21:41.452" v="1152"/>
          <ac:spMkLst>
            <pc:docMk/>
            <pc:sldMk cId="0" sldId="263"/>
            <ac:spMk id="3" creationId="{5A541ED4-F6A8-58E9-BFB3-0C1E7CAE233A}"/>
          </ac:spMkLst>
        </pc:spChg>
        <pc:spChg chg="add mod">
          <ac:chgData name="润庭 邓" userId="dd4ed0c4d3e1c47b" providerId="LiveId" clId="{EA3CE23D-16E3-4E9A-84A5-61E7FB5E77BB}" dt="2024-11-16T12:21:41.452" v="1152"/>
          <ac:spMkLst>
            <pc:docMk/>
            <pc:sldMk cId="0" sldId="263"/>
            <ac:spMk id="4" creationId="{B7936016-5211-0A8D-D6EF-6FC6693355D2}"/>
          </ac:spMkLst>
        </pc:spChg>
        <pc:spChg chg="add mod">
          <ac:chgData name="润庭 邓" userId="dd4ed0c4d3e1c47b" providerId="LiveId" clId="{EA3CE23D-16E3-4E9A-84A5-61E7FB5E77BB}" dt="2024-11-16T12:21:41.452" v="1152"/>
          <ac:spMkLst>
            <pc:docMk/>
            <pc:sldMk cId="0" sldId="263"/>
            <ac:spMk id="5" creationId="{F87D8AC6-439C-AEA0-2A7D-24EB1C414224}"/>
          </ac:spMkLst>
        </pc:spChg>
        <pc:spChg chg="add mod">
          <ac:chgData name="润庭 邓" userId="dd4ed0c4d3e1c47b" providerId="LiveId" clId="{EA3CE23D-16E3-4E9A-84A5-61E7FB5E77BB}" dt="2024-11-16T12:21:41.452" v="1152"/>
          <ac:spMkLst>
            <pc:docMk/>
            <pc:sldMk cId="0" sldId="263"/>
            <ac:spMk id="6" creationId="{6CEB4A4F-2429-CC05-312F-C488C9DE762A}"/>
          </ac:spMkLst>
        </pc:spChg>
        <pc:spChg chg="add mod">
          <ac:chgData name="润庭 邓" userId="dd4ed0c4d3e1c47b" providerId="LiveId" clId="{EA3CE23D-16E3-4E9A-84A5-61E7FB5E77BB}" dt="2024-11-16T12:21:41.452" v="1152"/>
          <ac:spMkLst>
            <pc:docMk/>
            <pc:sldMk cId="0" sldId="263"/>
            <ac:spMk id="7" creationId="{AB222042-6AC1-E1BC-2C40-C323A8E960CD}"/>
          </ac:spMkLst>
        </pc:spChg>
        <pc:spChg chg="add mod">
          <ac:chgData name="润庭 邓" userId="dd4ed0c4d3e1c47b" providerId="LiveId" clId="{EA3CE23D-16E3-4E9A-84A5-61E7FB5E77BB}" dt="2024-11-16T12:21:41.452" v="1152"/>
          <ac:spMkLst>
            <pc:docMk/>
            <pc:sldMk cId="0" sldId="263"/>
            <ac:spMk id="8" creationId="{01580899-56BC-A556-A78B-332CC61BD21D}"/>
          </ac:spMkLst>
        </pc:spChg>
        <pc:spChg chg="add mod">
          <ac:chgData name="润庭 邓" userId="dd4ed0c4d3e1c47b" providerId="LiveId" clId="{EA3CE23D-16E3-4E9A-84A5-61E7FB5E77BB}" dt="2024-11-16T12:21:41.452" v="1152"/>
          <ac:spMkLst>
            <pc:docMk/>
            <pc:sldMk cId="0" sldId="263"/>
            <ac:spMk id="9" creationId="{A0EFF812-2BDB-3C2C-EAE6-8B636E88DE42}"/>
          </ac:spMkLst>
        </pc:spChg>
        <pc:spChg chg="add mod">
          <ac:chgData name="润庭 邓" userId="dd4ed0c4d3e1c47b" providerId="LiveId" clId="{EA3CE23D-16E3-4E9A-84A5-61E7FB5E77BB}" dt="2024-11-16T12:22:28.503" v="1274" actId="20577"/>
          <ac:spMkLst>
            <pc:docMk/>
            <pc:sldMk cId="0" sldId="263"/>
            <ac:spMk id="10" creationId="{0E16261B-C2E0-2D32-2ED4-BACB228EE1F6}"/>
          </ac:spMkLst>
        </pc:spChg>
        <pc:spChg chg="add mod">
          <ac:chgData name="润庭 邓" userId="dd4ed0c4d3e1c47b" providerId="LiveId" clId="{EA3CE23D-16E3-4E9A-84A5-61E7FB5E77BB}" dt="2024-11-16T12:23:51.144" v="1472" actId="1076"/>
          <ac:spMkLst>
            <pc:docMk/>
            <pc:sldMk cId="0" sldId="263"/>
            <ac:spMk id="11" creationId="{64B65EE9-B339-39EB-F39C-A093D36264C7}"/>
          </ac:spMkLst>
        </pc:spChg>
        <pc:spChg chg="add mod">
          <ac:chgData name="润庭 邓" userId="dd4ed0c4d3e1c47b" providerId="LiveId" clId="{EA3CE23D-16E3-4E9A-84A5-61E7FB5E77BB}" dt="2024-11-16T12:26:00.428" v="1640" actId="20577"/>
          <ac:spMkLst>
            <pc:docMk/>
            <pc:sldMk cId="0" sldId="263"/>
            <ac:spMk id="12" creationId="{A747B2F1-675D-D59F-FDE1-300169015D9A}"/>
          </ac:spMkLst>
        </pc:spChg>
        <pc:spChg chg="del">
          <ac:chgData name="润庭 邓" userId="dd4ed0c4d3e1c47b" providerId="LiveId" clId="{EA3CE23D-16E3-4E9A-84A5-61E7FB5E77BB}" dt="2024-11-16T11:06:08.911" v="0" actId="700"/>
          <ac:spMkLst>
            <pc:docMk/>
            <pc:sldMk cId="0" sldId="263"/>
            <ac:spMk id="133" creationId="{00000000-0000-0000-0000-000000000000}"/>
          </ac:spMkLst>
        </pc:spChg>
        <pc:spChg chg="del">
          <ac:chgData name="润庭 邓" userId="dd4ed0c4d3e1c47b" providerId="LiveId" clId="{EA3CE23D-16E3-4E9A-84A5-61E7FB5E77BB}" dt="2024-11-16T11:06:08.911" v="0" actId="700"/>
          <ac:spMkLst>
            <pc:docMk/>
            <pc:sldMk cId="0" sldId="263"/>
            <ac:spMk id="134" creationId="{00000000-0000-0000-0000-000000000000}"/>
          </ac:spMkLst>
        </pc:spChg>
      </pc:sldChg>
      <pc:sldChg chg="addSp delSp modSp mod modClrScheme chgLayout">
        <pc:chgData name="润庭 邓" userId="dd4ed0c4d3e1c47b" providerId="LiveId" clId="{EA3CE23D-16E3-4E9A-84A5-61E7FB5E77BB}" dt="2024-11-16T13:27:03.502" v="2123" actId="1076"/>
        <pc:sldMkLst>
          <pc:docMk/>
          <pc:sldMk cId="0" sldId="264"/>
        </pc:sldMkLst>
        <pc:spChg chg="add mod">
          <ac:chgData name="润庭 邓" userId="dd4ed0c4d3e1c47b" providerId="LiveId" clId="{EA3CE23D-16E3-4E9A-84A5-61E7FB5E77BB}" dt="2024-11-16T13:22:25.675" v="1641"/>
          <ac:spMkLst>
            <pc:docMk/>
            <pc:sldMk cId="0" sldId="264"/>
            <ac:spMk id="2" creationId="{39C3229C-36E7-80FF-C237-3EE3D6161E14}"/>
          </ac:spMkLst>
        </pc:spChg>
        <pc:spChg chg="add mod">
          <ac:chgData name="润庭 邓" userId="dd4ed0c4d3e1c47b" providerId="LiveId" clId="{EA3CE23D-16E3-4E9A-84A5-61E7FB5E77BB}" dt="2024-11-16T13:22:25.675" v="1641"/>
          <ac:spMkLst>
            <pc:docMk/>
            <pc:sldMk cId="0" sldId="264"/>
            <ac:spMk id="3" creationId="{58DC2C8C-02C0-F43C-FE87-55012674FB41}"/>
          </ac:spMkLst>
        </pc:spChg>
        <pc:spChg chg="add mod">
          <ac:chgData name="润庭 邓" userId="dd4ed0c4d3e1c47b" providerId="LiveId" clId="{EA3CE23D-16E3-4E9A-84A5-61E7FB5E77BB}" dt="2024-11-16T13:22:25.675" v="1641"/>
          <ac:spMkLst>
            <pc:docMk/>
            <pc:sldMk cId="0" sldId="264"/>
            <ac:spMk id="4" creationId="{1776F527-6A31-11CF-BD91-DFAB398EADD9}"/>
          </ac:spMkLst>
        </pc:spChg>
        <pc:spChg chg="add mod">
          <ac:chgData name="润庭 邓" userId="dd4ed0c4d3e1c47b" providerId="LiveId" clId="{EA3CE23D-16E3-4E9A-84A5-61E7FB5E77BB}" dt="2024-11-16T13:22:25.675" v="1641"/>
          <ac:spMkLst>
            <pc:docMk/>
            <pc:sldMk cId="0" sldId="264"/>
            <ac:spMk id="5" creationId="{53EA9D44-1DB1-4F14-9A3D-D115FF9830A7}"/>
          </ac:spMkLst>
        </pc:spChg>
        <pc:spChg chg="add del mod">
          <ac:chgData name="润庭 邓" userId="dd4ed0c4d3e1c47b" providerId="LiveId" clId="{EA3CE23D-16E3-4E9A-84A5-61E7FB5E77BB}" dt="2024-11-16T13:25:03.247" v="1844" actId="1076"/>
          <ac:spMkLst>
            <pc:docMk/>
            <pc:sldMk cId="0" sldId="264"/>
            <ac:spMk id="6" creationId="{FE712367-568A-0C9C-B631-5178EDC7B016}"/>
          </ac:spMkLst>
        </pc:spChg>
        <pc:spChg chg="add mod">
          <ac:chgData name="润庭 邓" userId="dd4ed0c4d3e1c47b" providerId="LiveId" clId="{EA3CE23D-16E3-4E9A-84A5-61E7FB5E77BB}" dt="2024-11-16T13:25:03.247" v="1844" actId="1076"/>
          <ac:spMkLst>
            <pc:docMk/>
            <pc:sldMk cId="0" sldId="264"/>
            <ac:spMk id="7" creationId="{0CD33945-08C6-24AD-B7D8-2C2AA9744CD3}"/>
          </ac:spMkLst>
        </pc:spChg>
        <pc:spChg chg="add mod">
          <ac:chgData name="润庭 邓" userId="dd4ed0c4d3e1c47b" providerId="LiveId" clId="{EA3CE23D-16E3-4E9A-84A5-61E7FB5E77BB}" dt="2024-11-16T13:25:03.247" v="1844" actId="1076"/>
          <ac:spMkLst>
            <pc:docMk/>
            <pc:sldMk cId="0" sldId="264"/>
            <ac:spMk id="8" creationId="{B7E40027-2938-AFD9-CAEF-CCBDF89DCEF7}"/>
          </ac:spMkLst>
        </pc:spChg>
        <pc:spChg chg="add mod">
          <ac:chgData name="润庭 邓" userId="dd4ed0c4d3e1c47b" providerId="LiveId" clId="{EA3CE23D-16E3-4E9A-84A5-61E7FB5E77BB}" dt="2024-11-16T13:25:03.247" v="1844" actId="1076"/>
          <ac:spMkLst>
            <pc:docMk/>
            <pc:sldMk cId="0" sldId="264"/>
            <ac:spMk id="9" creationId="{DEAFCF0B-837C-B54E-CBA8-047AE7E3BC0F}"/>
          </ac:spMkLst>
        </pc:spChg>
        <pc:spChg chg="add mod">
          <ac:chgData name="润庭 邓" userId="dd4ed0c4d3e1c47b" providerId="LiveId" clId="{EA3CE23D-16E3-4E9A-84A5-61E7FB5E77BB}" dt="2024-11-16T13:23:02.646" v="1704" actId="113"/>
          <ac:spMkLst>
            <pc:docMk/>
            <pc:sldMk cId="0" sldId="264"/>
            <ac:spMk id="10" creationId="{1782D30C-9267-6F0F-562C-1B0D4D2FAC9B}"/>
          </ac:spMkLst>
        </pc:spChg>
        <pc:spChg chg="add mod">
          <ac:chgData name="润庭 邓" userId="dd4ed0c4d3e1c47b" providerId="LiveId" clId="{EA3CE23D-16E3-4E9A-84A5-61E7FB5E77BB}" dt="2024-11-16T13:23:49.513" v="1795" actId="1076"/>
          <ac:spMkLst>
            <pc:docMk/>
            <pc:sldMk cId="0" sldId="264"/>
            <ac:spMk id="11" creationId="{80D45307-CAD1-AC30-AB65-8AA11543037A}"/>
          </ac:spMkLst>
        </pc:spChg>
        <pc:spChg chg="add mod">
          <ac:chgData name="润庭 邓" userId="dd4ed0c4d3e1c47b" providerId="LiveId" clId="{EA3CE23D-16E3-4E9A-84A5-61E7FB5E77BB}" dt="2024-11-16T13:24:13.029" v="1830" actId="1076"/>
          <ac:spMkLst>
            <pc:docMk/>
            <pc:sldMk cId="0" sldId="264"/>
            <ac:spMk id="12" creationId="{6C23B803-A08F-EEF1-662E-978D40BCCABC}"/>
          </ac:spMkLst>
        </pc:spChg>
        <pc:spChg chg="add mod">
          <ac:chgData name="润庭 邓" userId="dd4ed0c4d3e1c47b" providerId="LiveId" clId="{EA3CE23D-16E3-4E9A-84A5-61E7FB5E77BB}" dt="2024-11-16T13:24:52.004" v="1839" actId="20577"/>
          <ac:spMkLst>
            <pc:docMk/>
            <pc:sldMk cId="0" sldId="264"/>
            <ac:spMk id="13" creationId="{7C89908E-D95B-E38F-4299-4B1ED5F87A27}"/>
          </ac:spMkLst>
        </pc:spChg>
        <pc:spChg chg="add mod">
          <ac:chgData name="润庭 邓" userId="dd4ed0c4d3e1c47b" providerId="LiveId" clId="{EA3CE23D-16E3-4E9A-84A5-61E7FB5E77BB}" dt="2024-11-16T13:25:13.692" v="1846" actId="113"/>
          <ac:spMkLst>
            <pc:docMk/>
            <pc:sldMk cId="0" sldId="264"/>
            <ac:spMk id="14" creationId="{3B2D8B91-0F8F-7B95-93EB-5AC54B57C3DF}"/>
          </ac:spMkLst>
        </pc:spChg>
        <pc:spChg chg="add mod">
          <ac:chgData name="润庭 邓" userId="dd4ed0c4d3e1c47b" providerId="LiveId" clId="{EA3CE23D-16E3-4E9A-84A5-61E7FB5E77BB}" dt="2024-11-16T13:26:03.654" v="1970" actId="1076"/>
          <ac:spMkLst>
            <pc:docMk/>
            <pc:sldMk cId="0" sldId="264"/>
            <ac:spMk id="15" creationId="{85613048-0234-C3F5-F663-24EDD133AA08}"/>
          </ac:spMkLst>
        </pc:spChg>
        <pc:spChg chg="add mod">
          <ac:chgData name="润庭 邓" userId="dd4ed0c4d3e1c47b" providerId="LiveId" clId="{EA3CE23D-16E3-4E9A-84A5-61E7FB5E77BB}" dt="2024-11-16T13:27:03.502" v="2123" actId="1076"/>
          <ac:spMkLst>
            <pc:docMk/>
            <pc:sldMk cId="0" sldId="264"/>
            <ac:spMk id="16" creationId="{4A22E04E-2E47-3926-07D7-EA665DA7D12C}"/>
          </ac:spMkLst>
        </pc:spChg>
        <pc:spChg chg="del">
          <ac:chgData name="润庭 邓" userId="dd4ed0c4d3e1c47b" providerId="LiveId" clId="{EA3CE23D-16E3-4E9A-84A5-61E7FB5E77BB}" dt="2024-11-16T11:06:08.911" v="0" actId="700"/>
          <ac:spMkLst>
            <pc:docMk/>
            <pc:sldMk cId="0" sldId="264"/>
            <ac:spMk id="140" creationId="{00000000-0000-0000-0000-000000000000}"/>
          </ac:spMkLst>
        </pc:spChg>
        <pc:spChg chg="del">
          <ac:chgData name="润庭 邓" userId="dd4ed0c4d3e1c47b" providerId="LiveId" clId="{EA3CE23D-16E3-4E9A-84A5-61E7FB5E77BB}" dt="2024-11-16T11:06:08.911" v="0" actId="700"/>
          <ac:spMkLst>
            <pc:docMk/>
            <pc:sldMk cId="0" sldId="264"/>
            <ac:spMk id="141" creationId="{00000000-0000-0000-0000-000000000000}"/>
          </ac:spMkLst>
        </pc:spChg>
        <pc:picChg chg="mod">
          <ac:chgData name="润庭 邓" userId="dd4ed0c4d3e1c47b" providerId="LiveId" clId="{EA3CE23D-16E3-4E9A-84A5-61E7FB5E77BB}" dt="2024-11-16T13:23:46.304" v="1794" actId="1076"/>
          <ac:picMkLst>
            <pc:docMk/>
            <pc:sldMk cId="0" sldId="264"/>
            <ac:picMk id="142" creationId="{00000000-0000-0000-0000-000000000000}"/>
          </ac:picMkLst>
        </pc:picChg>
      </pc:sldChg>
      <pc:sldChg chg="addSp delSp modSp mod modClrScheme chgLayout">
        <pc:chgData name="润庭 邓" userId="dd4ed0c4d3e1c47b" providerId="LiveId" clId="{EA3CE23D-16E3-4E9A-84A5-61E7FB5E77BB}" dt="2024-11-16T13:28:36.107" v="2307" actId="1076"/>
        <pc:sldMkLst>
          <pc:docMk/>
          <pc:sldMk cId="0" sldId="265"/>
        </pc:sldMkLst>
        <pc:spChg chg="add mod">
          <ac:chgData name="润庭 邓" userId="dd4ed0c4d3e1c47b" providerId="LiveId" clId="{EA3CE23D-16E3-4E9A-84A5-61E7FB5E77BB}" dt="2024-11-16T13:27:25.099" v="2124"/>
          <ac:spMkLst>
            <pc:docMk/>
            <pc:sldMk cId="0" sldId="265"/>
            <ac:spMk id="2" creationId="{430DB67E-5D9A-B46B-BEE7-C00C3DF8D00C}"/>
          </ac:spMkLst>
        </pc:spChg>
        <pc:spChg chg="add mod">
          <ac:chgData name="润庭 邓" userId="dd4ed0c4d3e1c47b" providerId="LiveId" clId="{EA3CE23D-16E3-4E9A-84A5-61E7FB5E77BB}" dt="2024-11-16T13:27:25.099" v="2124"/>
          <ac:spMkLst>
            <pc:docMk/>
            <pc:sldMk cId="0" sldId="265"/>
            <ac:spMk id="3" creationId="{A92C64DE-140D-7B12-DEA5-22482F6D3193}"/>
          </ac:spMkLst>
        </pc:spChg>
        <pc:spChg chg="add mod">
          <ac:chgData name="润庭 邓" userId="dd4ed0c4d3e1c47b" providerId="LiveId" clId="{EA3CE23D-16E3-4E9A-84A5-61E7FB5E77BB}" dt="2024-11-16T13:27:25.099" v="2124"/>
          <ac:spMkLst>
            <pc:docMk/>
            <pc:sldMk cId="0" sldId="265"/>
            <ac:spMk id="4" creationId="{6A1FFB49-F118-BC2B-0932-E67C1963BCDD}"/>
          </ac:spMkLst>
        </pc:spChg>
        <pc:spChg chg="add mod">
          <ac:chgData name="润庭 邓" userId="dd4ed0c4d3e1c47b" providerId="LiveId" clId="{EA3CE23D-16E3-4E9A-84A5-61E7FB5E77BB}" dt="2024-11-16T13:27:25.099" v="2124"/>
          <ac:spMkLst>
            <pc:docMk/>
            <pc:sldMk cId="0" sldId="265"/>
            <ac:spMk id="5" creationId="{306B57E2-4B5F-9389-B405-5CCA6ED62911}"/>
          </ac:spMkLst>
        </pc:spChg>
        <pc:spChg chg="add mod">
          <ac:chgData name="润庭 邓" userId="dd4ed0c4d3e1c47b" providerId="LiveId" clId="{EA3CE23D-16E3-4E9A-84A5-61E7FB5E77BB}" dt="2024-11-16T13:27:25.099" v="2124"/>
          <ac:spMkLst>
            <pc:docMk/>
            <pc:sldMk cId="0" sldId="265"/>
            <ac:spMk id="6" creationId="{7AFF48AC-1B56-AA67-4740-92ED4730EC7E}"/>
          </ac:spMkLst>
        </pc:spChg>
        <pc:spChg chg="add mod">
          <ac:chgData name="润庭 邓" userId="dd4ed0c4d3e1c47b" providerId="LiveId" clId="{EA3CE23D-16E3-4E9A-84A5-61E7FB5E77BB}" dt="2024-11-16T13:27:25.099" v="2124"/>
          <ac:spMkLst>
            <pc:docMk/>
            <pc:sldMk cId="0" sldId="265"/>
            <ac:spMk id="7" creationId="{337FA570-02AF-8DC1-C475-1074E4CE1BCF}"/>
          </ac:spMkLst>
        </pc:spChg>
        <pc:spChg chg="add mod">
          <ac:chgData name="润庭 邓" userId="dd4ed0c4d3e1c47b" providerId="LiveId" clId="{EA3CE23D-16E3-4E9A-84A5-61E7FB5E77BB}" dt="2024-11-16T13:27:25.099" v="2124"/>
          <ac:spMkLst>
            <pc:docMk/>
            <pc:sldMk cId="0" sldId="265"/>
            <ac:spMk id="8" creationId="{FA65EBD2-D91B-EC1F-0BB9-B8077E5A1E0C}"/>
          </ac:spMkLst>
        </pc:spChg>
        <pc:spChg chg="add mod">
          <ac:chgData name="润庭 邓" userId="dd4ed0c4d3e1c47b" providerId="LiveId" clId="{EA3CE23D-16E3-4E9A-84A5-61E7FB5E77BB}" dt="2024-11-16T13:27:25.099" v="2124"/>
          <ac:spMkLst>
            <pc:docMk/>
            <pc:sldMk cId="0" sldId="265"/>
            <ac:spMk id="9" creationId="{79455C5D-B861-D2E0-4B97-967FC91E0622}"/>
          </ac:spMkLst>
        </pc:spChg>
        <pc:spChg chg="add mod">
          <ac:chgData name="润庭 邓" userId="dd4ed0c4d3e1c47b" providerId="LiveId" clId="{EA3CE23D-16E3-4E9A-84A5-61E7FB5E77BB}" dt="2024-11-16T13:27:25.099" v="2124"/>
          <ac:spMkLst>
            <pc:docMk/>
            <pc:sldMk cId="0" sldId="265"/>
            <ac:spMk id="10" creationId="{3A8FB316-EA26-F1EB-9C90-9FF1381F2387}"/>
          </ac:spMkLst>
        </pc:spChg>
        <pc:spChg chg="add mod">
          <ac:chgData name="润庭 邓" userId="dd4ed0c4d3e1c47b" providerId="LiveId" clId="{EA3CE23D-16E3-4E9A-84A5-61E7FB5E77BB}" dt="2024-11-16T13:27:25.099" v="2124"/>
          <ac:spMkLst>
            <pc:docMk/>
            <pc:sldMk cId="0" sldId="265"/>
            <ac:spMk id="11" creationId="{D416BFBD-023D-C800-5D0E-CD9FD43D0909}"/>
          </ac:spMkLst>
        </pc:spChg>
        <pc:spChg chg="add mod">
          <ac:chgData name="润庭 邓" userId="dd4ed0c4d3e1c47b" providerId="LiveId" clId="{EA3CE23D-16E3-4E9A-84A5-61E7FB5E77BB}" dt="2024-11-16T13:28:34.782" v="2306" actId="20577"/>
          <ac:spMkLst>
            <pc:docMk/>
            <pc:sldMk cId="0" sldId="265"/>
            <ac:spMk id="12" creationId="{B7B6D713-81B0-6BB5-27C9-DB406E8588DE}"/>
          </ac:spMkLst>
        </pc:spChg>
        <pc:spChg chg="del">
          <ac:chgData name="润庭 邓" userId="dd4ed0c4d3e1c47b" providerId="LiveId" clId="{EA3CE23D-16E3-4E9A-84A5-61E7FB5E77BB}" dt="2024-11-16T11:06:08.911" v="0" actId="700"/>
          <ac:spMkLst>
            <pc:docMk/>
            <pc:sldMk cId="0" sldId="265"/>
            <ac:spMk id="147" creationId="{00000000-0000-0000-0000-000000000000}"/>
          </ac:spMkLst>
        </pc:spChg>
        <pc:spChg chg="del">
          <ac:chgData name="润庭 邓" userId="dd4ed0c4d3e1c47b" providerId="LiveId" clId="{EA3CE23D-16E3-4E9A-84A5-61E7FB5E77BB}" dt="2024-11-16T11:06:08.911" v="0" actId="700"/>
          <ac:spMkLst>
            <pc:docMk/>
            <pc:sldMk cId="0" sldId="265"/>
            <ac:spMk id="148" creationId="{00000000-0000-0000-0000-000000000000}"/>
          </ac:spMkLst>
        </pc:spChg>
        <pc:picChg chg="mod">
          <ac:chgData name="润庭 邓" userId="dd4ed0c4d3e1c47b" providerId="LiveId" clId="{EA3CE23D-16E3-4E9A-84A5-61E7FB5E77BB}" dt="2024-11-16T13:28:36.107" v="2307" actId="1076"/>
          <ac:picMkLst>
            <pc:docMk/>
            <pc:sldMk cId="0" sldId="265"/>
            <ac:picMk id="149" creationId="{00000000-0000-0000-0000-000000000000}"/>
          </ac:picMkLst>
        </pc:picChg>
      </pc:sldChg>
      <pc:sldChg chg="addSp delSp modSp mod modClrScheme chgLayout">
        <pc:chgData name="润庭 邓" userId="dd4ed0c4d3e1c47b" providerId="LiveId" clId="{EA3CE23D-16E3-4E9A-84A5-61E7FB5E77BB}" dt="2024-11-16T13:35:33.153" v="2484" actId="1076"/>
        <pc:sldMkLst>
          <pc:docMk/>
          <pc:sldMk cId="0" sldId="266"/>
        </pc:sldMkLst>
        <pc:spChg chg="add mod">
          <ac:chgData name="润庭 邓" userId="dd4ed0c4d3e1c47b" providerId="LiveId" clId="{EA3CE23D-16E3-4E9A-84A5-61E7FB5E77BB}" dt="2024-11-16T13:30:03.045" v="2308"/>
          <ac:spMkLst>
            <pc:docMk/>
            <pc:sldMk cId="0" sldId="266"/>
            <ac:spMk id="2" creationId="{A3CD7A5D-E083-4E40-D8F1-6C3A5E001BDF}"/>
          </ac:spMkLst>
        </pc:spChg>
        <pc:spChg chg="add mod">
          <ac:chgData name="润庭 邓" userId="dd4ed0c4d3e1c47b" providerId="LiveId" clId="{EA3CE23D-16E3-4E9A-84A5-61E7FB5E77BB}" dt="2024-11-16T13:30:03.045" v="2308"/>
          <ac:spMkLst>
            <pc:docMk/>
            <pc:sldMk cId="0" sldId="266"/>
            <ac:spMk id="3" creationId="{87189EAC-C819-7411-6A7D-A1F170603CDE}"/>
          </ac:spMkLst>
        </pc:spChg>
        <pc:spChg chg="add mod">
          <ac:chgData name="润庭 邓" userId="dd4ed0c4d3e1c47b" providerId="LiveId" clId="{EA3CE23D-16E3-4E9A-84A5-61E7FB5E77BB}" dt="2024-11-16T13:30:03.045" v="2308"/>
          <ac:spMkLst>
            <pc:docMk/>
            <pc:sldMk cId="0" sldId="266"/>
            <ac:spMk id="4" creationId="{86343D99-89E0-6DBF-9B3F-897F3E0ECE50}"/>
          </ac:spMkLst>
        </pc:spChg>
        <pc:spChg chg="add mod">
          <ac:chgData name="润庭 邓" userId="dd4ed0c4d3e1c47b" providerId="LiveId" clId="{EA3CE23D-16E3-4E9A-84A5-61E7FB5E77BB}" dt="2024-11-16T13:30:03.045" v="2308"/>
          <ac:spMkLst>
            <pc:docMk/>
            <pc:sldMk cId="0" sldId="266"/>
            <ac:spMk id="5" creationId="{C8320766-A33D-41D8-8CA0-F5524F64187F}"/>
          </ac:spMkLst>
        </pc:spChg>
        <pc:spChg chg="add mod">
          <ac:chgData name="润庭 邓" userId="dd4ed0c4d3e1c47b" providerId="LiveId" clId="{EA3CE23D-16E3-4E9A-84A5-61E7FB5E77BB}" dt="2024-11-16T13:30:03.045" v="2308"/>
          <ac:spMkLst>
            <pc:docMk/>
            <pc:sldMk cId="0" sldId="266"/>
            <ac:spMk id="6" creationId="{AFFDAB7C-4075-CE1C-276A-7C89D91C52BC}"/>
          </ac:spMkLst>
        </pc:spChg>
        <pc:spChg chg="add mod">
          <ac:chgData name="润庭 邓" userId="dd4ed0c4d3e1c47b" providerId="LiveId" clId="{EA3CE23D-16E3-4E9A-84A5-61E7FB5E77BB}" dt="2024-11-16T13:30:03.045" v="2308"/>
          <ac:spMkLst>
            <pc:docMk/>
            <pc:sldMk cId="0" sldId="266"/>
            <ac:spMk id="7" creationId="{DFA61C8B-39F5-824A-EA86-79BAC3A0330C}"/>
          </ac:spMkLst>
        </pc:spChg>
        <pc:spChg chg="add mod">
          <ac:chgData name="润庭 邓" userId="dd4ed0c4d3e1c47b" providerId="LiveId" clId="{EA3CE23D-16E3-4E9A-84A5-61E7FB5E77BB}" dt="2024-11-16T13:30:03.045" v="2308"/>
          <ac:spMkLst>
            <pc:docMk/>
            <pc:sldMk cId="0" sldId="266"/>
            <ac:spMk id="8" creationId="{45D23AAD-BE7F-4595-0157-778D2892FD11}"/>
          </ac:spMkLst>
        </pc:spChg>
        <pc:spChg chg="add mod">
          <ac:chgData name="润庭 邓" userId="dd4ed0c4d3e1c47b" providerId="LiveId" clId="{EA3CE23D-16E3-4E9A-84A5-61E7FB5E77BB}" dt="2024-11-16T13:30:03.045" v="2308"/>
          <ac:spMkLst>
            <pc:docMk/>
            <pc:sldMk cId="0" sldId="266"/>
            <ac:spMk id="9" creationId="{9951BFAA-87EF-4989-1219-7568B058C03F}"/>
          </ac:spMkLst>
        </pc:spChg>
        <pc:spChg chg="add mod">
          <ac:chgData name="润庭 邓" userId="dd4ed0c4d3e1c47b" providerId="LiveId" clId="{EA3CE23D-16E3-4E9A-84A5-61E7FB5E77BB}" dt="2024-11-16T13:30:03.045" v="2308"/>
          <ac:spMkLst>
            <pc:docMk/>
            <pc:sldMk cId="0" sldId="266"/>
            <ac:spMk id="10" creationId="{68CE1169-4E35-C21D-D679-7FFCE5732F35}"/>
          </ac:spMkLst>
        </pc:spChg>
        <pc:spChg chg="add mod">
          <ac:chgData name="润庭 邓" userId="dd4ed0c4d3e1c47b" providerId="LiveId" clId="{EA3CE23D-16E3-4E9A-84A5-61E7FB5E77BB}" dt="2024-11-16T13:30:03.045" v="2308"/>
          <ac:spMkLst>
            <pc:docMk/>
            <pc:sldMk cId="0" sldId="266"/>
            <ac:spMk id="11" creationId="{CD289EA0-2B16-89EB-A083-9A55BE4BE732}"/>
          </ac:spMkLst>
        </pc:spChg>
        <pc:spChg chg="add mod">
          <ac:chgData name="润庭 邓" userId="dd4ed0c4d3e1c47b" providerId="LiveId" clId="{EA3CE23D-16E3-4E9A-84A5-61E7FB5E77BB}" dt="2024-11-16T13:35:33.153" v="2484" actId="1076"/>
          <ac:spMkLst>
            <pc:docMk/>
            <pc:sldMk cId="0" sldId="266"/>
            <ac:spMk id="12" creationId="{A80F3739-E500-70BA-E503-8202BB3C8582}"/>
          </ac:spMkLst>
        </pc:spChg>
        <pc:spChg chg="del">
          <ac:chgData name="润庭 邓" userId="dd4ed0c4d3e1c47b" providerId="LiveId" clId="{EA3CE23D-16E3-4E9A-84A5-61E7FB5E77BB}" dt="2024-11-16T11:06:08.911" v="0" actId="700"/>
          <ac:spMkLst>
            <pc:docMk/>
            <pc:sldMk cId="0" sldId="266"/>
            <ac:spMk id="154" creationId="{00000000-0000-0000-0000-000000000000}"/>
          </ac:spMkLst>
        </pc:spChg>
        <pc:spChg chg="del">
          <ac:chgData name="润庭 邓" userId="dd4ed0c4d3e1c47b" providerId="LiveId" clId="{EA3CE23D-16E3-4E9A-84A5-61E7FB5E77BB}" dt="2024-11-16T11:06:08.911" v="0" actId="700"/>
          <ac:spMkLst>
            <pc:docMk/>
            <pc:sldMk cId="0" sldId="266"/>
            <ac:spMk id="155" creationId="{00000000-0000-0000-0000-000000000000}"/>
          </ac:spMkLst>
        </pc:spChg>
      </pc:sldChg>
      <pc:sldChg chg="addSp delSp modSp mod modClrScheme chgLayout">
        <pc:chgData name="润庭 邓" userId="dd4ed0c4d3e1c47b" providerId="LiveId" clId="{EA3CE23D-16E3-4E9A-84A5-61E7FB5E77BB}" dt="2024-11-16T13:44:00.791" v="2808" actId="1076"/>
        <pc:sldMkLst>
          <pc:docMk/>
          <pc:sldMk cId="0" sldId="267"/>
        </pc:sldMkLst>
        <pc:spChg chg="add mod">
          <ac:chgData name="润庭 邓" userId="dd4ed0c4d3e1c47b" providerId="LiveId" clId="{EA3CE23D-16E3-4E9A-84A5-61E7FB5E77BB}" dt="2024-11-16T13:30:10.273" v="2309"/>
          <ac:spMkLst>
            <pc:docMk/>
            <pc:sldMk cId="0" sldId="267"/>
            <ac:spMk id="2" creationId="{9ACB861C-72FB-A789-8345-6584B531ABCA}"/>
          </ac:spMkLst>
        </pc:spChg>
        <pc:spChg chg="add mod">
          <ac:chgData name="润庭 邓" userId="dd4ed0c4d3e1c47b" providerId="LiveId" clId="{EA3CE23D-16E3-4E9A-84A5-61E7FB5E77BB}" dt="2024-11-16T13:30:10.273" v="2309"/>
          <ac:spMkLst>
            <pc:docMk/>
            <pc:sldMk cId="0" sldId="267"/>
            <ac:spMk id="3" creationId="{3CD37FC7-1265-D0CD-3180-0DFF112EB3C3}"/>
          </ac:spMkLst>
        </pc:spChg>
        <pc:spChg chg="add mod">
          <ac:chgData name="润庭 邓" userId="dd4ed0c4d3e1c47b" providerId="LiveId" clId="{EA3CE23D-16E3-4E9A-84A5-61E7FB5E77BB}" dt="2024-11-16T13:30:10.273" v="2309"/>
          <ac:spMkLst>
            <pc:docMk/>
            <pc:sldMk cId="0" sldId="267"/>
            <ac:spMk id="4" creationId="{4DF28B33-5BEE-40A8-0FB0-C8688D9BC119}"/>
          </ac:spMkLst>
        </pc:spChg>
        <pc:spChg chg="add mod">
          <ac:chgData name="润庭 邓" userId="dd4ed0c4d3e1c47b" providerId="LiveId" clId="{EA3CE23D-16E3-4E9A-84A5-61E7FB5E77BB}" dt="2024-11-16T13:30:10.273" v="2309"/>
          <ac:spMkLst>
            <pc:docMk/>
            <pc:sldMk cId="0" sldId="267"/>
            <ac:spMk id="5" creationId="{2D1422CD-9180-5BF4-F3DF-ECE8BC87E647}"/>
          </ac:spMkLst>
        </pc:spChg>
        <pc:spChg chg="add mod">
          <ac:chgData name="润庭 邓" userId="dd4ed0c4d3e1c47b" providerId="LiveId" clId="{EA3CE23D-16E3-4E9A-84A5-61E7FB5E77BB}" dt="2024-11-16T13:30:10.273" v="2309"/>
          <ac:spMkLst>
            <pc:docMk/>
            <pc:sldMk cId="0" sldId="267"/>
            <ac:spMk id="6" creationId="{25EC5703-1068-80BE-9391-66841DA26BB4}"/>
          </ac:spMkLst>
        </pc:spChg>
        <pc:spChg chg="add mod">
          <ac:chgData name="润庭 邓" userId="dd4ed0c4d3e1c47b" providerId="LiveId" clId="{EA3CE23D-16E3-4E9A-84A5-61E7FB5E77BB}" dt="2024-11-16T13:30:10.273" v="2309"/>
          <ac:spMkLst>
            <pc:docMk/>
            <pc:sldMk cId="0" sldId="267"/>
            <ac:spMk id="7" creationId="{B2A35721-6372-F3CC-E4DA-02DB235B823C}"/>
          </ac:spMkLst>
        </pc:spChg>
        <pc:spChg chg="add mod">
          <ac:chgData name="润庭 邓" userId="dd4ed0c4d3e1c47b" providerId="LiveId" clId="{EA3CE23D-16E3-4E9A-84A5-61E7FB5E77BB}" dt="2024-11-16T13:30:10.273" v="2309"/>
          <ac:spMkLst>
            <pc:docMk/>
            <pc:sldMk cId="0" sldId="267"/>
            <ac:spMk id="8" creationId="{F74DF03E-2385-1301-DC3C-E4B85D470A1E}"/>
          </ac:spMkLst>
        </pc:spChg>
        <pc:spChg chg="add mod">
          <ac:chgData name="润庭 邓" userId="dd4ed0c4d3e1c47b" providerId="LiveId" clId="{EA3CE23D-16E3-4E9A-84A5-61E7FB5E77BB}" dt="2024-11-16T13:30:10.273" v="2309"/>
          <ac:spMkLst>
            <pc:docMk/>
            <pc:sldMk cId="0" sldId="267"/>
            <ac:spMk id="9" creationId="{FED19DCE-E2D6-4542-036F-C0DA9FCA4705}"/>
          </ac:spMkLst>
        </pc:spChg>
        <pc:spChg chg="add mod">
          <ac:chgData name="润庭 邓" userId="dd4ed0c4d3e1c47b" providerId="LiveId" clId="{EA3CE23D-16E3-4E9A-84A5-61E7FB5E77BB}" dt="2024-11-16T13:30:10.273" v="2309"/>
          <ac:spMkLst>
            <pc:docMk/>
            <pc:sldMk cId="0" sldId="267"/>
            <ac:spMk id="10" creationId="{0A9CAF91-6727-C59B-A46F-B46A1CF22DFF}"/>
          </ac:spMkLst>
        </pc:spChg>
        <pc:spChg chg="add mod">
          <ac:chgData name="润庭 邓" userId="dd4ed0c4d3e1c47b" providerId="LiveId" clId="{EA3CE23D-16E3-4E9A-84A5-61E7FB5E77BB}" dt="2024-11-16T13:30:10.273" v="2309"/>
          <ac:spMkLst>
            <pc:docMk/>
            <pc:sldMk cId="0" sldId="267"/>
            <ac:spMk id="11" creationId="{4D815E47-4BA2-8AF9-9E7A-A391CC805B65}"/>
          </ac:spMkLst>
        </pc:spChg>
        <pc:spChg chg="add mod">
          <ac:chgData name="润庭 邓" userId="dd4ed0c4d3e1c47b" providerId="LiveId" clId="{EA3CE23D-16E3-4E9A-84A5-61E7FB5E77BB}" dt="2024-11-16T13:37:27.307" v="2561" actId="1076"/>
          <ac:spMkLst>
            <pc:docMk/>
            <pc:sldMk cId="0" sldId="267"/>
            <ac:spMk id="12" creationId="{6D0B908A-F2CD-C2FD-93B1-EFD7855A76FD}"/>
          </ac:spMkLst>
        </pc:spChg>
        <pc:spChg chg="add mod">
          <ac:chgData name="润庭 邓" userId="dd4ed0c4d3e1c47b" providerId="LiveId" clId="{EA3CE23D-16E3-4E9A-84A5-61E7FB5E77BB}" dt="2024-11-16T13:44:00.791" v="2808" actId="1076"/>
          <ac:spMkLst>
            <pc:docMk/>
            <pc:sldMk cId="0" sldId="267"/>
            <ac:spMk id="13" creationId="{C95FA971-3C4E-91DF-D368-5C4BF4963532}"/>
          </ac:spMkLst>
        </pc:spChg>
        <pc:spChg chg="add mod">
          <ac:chgData name="润庭 邓" userId="dd4ed0c4d3e1c47b" providerId="LiveId" clId="{EA3CE23D-16E3-4E9A-84A5-61E7FB5E77BB}" dt="2024-11-16T13:43:15.358" v="2753" actId="1076"/>
          <ac:spMkLst>
            <pc:docMk/>
            <pc:sldMk cId="0" sldId="267"/>
            <ac:spMk id="14" creationId="{BC685D03-A900-CF4D-E3C4-60EDD99AE664}"/>
          </ac:spMkLst>
        </pc:spChg>
        <pc:spChg chg="del">
          <ac:chgData name="润庭 邓" userId="dd4ed0c4d3e1c47b" providerId="LiveId" clId="{EA3CE23D-16E3-4E9A-84A5-61E7FB5E77BB}" dt="2024-11-16T11:06:08.911" v="0" actId="700"/>
          <ac:spMkLst>
            <pc:docMk/>
            <pc:sldMk cId="0" sldId="267"/>
            <ac:spMk id="161" creationId="{00000000-0000-0000-0000-000000000000}"/>
          </ac:spMkLst>
        </pc:spChg>
        <pc:spChg chg="del">
          <ac:chgData name="润庭 邓" userId="dd4ed0c4d3e1c47b" providerId="LiveId" clId="{EA3CE23D-16E3-4E9A-84A5-61E7FB5E77BB}" dt="2024-11-16T11:06:08.911" v="0" actId="700"/>
          <ac:spMkLst>
            <pc:docMk/>
            <pc:sldMk cId="0" sldId="267"/>
            <ac:spMk id="162" creationId="{00000000-0000-0000-0000-000000000000}"/>
          </ac:spMkLst>
        </pc:spChg>
      </pc:sldChg>
      <pc:sldChg chg="addSp delSp modSp mod modClrScheme chgLayout">
        <pc:chgData name="润庭 邓" userId="dd4ed0c4d3e1c47b" providerId="LiveId" clId="{EA3CE23D-16E3-4E9A-84A5-61E7FB5E77BB}" dt="2024-11-16T13:36:54.628" v="2485"/>
        <pc:sldMkLst>
          <pc:docMk/>
          <pc:sldMk cId="0" sldId="268"/>
        </pc:sldMkLst>
        <pc:spChg chg="add mod">
          <ac:chgData name="润庭 邓" userId="dd4ed0c4d3e1c47b" providerId="LiveId" clId="{EA3CE23D-16E3-4E9A-84A5-61E7FB5E77BB}" dt="2024-11-16T13:36:54.628" v="2485"/>
          <ac:spMkLst>
            <pc:docMk/>
            <pc:sldMk cId="0" sldId="268"/>
            <ac:spMk id="2" creationId="{0B120ED1-8026-98D7-67AE-F4DE9CC0729D}"/>
          </ac:spMkLst>
        </pc:spChg>
        <pc:spChg chg="add mod">
          <ac:chgData name="润庭 邓" userId="dd4ed0c4d3e1c47b" providerId="LiveId" clId="{EA3CE23D-16E3-4E9A-84A5-61E7FB5E77BB}" dt="2024-11-16T13:36:54.628" v="2485"/>
          <ac:spMkLst>
            <pc:docMk/>
            <pc:sldMk cId="0" sldId="268"/>
            <ac:spMk id="3" creationId="{10B66802-3DCF-6D68-5C9F-5BF495E89671}"/>
          </ac:spMkLst>
        </pc:spChg>
        <pc:spChg chg="add mod">
          <ac:chgData name="润庭 邓" userId="dd4ed0c4d3e1c47b" providerId="LiveId" clId="{EA3CE23D-16E3-4E9A-84A5-61E7FB5E77BB}" dt="2024-11-16T13:36:54.628" v="2485"/>
          <ac:spMkLst>
            <pc:docMk/>
            <pc:sldMk cId="0" sldId="268"/>
            <ac:spMk id="4" creationId="{B926043D-C917-6799-DF61-39D824B622E5}"/>
          </ac:spMkLst>
        </pc:spChg>
        <pc:spChg chg="add mod">
          <ac:chgData name="润庭 邓" userId="dd4ed0c4d3e1c47b" providerId="LiveId" clId="{EA3CE23D-16E3-4E9A-84A5-61E7FB5E77BB}" dt="2024-11-16T13:36:54.628" v="2485"/>
          <ac:spMkLst>
            <pc:docMk/>
            <pc:sldMk cId="0" sldId="268"/>
            <ac:spMk id="5" creationId="{F878D7B7-3EE3-E8BB-2AF5-CF494BA4193D}"/>
          </ac:spMkLst>
        </pc:spChg>
        <pc:spChg chg="add mod">
          <ac:chgData name="润庭 邓" userId="dd4ed0c4d3e1c47b" providerId="LiveId" clId="{EA3CE23D-16E3-4E9A-84A5-61E7FB5E77BB}" dt="2024-11-16T13:36:54.628" v="2485"/>
          <ac:spMkLst>
            <pc:docMk/>
            <pc:sldMk cId="0" sldId="268"/>
            <ac:spMk id="6" creationId="{B9D73AD4-3929-14EE-BE46-90DE6279B1C7}"/>
          </ac:spMkLst>
        </pc:spChg>
        <pc:spChg chg="add mod">
          <ac:chgData name="润庭 邓" userId="dd4ed0c4d3e1c47b" providerId="LiveId" clId="{EA3CE23D-16E3-4E9A-84A5-61E7FB5E77BB}" dt="2024-11-16T13:36:54.628" v="2485"/>
          <ac:spMkLst>
            <pc:docMk/>
            <pc:sldMk cId="0" sldId="268"/>
            <ac:spMk id="7" creationId="{658195EA-C862-6782-5C49-E3EF33B8EF9B}"/>
          </ac:spMkLst>
        </pc:spChg>
        <pc:spChg chg="add mod">
          <ac:chgData name="润庭 邓" userId="dd4ed0c4d3e1c47b" providerId="LiveId" clId="{EA3CE23D-16E3-4E9A-84A5-61E7FB5E77BB}" dt="2024-11-16T13:36:54.628" v="2485"/>
          <ac:spMkLst>
            <pc:docMk/>
            <pc:sldMk cId="0" sldId="268"/>
            <ac:spMk id="8" creationId="{0935B75F-A91E-DF8A-6A8E-047BB56EAD19}"/>
          </ac:spMkLst>
        </pc:spChg>
        <pc:spChg chg="add mod">
          <ac:chgData name="润庭 邓" userId="dd4ed0c4d3e1c47b" providerId="LiveId" clId="{EA3CE23D-16E3-4E9A-84A5-61E7FB5E77BB}" dt="2024-11-16T13:36:54.628" v="2485"/>
          <ac:spMkLst>
            <pc:docMk/>
            <pc:sldMk cId="0" sldId="268"/>
            <ac:spMk id="9" creationId="{29278EA9-9B23-8FB1-DB9E-BF1A7C8E8495}"/>
          </ac:spMkLst>
        </pc:spChg>
        <pc:spChg chg="add mod">
          <ac:chgData name="润庭 邓" userId="dd4ed0c4d3e1c47b" providerId="LiveId" clId="{EA3CE23D-16E3-4E9A-84A5-61E7FB5E77BB}" dt="2024-11-16T13:36:54.628" v="2485"/>
          <ac:spMkLst>
            <pc:docMk/>
            <pc:sldMk cId="0" sldId="268"/>
            <ac:spMk id="10" creationId="{F72A62A1-9E90-80BD-7961-C003F9B28526}"/>
          </ac:spMkLst>
        </pc:spChg>
        <pc:spChg chg="add mod">
          <ac:chgData name="润庭 邓" userId="dd4ed0c4d3e1c47b" providerId="LiveId" clId="{EA3CE23D-16E3-4E9A-84A5-61E7FB5E77BB}" dt="2024-11-16T13:36:54.628" v="2485"/>
          <ac:spMkLst>
            <pc:docMk/>
            <pc:sldMk cId="0" sldId="268"/>
            <ac:spMk id="11" creationId="{22D4175D-7A0B-49ED-0542-48A50B0A89BD}"/>
          </ac:spMkLst>
        </pc:spChg>
        <pc:spChg chg="del">
          <ac:chgData name="润庭 邓" userId="dd4ed0c4d3e1c47b" providerId="LiveId" clId="{EA3CE23D-16E3-4E9A-84A5-61E7FB5E77BB}" dt="2024-11-16T11:06:08.911" v="0" actId="700"/>
          <ac:spMkLst>
            <pc:docMk/>
            <pc:sldMk cId="0" sldId="268"/>
            <ac:spMk id="168" creationId="{00000000-0000-0000-0000-000000000000}"/>
          </ac:spMkLst>
        </pc:spChg>
        <pc:spChg chg="del">
          <ac:chgData name="润庭 邓" userId="dd4ed0c4d3e1c47b" providerId="LiveId" clId="{EA3CE23D-16E3-4E9A-84A5-61E7FB5E77BB}" dt="2024-11-16T11:06:08.911" v="0" actId="700"/>
          <ac:spMkLst>
            <pc:docMk/>
            <pc:sldMk cId="0" sldId="268"/>
            <ac:spMk id="169" creationId="{00000000-0000-0000-0000-000000000000}"/>
          </ac:spMkLst>
        </pc:spChg>
      </pc:sldChg>
      <pc:sldChg chg="addSp delSp modSp mod modClrScheme chgLayout">
        <pc:chgData name="润庭 邓" userId="dd4ed0c4d3e1c47b" providerId="LiveId" clId="{EA3CE23D-16E3-4E9A-84A5-61E7FB5E77BB}" dt="2024-11-16T14:36:11.928" v="3100" actId="20577"/>
        <pc:sldMkLst>
          <pc:docMk/>
          <pc:sldMk cId="0" sldId="269"/>
        </pc:sldMkLst>
        <pc:spChg chg="add mod">
          <ac:chgData name="润庭 邓" userId="dd4ed0c4d3e1c47b" providerId="LiveId" clId="{EA3CE23D-16E3-4E9A-84A5-61E7FB5E77BB}" dt="2024-11-16T13:30:11.164" v="2310"/>
          <ac:spMkLst>
            <pc:docMk/>
            <pc:sldMk cId="0" sldId="269"/>
            <ac:spMk id="2" creationId="{6D84B5A3-C42C-6816-41AE-F6409C535861}"/>
          </ac:spMkLst>
        </pc:spChg>
        <pc:spChg chg="add mod">
          <ac:chgData name="润庭 邓" userId="dd4ed0c4d3e1c47b" providerId="LiveId" clId="{EA3CE23D-16E3-4E9A-84A5-61E7FB5E77BB}" dt="2024-11-16T13:30:11.164" v="2310"/>
          <ac:spMkLst>
            <pc:docMk/>
            <pc:sldMk cId="0" sldId="269"/>
            <ac:spMk id="3" creationId="{4C3D202E-25A9-D1C3-E283-E4D94D67ACC1}"/>
          </ac:spMkLst>
        </pc:spChg>
        <pc:spChg chg="add mod">
          <ac:chgData name="润庭 邓" userId="dd4ed0c4d3e1c47b" providerId="LiveId" clId="{EA3CE23D-16E3-4E9A-84A5-61E7FB5E77BB}" dt="2024-11-16T13:30:11.164" v="2310"/>
          <ac:spMkLst>
            <pc:docMk/>
            <pc:sldMk cId="0" sldId="269"/>
            <ac:spMk id="4" creationId="{A960DBD7-12CA-8F55-B253-F8FD28DAC674}"/>
          </ac:spMkLst>
        </pc:spChg>
        <pc:spChg chg="add mod">
          <ac:chgData name="润庭 邓" userId="dd4ed0c4d3e1c47b" providerId="LiveId" clId="{EA3CE23D-16E3-4E9A-84A5-61E7FB5E77BB}" dt="2024-11-16T13:30:11.164" v="2310"/>
          <ac:spMkLst>
            <pc:docMk/>
            <pc:sldMk cId="0" sldId="269"/>
            <ac:spMk id="5" creationId="{09F3D05C-9A95-9D22-079F-ED0D2BCBF1D0}"/>
          </ac:spMkLst>
        </pc:spChg>
        <pc:spChg chg="add mod">
          <ac:chgData name="润庭 邓" userId="dd4ed0c4d3e1c47b" providerId="LiveId" clId="{EA3CE23D-16E3-4E9A-84A5-61E7FB5E77BB}" dt="2024-11-16T13:30:11.164" v="2310"/>
          <ac:spMkLst>
            <pc:docMk/>
            <pc:sldMk cId="0" sldId="269"/>
            <ac:spMk id="6" creationId="{74BC68F6-8903-B89A-DF84-DD2632BA582E}"/>
          </ac:spMkLst>
        </pc:spChg>
        <pc:spChg chg="add mod">
          <ac:chgData name="润庭 邓" userId="dd4ed0c4d3e1c47b" providerId="LiveId" clId="{EA3CE23D-16E3-4E9A-84A5-61E7FB5E77BB}" dt="2024-11-16T13:30:11.164" v="2310"/>
          <ac:spMkLst>
            <pc:docMk/>
            <pc:sldMk cId="0" sldId="269"/>
            <ac:spMk id="7" creationId="{5F319B81-6154-266B-F5B1-D264D78FDFBE}"/>
          </ac:spMkLst>
        </pc:spChg>
        <pc:spChg chg="add mod">
          <ac:chgData name="润庭 邓" userId="dd4ed0c4d3e1c47b" providerId="LiveId" clId="{EA3CE23D-16E3-4E9A-84A5-61E7FB5E77BB}" dt="2024-11-16T13:30:11.164" v="2310"/>
          <ac:spMkLst>
            <pc:docMk/>
            <pc:sldMk cId="0" sldId="269"/>
            <ac:spMk id="8" creationId="{526BFF68-B3A6-32E8-8694-5A79082AF05F}"/>
          </ac:spMkLst>
        </pc:spChg>
        <pc:spChg chg="add mod">
          <ac:chgData name="润庭 邓" userId="dd4ed0c4d3e1c47b" providerId="LiveId" clId="{EA3CE23D-16E3-4E9A-84A5-61E7FB5E77BB}" dt="2024-11-16T14:36:11.928" v="3100" actId="20577"/>
          <ac:spMkLst>
            <pc:docMk/>
            <pc:sldMk cId="0" sldId="269"/>
            <ac:spMk id="9" creationId="{1F4870F7-CB0C-F0E2-4377-478135F39347}"/>
          </ac:spMkLst>
        </pc:spChg>
        <pc:spChg chg="add mod">
          <ac:chgData name="润庭 邓" userId="dd4ed0c4d3e1c47b" providerId="LiveId" clId="{EA3CE23D-16E3-4E9A-84A5-61E7FB5E77BB}" dt="2024-11-16T13:30:11.164" v="2310"/>
          <ac:spMkLst>
            <pc:docMk/>
            <pc:sldMk cId="0" sldId="269"/>
            <ac:spMk id="10" creationId="{EA13E56D-0D56-3DA5-EE68-6541AB8DA07D}"/>
          </ac:spMkLst>
        </pc:spChg>
        <pc:spChg chg="add mod">
          <ac:chgData name="润庭 邓" userId="dd4ed0c4d3e1c47b" providerId="LiveId" clId="{EA3CE23D-16E3-4E9A-84A5-61E7FB5E77BB}" dt="2024-11-16T13:30:11.164" v="2310"/>
          <ac:spMkLst>
            <pc:docMk/>
            <pc:sldMk cId="0" sldId="269"/>
            <ac:spMk id="11" creationId="{C504F7A7-DBBB-564C-83D7-22A088BF79E5}"/>
          </ac:spMkLst>
        </pc:spChg>
        <pc:spChg chg="add mod">
          <ac:chgData name="润庭 邓" userId="dd4ed0c4d3e1c47b" providerId="LiveId" clId="{EA3CE23D-16E3-4E9A-84A5-61E7FB5E77BB}" dt="2024-11-16T14:03:21.396" v="2908" actId="1076"/>
          <ac:spMkLst>
            <pc:docMk/>
            <pc:sldMk cId="0" sldId="269"/>
            <ac:spMk id="12" creationId="{EDED745B-B240-93CA-2C62-862D5CEBDD90}"/>
          </ac:spMkLst>
        </pc:spChg>
        <pc:spChg chg="del">
          <ac:chgData name="润庭 邓" userId="dd4ed0c4d3e1c47b" providerId="LiveId" clId="{EA3CE23D-16E3-4E9A-84A5-61E7FB5E77BB}" dt="2024-11-16T11:06:08.911" v="0" actId="700"/>
          <ac:spMkLst>
            <pc:docMk/>
            <pc:sldMk cId="0" sldId="269"/>
            <ac:spMk id="175" creationId="{00000000-0000-0000-0000-000000000000}"/>
          </ac:spMkLst>
        </pc:spChg>
        <pc:spChg chg="del">
          <ac:chgData name="润庭 邓" userId="dd4ed0c4d3e1c47b" providerId="LiveId" clId="{EA3CE23D-16E3-4E9A-84A5-61E7FB5E77BB}" dt="2024-11-16T11:06:08.911" v="0" actId="700"/>
          <ac:spMkLst>
            <pc:docMk/>
            <pc:sldMk cId="0" sldId="269"/>
            <ac:spMk id="176" creationId="{00000000-0000-0000-0000-000000000000}"/>
          </ac:spMkLst>
        </pc:spChg>
      </pc:sldChg>
      <pc:sldChg chg="addSp delSp modSp mod modClrScheme chgLayout">
        <pc:chgData name="润庭 邓" userId="dd4ed0c4d3e1c47b" providerId="LiveId" clId="{EA3CE23D-16E3-4E9A-84A5-61E7FB5E77BB}" dt="2024-11-16T14:37:17.959" v="3110" actId="478"/>
        <pc:sldMkLst>
          <pc:docMk/>
          <pc:sldMk cId="0" sldId="270"/>
        </pc:sldMkLst>
        <pc:spChg chg="add mod">
          <ac:chgData name="润庭 邓" userId="dd4ed0c4d3e1c47b" providerId="LiveId" clId="{EA3CE23D-16E3-4E9A-84A5-61E7FB5E77BB}" dt="2024-11-16T13:30:33.776" v="2318"/>
          <ac:spMkLst>
            <pc:docMk/>
            <pc:sldMk cId="0" sldId="270"/>
            <ac:spMk id="2" creationId="{D81D5697-EFB4-F1F3-362A-866BC833EAB5}"/>
          </ac:spMkLst>
        </pc:spChg>
        <pc:spChg chg="add mod">
          <ac:chgData name="润庭 邓" userId="dd4ed0c4d3e1c47b" providerId="LiveId" clId="{EA3CE23D-16E3-4E9A-84A5-61E7FB5E77BB}" dt="2024-11-16T13:30:33.776" v="2318"/>
          <ac:spMkLst>
            <pc:docMk/>
            <pc:sldMk cId="0" sldId="270"/>
            <ac:spMk id="3" creationId="{B0840B6C-5B0B-59CD-C318-32AD486BB7F8}"/>
          </ac:spMkLst>
        </pc:spChg>
        <pc:spChg chg="add mod">
          <ac:chgData name="润庭 邓" userId="dd4ed0c4d3e1c47b" providerId="LiveId" clId="{EA3CE23D-16E3-4E9A-84A5-61E7FB5E77BB}" dt="2024-11-16T13:30:33.776" v="2318"/>
          <ac:spMkLst>
            <pc:docMk/>
            <pc:sldMk cId="0" sldId="270"/>
            <ac:spMk id="4" creationId="{A2720E10-E9DE-CD4B-6D8B-BF9CE790179B}"/>
          </ac:spMkLst>
        </pc:spChg>
        <pc:spChg chg="add mod">
          <ac:chgData name="润庭 邓" userId="dd4ed0c4d3e1c47b" providerId="LiveId" clId="{EA3CE23D-16E3-4E9A-84A5-61E7FB5E77BB}" dt="2024-11-16T13:30:33.776" v="2318"/>
          <ac:spMkLst>
            <pc:docMk/>
            <pc:sldMk cId="0" sldId="270"/>
            <ac:spMk id="5" creationId="{16849FCE-3179-0C8C-DA95-DA8DD7353C19}"/>
          </ac:spMkLst>
        </pc:spChg>
        <pc:spChg chg="add mod">
          <ac:chgData name="润庭 邓" userId="dd4ed0c4d3e1c47b" providerId="LiveId" clId="{EA3CE23D-16E3-4E9A-84A5-61E7FB5E77BB}" dt="2024-11-16T13:30:33.776" v="2318"/>
          <ac:spMkLst>
            <pc:docMk/>
            <pc:sldMk cId="0" sldId="270"/>
            <ac:spMk id="6" creationId="{5FA98FCD-4FC2-96BB-60A7-55559E8A769D}"/>
          </ac:spMkLst>
        </pc:spChg>
        <pc:spChg chg="add mod">
          <ac:chgData name="润庭 邓" userId="dd4ed0c4d3e1c47b" providerId="LiveId" clId="{EA3CE23D-16E3-4E9A-84A5-61E7FB5E77BB}" dt="2024-11-16T13:30:33.776" v="2318"/>
          <ac:spMkLst>
            <pc:docMk/>
            <pc:sldMk cId="0" sldId="270"/>
            <ac:spMk id="7" creationId="{356DB58F-817D-AE1A-0F21-11D4EE451DC1}"/>
          </ac:spMkLst>
        </pc:spChg>
        <pc:spChg chg="add mod">
          <ac:chgData name="润庭 邓" userId="dd4ed0c4d3e1c47b" providerId="LiveId" clId="{EA3CE23D-16E3-4E9A-84A5-61E7FB5E77BB}" dt="2024-11-16T13:30:33.776" v="2318"/>
          <ac:spMkLst>
            <pc:docMk/>
            <pc:sldMk cId="0" sldId="270"/>
            <ac:spMk id="8" creationId="{31D10373-C8C8-62F6-A736-F87700211DB4}"/>
          </ac:spMkLst>
        </pc:spChg>
        <pc:spChg chg="add mod">
          <ac:chgData name="润庭 邓" userId="dd4ed0c4d3e1c47b" providerId="LiveId" clId="{EA3CE23D-16E3-4E9A-84A5-61E7FB5E77BB}" dt="2024-11-16T13:30:33.776" v="2318"/>
          <ac:spMkLst>
            <pc:docMk/>
            <pc:sldMk cId="0" sldId="270"/>
            <ac:spMk id="9" creationId="{53E0799C-2301-286D-A89A-F5EDACB37B73}"/>
          </ac:spMkLst>
        </pc:spChg>
        <pc:spChg chg="add mod">
          <ac:chgData name="润庭 邓" userId="dd4ed0c4d3e1c47b" providerId="LiveId" clId="{EA3CE23D-16E3-4E9A-84A5-61E7FB5E77BB}" dt="2024-11-16T13:30:33.776" v="2318"/>
          <ac:spMkLst>
            <pc:docMk/>
            <pc:sldMk cId="0" sldId="270"/>
            <ac:spMk id="10" creationId="{4F31FEBC-8880-C1E7-2AEF-C62F076DB41B}"/>
          </ac:spMkLst>
        </pc:spChg>
        <pc:spChg chg="add mod">
          <ac:chgData name="润庭 邓" userId="dd4ed0c4d3e1c47b" providerId="LiveId" clId="{EA3CE23D-16E3-4E9A-84A5-61E7FB5E77BB}" dt="2024-11-16T13:30:33.776" v="2318"/>
          <ac:spMkLst>
            <pc:docMk/>
            <pc:sldMk cId="0" sldId="270"/>
            <ac:spMk id="11" creationId="{A22BB1CB-D096-53D5-30B0-96946B253718}"/>
          </ac:spMkLst>
        </pc:spChg>
        <pc:spChg chg="add del mod">
          <ac:chgData name="润庭 邓" userId="dd4ed0c4d3e1c47b" providerId="LiveId" clId="{EA3CE23D-16E3-4E9A-84A5-61E7FB5E77BB}" dt="2024-11-16T14:36:54.112" v="3103" actId="478"/>
          <ac:spMkLst>
            <pc:docMk/>
            <pc:sldMk cId="0" sldId="270"/>
            <ac:spMk id="12" creationId="{C1260B75-9C73-FEF3-23B8-AAA91D58160E}"/>
          </ac:spMkLst>
        </pc:spChg>
        <pc:spChg chg="add del mod">
          <ac:chgData name="润庭 邓" userId="dd4ed0c4d3e1c47b" providerId="LiveId" clId="{EA3CE23D-16E3-4E9A-84A5-61E7FB5E77BB}" dt="2024-11-16T14:37:00.509" v="3106" actId="478"/>
          <ac:spMkLst>
            <pc:docMk/>
            <pc:sldMk cId="0" sldId="270"/>
            <ac:spMk id="13" creationId="{9FA89A35-8C88-C0BF-2097-55F2754C4EA3}"/>
          </ac:spMkLst>
        </pc:spChg>
        <pc:spChg chg="add mod">
          <ac:chgData name="润庭 邓" userId="dd4ed0c4d3e1c47b" providerId="LiveId" clId="{EA3CE23D-16E3-4E9A-84A5-61E7FB5E77BB}" dt="2024-11-16T14:37:06.285" v="3107"/>
          <ac:spMkLst>
            <pc:docMk/>
            <pc:sldMk cId="0" sldId="270"/>
            <ac:spMk id="14" creationId="{7AE112A0-4B60-0CA5-0138-D7CB7ADC9443}"/>
          </ac:spMkLst>
        </pc:spChg>
        <pc:spChg chg="del">
          <ac:chgData name="润庭 邓" userId="dd4ed0c4d3e1c47b" providerId="LiveId" clId="{EA3CE23D-16E3-4E9A-84A5-61E7FB5E77BB}" dt="2024-11-16T11:06:08.911" v="0" actId="700"/>
          <ac:spMkLst>
            <pc:docMk/>
            <pc:sldMk cId="0" sldId="270"/>
            <ac:spMk id="182" creationId="{00000000-0000-0000-0000-000000000000}"/>
          </ac:spMkLst>
        </pc:spChg>
        <pc:spChg chg="del">
          <ac:chgData name="润庭 邓" userId="dd4ed0c4d3e1c47b" providerId="LiveId" clId="{EA3CE23D-16E3-4E9A-84A5-61E7FB5E77BB}" dt="2024-11-16T11:06:08.911" v="0" actId="700"/>
          <ac:spMkLst>
            <pc:docMk/>
            <pc:sldMk cId="0" sldId="270"/>
            <ac:spMk id="183" creationId="{00000000-0000-0000-0000-000000000000}"/>
          </ac:spMkLst>
        </pc:spChg>
        <pc:picChg chg="add del mod">
          <ac:chgData name="润庭 邓" userId="dd4ed0c4d3e1c47b" providerId="LiveId" clId="{EA3CE23D-16E3-4E9A-84A5-61E7FB5E77BB}" dt="2024-11-16T14:37:17.959" v="3110" actId="478"/>
          <ac:picMkLst>
            <pc:docMk/>
            <pc:sldMk cId="0" sldId="270"/>
            <ac:picMk id="15" creationId="{AE85C9AD-F2EC-F721-3C09-C2EE82A14BAD}"/>
          </ac:picMkLst>
        </pc:picChg>
      </pc:sldChg>
      <pc:sldChg chg="addSp delSp modSp mod modClrScheme chgLayout">
        <pc:chgData name="润庭 邓" userId="dd4ed0c4d3e1c47b" providerId="LiveId" clId="{EA3CE23D-16E3-4E9A-84A5-61E7FB5E77BB}" dt="2024-11-16T14:43:48.015" v="3240" actId="1076"/>
        <pc:sldMkLst>
          <pc:docMk/>
          <pc:sldMk cId="0" sldId="271"/>
        </pc:sldMkLst>
        <pc:spChg chg="add mod">
          <ac:chgData name="润庭 邓" userId="dd4ed0c4d3e1c47b" providerId="LiveId" clId="{EA3CE23D-16E3-4E9A-84A5-61E7FB5E77BB}" dt="2024-11-16T13:30:12.402" v="2311"/>
          <ac:spMkLst>
            <pc:docMk/>
            <pc:sldMk cId="0" sldId="271"/>
            <ac:spMk id="2" creationId="{0D6E9E00-510D-6B8C-5640-47EFB2A73906}"/>
          </ac:spMkLst>
        </pc:spChg>
        <pc:spChg chg="add mod">
          <ac:chgData name="润庭 邓" userId="dd4ed0c4d3e1c47b" providerId="LiveId" clId="{EA3CE23D-16E3-4E9A-84A5-61E7FB5E77BB}" dt="2024-11-16T13:30:12.402" v="2311"/>
          <ac:spMkLst>
            <pc:docMk/>
            <pc:sldMk cId="0" sldId="271"/>
            <ac:spMk id="3" creationId="{7222E536-0202-9EFF-7462-090BB9F0E9C3}"/>
          </ac:spMkLst>
        </pc:spChg>
        <pc:spChg chg="add mod">
          <ac:chgData name="润庭 邓" userId="dd4ed0c4d3e1c47b" providerId="LiveId" clId="{EA3CE23D-16E3-4E9A-84A5-61E7FB5E77BB}" dt="2024-11-16T13:30:12.402" v="2311"/>
          <ac:spMkLst>
            <pc:docMk/>
            <pc:sldMk cId="0" sldId="271"/>
            <ac:spMk id="4" creationId="{48D479D9-46AC-C1A7-E04D-05CD2B01E47B}"/>
          </ac:spMkLst>
        </pc:spChg>
        <pc:spChg chg="add mod">
          <ac:chgData name="润庭 邓" userId="dd4ed0c4d3e1c47b" providerId="LiveId" clId="{EA3CE23D-16E3-4E9A-84A5-61E7FB5E77BB}" dt="2024-11-16T13:30:12.402" v="2311"/>
          <ac:spMkLst>
            <pc:docMk/>
            <pc:sldMk cId="0" sldId="271"/>
            <ac:spMk id="5" creationId="{AB375715-9FB7-7400-B7BE-D1219F5F759D}"/>
          </ac:spMkLst>
        </pc:spChg>
        <pc:spChg chg="add mod">
          <ac:chgData name="润庭 邓" userId="dd4ed0c4d3e1c47b" providerId="LiveId" clId="{EA3CE23D-16E3-4E9A-84A5-61E7FB5E77BB}" dt="2024-11-16T13:30:12.402" v="2311"/>
          <ac:spMkLst>
            <pc:docMk/>
            <pc:sldMk cId="0" sldId="271"/>
            <ac:spMk id="6" creationId="{B4E65021-A3DC-395F-D5E1-E5C4A02F7EAE}"/>
          </ac:spMkLst>
        </pc:spChg>
        <pc:spChg chg="add mod">
          <ac:chgData name="润庭 邓" userId="dd4ed0c4d3e1c47b" providerId="LiveId" clId="{EA3CE23D-16E3-4E9A-84A5-61E7FB5E77BB}" dt="2024-11-16T13:30:12.402" v="2311"/>
          <ac:spMkLst>
            <pc:docMk/>
            <pc:sldMk cId="0" sldId="271"/>
            <ac:spMk id="7" creationId="{004B2399-0795-21FF-0A2C-78C1E9A4D449}"/>
          </ac:spMkLst>
        </pc:spChg>
        <pc:spChg chg="add mod">
          <ac:chgData name="润庭 邓" userId="dd4ed0c4d3e1c47b" providerId="LiveId" clId="{EA3CE23D-16E3-4E9A-84A5-61E7FB5E77BB}" dt="2024-11-16T13:30:12.402" v="2311"/>
          <ac:spMkLst>
            <pc:docMk/>
            <pc:sldMk cId="0" sldId="271"/>
            <ac:spMk id="8" creationId="{F4F7DF78-2455-B8B0-7EA2-6777E29F064C}"/>
          </ac:spMkLst>
        </pc:spChg>
        <pc:spChg chg="add mod">
          <ac:chgData name="润庭 邓" userId="dd4ed0c4d3e1c47b" providerId="LiveId" clId="{EA3CE23D-16E3-4E9A-84A5-61E7FB5E77BB}" dt="2024-11-16T13:30:12.402" v="2311"/>
          <ac:spMkLst>
            <pc:docMk/>
            <pc:sldMk cId="0" sldId="271"/>
            <ac:spMk id="9" creationId="{F6C4EAC2-4706-1E30-7466-37124F9802E0}"/>
          </ac:spMkLst>
        </pc:spChg>
        <pc:spChg chg="add mod">
          <ac:chgData name="润庭 邓" userId="dd4ed0c4d3e1c47b" providerId="LiveId" clId="{EA3CE23D-16E3-4E9A-84A5-61E7FB5E77BB}" dt="2024-11-16T13:30:12.402" v="2311"/>
          <ac:spMkLst>
            <pc:docMk/>
            <pc:sldMk cId="0" sldId="271"/>
            <ac:spMk id="10" creationId="{02522E74-089D-1439-EEE7-1A3FA4B090ED}"/>
          </ac:spMkLst>
        </pc:spChg>
        <pc:spChg chg="add mod">
          <ac:chgData name="润庭 邓" userId="dd4ed0c4d3e1c47b" providerId="LiveId" clId="{EA3CE23D-16E3-4E9A-84A5-61E7FB5E77BB}" dt="2024-11-16T13:30:12.402" v="2311"/>
          <ac:spMkLst>
            <pc:docMk/>
            <pc:sldMk cId="0" sldId="271"/>
            <ac:spMk id="11" creationId="{BEEA378F-2677-E778-47AE-700F0CAEB285}"/>
          </ac:spMkLst>
        </pc:spChg>
        <pc:spChg chg="add mod">
          <ac:chgData name="润庭 邓" userId="dd4ed0c4d3e1c47b" providerId="LiveId" clId="{EA3CE23D-16E3-4E9A-84A5-61E7FB5E77BB}" dt="2024-11-16T14:40:16.312" v="3134" actId="1076"/>
          <ac:spMkLst>
            <pc:docMk/>
            <pc:sldMk cId="0" sldId="271"/>
            <ac:spMk id="12" creationId="{90FBF9E5-BD43-2DE9-C70D-402ADE185DA7}"/>
          </ac:spMkLst>
        </pc:spChg>
        <pc:spChg chg="add mod">
          <ac:chgData name="润庭 邓" userId="dd4ed0c4d3e1c47b" providerId="LiveId" clId="{EA3CE23D-16E3-4E9A-84A5-61E7FB5E77BB}" dt="2024-11-16T14:42:40.456" v="3183" actId="1076"/>
          <ac:spMkLst>
            <pc:docMk/>
            <pc:sldMk cId="0" sldId="271"/>
            <ac:spMk id="13" creationId="{351FA1F6-3A1E-3FDA-AA2B-0CFF0CFAB0CE}"/>
          </ac:spMkLst>
        </pc:spChg>
        <pc:spChg chg="add mod">
          <ac:chgData name="润庭 邓" userId="dd4ed0c4d3e1c47b" providerId="LiveId" clId="{EA3CE23D-16E3-4E9A-84A5-61E7FB5E77BB}" dt="2024-11-16T14:43:48.015" v="3240" actId="1076"/>
          <ac:spMkLst>
            <pc:docMk/>
            <pc:sldMk cId="0" sldId="271"/>
            <ac:spMk id="14" creationId="{0F4A8E72-0642-7279-B94B-3F13B0703F61}"/>
          </ac:spMkLst>
        </pc:spChg>
        <pc:spChg chg="del">
          <ac:chgData name="润庭 邓" userId="dd4ed0c4d3e1c47b" providerId="LiveId" clId="{EA3CE23D-16E3-4E9A-84A5-61E7FB5E77BB}" dt="2024-11-16T11:06:08.911" v="0" actId="700"/>
          <ac:spMkLst>
            <pc:docMk/>
            <pc:sldMk cId="0" sldId="271"/>
            <ac:spMk id="189" creationId="{00000000-0000-0000-0000-000000000000}"/>
          </ac:spMkLst>
        </pc:spChg>
        <pc:spChg chg="del">
          <ac:chgData name="润庭 邓" userId="dd4ed0c4d3e1c47b" providerId="LiveId" clId="{EA3CE23D-16E3-4E9A-84A5-61E7FB5E77BB}" dt="2024-11-16T11:06:08.911" v="0" actId="700"/>
          <ac:spMkLst>
            <pc:docMk/>
            <pc:sldMk cId="0" sldId="271"/>
            <ac:spMk id="190" creationId="{00000000-0000-0000-0000-000000000000}"/>
          </ac:spMkLst>
        </pc:spChg>
      </pc:sldChg>
      <pc:sldChg chg="addSp delSp modSp mod modClrScheme chgLayout">
        <pc:chgData name="润庭 邓" userId="dd4ed0c4d3e1c47b" providerId="LiveId" clId="{EA3CE23D-16E3-4E9A-84A5-61E7FB5E77BB}" dt="2024-11-17T02:14:37.286" v="3591" actId="20577"/>
        <pc:sldMkLst>
          <pc:docMk/>
          <pc:sldMk cId="0" sldId="272"/>
        </pc:sldMkLst>
        <pc:spChg chg="add mod">
          <ac:chgData name="润庭 邓" userId="dd4ed0c4d3e1c47b" providerId="LiveId" clId="{EA3CE23D-16E3-4E9A-84A5-61E7FB5E77BB}" dt="2024-11-16T13:30:13.715" v="2312"/>
          <ac:spMkLst>
            <pc:docMk/>
            <pc:sldMk cId="0" sldId="272"/>
            <ac:spMk id="2" creationId="{DFFAF661-E4F3-27E1-5E7A-B11C687669D0}"/>
          </ac:spMkLst>
        </pc:spChg>
        <pc:spChg chg="add mod">
          <ac:chgData name="润庭 邓" userId="dd4ed0c4d3e1c47b" providerId="LiveId" clId="{EA3CE23D-16E3-4E9A-84A5-61E7FB5E77BB}" dt="2024-11-16T13:30:13.715" v="2312"/>
          <ac:spMkLst>
            <pc:docMk/>
            <pc:sldMk cId="0" sldId="272"/>
            <ac:spMk id="3" creationId="{87441599-D102-8DCF-571D-69C93BE9688F}"/>
          </ac:spMkLst>
        </pc:spChg>
        <pc:spChg chg="add mod">
          <ac:chgData name="润庭 邓" userId="dd4ed0c4d3e1c47b" providerId="LiveId" clId="{EA3CE23D-16E3-4E9A-84A5-61E7FB5E77BB}" dt="2024-11-16T13:30:13.715" v="2312"/>
          <ac:spMkLst>
            <pc:docMk/>
            <pc:sldMk cId="0" sldId="272"/>
            <ac:spMk id="4" creationId="{B68FAB96-91DF-5B9A-217F-3CC5519C27A1}"/>
          </ac:spMkLst>
        </pc:spChg>
        <pc:spChg chg="add mod">
          <ac:chgData name="润庭 邓" userId="dd4ed0c4d3e1c47b" providerId="LiveId" clId="{EA3CE23D-16E3-4E9A-84A5-61E7FB5E77BB}" dt="2024-11-16T13:30:13.715" v="2312"/>
          <ac:spMkLst>
            <pc:docMk/>
            <pc:sldMk cId="0" sldId="272"/>
            <ac:spMk id="5" creationId="{3FF1368B-B817-9F6E-D65A-B0D557C9F32E}"/>
          </ac:spMkLst>
        </pc:spChg>
        <pc:spChg chg="add mod">
          <ac:chgData name="润庭 邓" userId="dd4ed0c4d3e1c47b" providerId="LiveId" clId="{EA3CE23D-16E3-4E9A-84A5-61E7FB5E77BB}" dt="2024-11-16T13:30:13.715" v="2312"/>
          <ac:spMkLst>
            <pc:docMk/>
            <pc:sldMk cId="0" sldId="272"/>
            <ac:spMk id="6" creationId="{53F10304-0983-C726-6B25-45BEE791B866}"/>
          </ac:spMkLst>
        </pc:spChg>
        <pc:spChg chg="add mod">
          <ac:chgData name="润庭 邓" userId="dd4ed0c4d3e1c47b" providerId="LiveId" clId="{EA3CE23D-16E3-4E9A-84A5-61E7FB5E77BB}" dt="2024-11-16T13:30:13.715" v="2312"/>
          <ac:spMkLst>
            <pc:docMk/>
            <pc:sldMk cId="0" sldId="272"/>
            <ac:spMk id="7" creationId="{F2D39EC4-50D3-46D0-12C1-D25C91FAA9DB}"/>
          </ac:spMkLst>
        </pc:spChg>
        <pc:spChg chg="add mod">
          <ac:chgData name="润庭 邓" userId="dd4ed0c4d3e1c47b" providerId="LiveId" clId="{EA3CE23D-16E3-4E9A-84A5-61E7FB5E77BB}" dt="2024-11-16T13:30:13.715" v="2312"/>
          <ac:spMkLst>
            <pc:docMk/>
            <pc:sldMk cId="0" sldId="272"/>
            <ac:spMk id="8" creationId="{1AF0225D-00A8-EDFB-4E0D-1E8B019C7357}"/>
          </ac:spMkLst>
        </pc:spChg>
        <pc:spChg chg="add mod">
          <ac:chgData name="润庭 邓" userId="dd4ed0c4d3e1c47b" providerId="LiveId" clId="{EA3CE23D-16E3-4E9A-84A5-61E7FB5E77BB}" dt="2024-11-16T13:30:13.715" v="2312"/>
          <ac:spMkLst>
            <pc:docMk/>
            <pc:sldMk cId="0" sldId="272"/>
            <ac:spMk id="9" creationId="{B4263520-3CCA-229B-7CE2-4F958E84FB99}"/>
          </ac:spMkLst>
        </pc:spChg>
        <pc:spChg chg="add mod">
          <ac:chgData name="润庭 邓" userId="dd4ed0c4d3e1c47b" providerId="LiveId" clId="{EA3CE23D-16E3-4E9A-84A5-61E7FB5E77BB}" dt="2024-11-16T13:30:13.715" v="2312"/>
          <ac:spMkLst>
            <pc:docMk/>
            <pc:sldMk cId="0" sldId="272"/>
            <ac:spMk id="10" creationId="{1839879A-A812-2488-0D9A-9FE57AE0A144}"/>
          </ac:spMkLst>
        </pc:spChg>
        <pc:spChg chg="add mod">
          <ac:chgData name="润庭 邓" userId="dd4ed0c4d3e1c47b" providerId="LiveId" clId="{EA3CE23D-16E3-4E9A-84A5-61E7FB5E77BB}" dt="2024-11-16T13:30:13.715" v="2312"/>
          <ac:spMkLst>
            <pc:docMk/>
            <pc:sldMk cId="0" sldId="272"/>
            <ac:spMk id="11" creationId="{7FC908D7-EA65-C75C-6F2C-81EBB6BA359A}"/>
          </ac:spMkLst>
        </pc:spChg>
        <pc:spChg chg="add mod">
          <ac:chgData name="润庭 邓" userId="dd4ed0c4d3e1c47b" providerId="LiveId" clId="{EA3CE23D-16E3-4E9A-84A5-61E7FB5E77BB}" dt="2024-11-17T02:11:53.907" v="3416" actId="113"/>
          <ac:spMkLst>
            <pc:docMk/>
            <pc:sldMk cId="0" sldId="272"/>
            <ac:spMk id="12" creationId="{7BBB8527-A2A5-DE66-9B43-C80B13DD3CE7}"/>
          </ac:spMkLst>
        </pc:spChg>
        <pc:spChg chg="add mod">
          <ac:chgData name="润庭 邓" userId="dd4ed0c4d3e1c47b" providerId="LiveId" clId="{EA3CE23D-16E3-4E9A-84A5-61E7FB5E77BB}" dt="2024-11-17T02:12:47.557" v="3499" actId="1076"/>
          <ac:spMkLst>
            <pc:docMk/>
            <pc:sldMk cId="0" sldId="272"/>
            <ac:spMk id="14" creationId="{BCE4BE45-9AE7-2D16-7947-995728B1C82D}"/>
          </ac:spMkLst>
        </pc:spChg>
        <pc:spChg chg="add mod">
          <ac:chgData name="润庭 邓" userId="dd4ed0c4d3e1c47b" providerId="LiveId" clId="{EA3CE23D-16E3-4E9A-84A5-61E7FB5E77BB}" dt="2024-11-17T02:14:37.286" v="3591" actId="20577"/>
          <ac:spMkLst>
            <pc:docMk/>
            <pc:sldMk cId="0" sldId="272"/>
            <ac:spMk id="15" creationId="{E1B7F95F-7542-0C43-B86A-941005FCE7C0}"/>
          </ac:spMkLst>
        </pc:spChg>
        <pc:spChg chg="del">
          <ac:chgData name="润庭 邓" userId="dd4ed0c4d3e1c47b" providerId="LiveId" clId="{EA3CE23D-16E3-4E9A-84A5-61E7FB5E77BB}" dt="2024-11-16T11:06:08.911" v="0" actId="700"/>
          <ac:spMkLst>
            <pc:docMk/>
            <pc:sldMk cId="0" sldId="272"/>
            <ac:spMk id="196" creationId="{00000000-0000-0000-0000-000000000000}"/>
          </ac:spMkLst>
        </pc:spChg>
        <pc:spChg chg="del">
          <ac:chgData name="润庭 邓" userId="dd4ed0c4d3e1c47b" providerId="LiveId" clId="{EA3CE23D-16E3-4E9A-84A5-61E7FB5E77BB}" dt="2024-11-16T11:06:08.911" v="0" actId="700"/>
          <ac:spMkLst>
            <pc:docMk/>
            <pc:sldMk cId="0" sldId="272"/>
            <ac:spMk id="197" creationId="{00000000-0000-0000-0000-000000000000}"/>
          </ac:spMkLst>
        </pc:spChg>
        <pc:picChg chg="add del mod">
          <ac:chgData name="润庭 邓" userId="dd4ed0c4d3e1c47b" providerId="LiveId" clId="{EA3CE23D-16E3-4E9A-84A5-61E7FB5E77BB}" dt="2024-11-17T02:09:20.082" v="3243" actId="478"/>
          <ac:picMkLst>
            <pc:docMk/>
            <pc:sldMk cId="0" sldId="272"/>
            <ac:picMk id="13" creationId="{D6100FA2-EB23-E663-7F1E-BD8D206C85F0}"/>
          </ac:picMkLst>
        </pc:picChg>
      </pc:sldChg>
      <pc:sldChg chg="addSp delSp modSp mod modClrScheme chgLayout">
        <pc:chgData name="润庭 邓" userId="dd4ed0c4d3e1c47b" providerId="LiveId" clId="{EA3CE23D-16E3-4E9A-84A5-61E7FB5E77BB}" dt="2024-11-17T02:26:48.959" v="4225" actId="20577"/>
        <pc:sldMkLst>
          <pc:docMk/>
          <pc:sldMk cId="0" sldId="273"/>
        </pc:sldMkLst>
        <pc:spChg chg="add mod">
          <ac:chgData name="润庭 邓" userId="dd4ed0c4d3e1c47b" providerId="LiveId" clId="{EA3CE23D-16E3-4E9A-84A5-61E7FB5E77BB}" dt="2024-11-16T13:30:14.846" v="2313"/>
          <ac:spMkLst>
            <pc:docMk/>
            <pc:sldMk cId="0" sldId="273"/>
            <ac:spMk id="2" creationId="{3CAD8232-FA15-16AB-94A5-A41E20BCAB83}"/>
          </ac:spMkLst>
        </pc:spChg>
        <pc:spChg chg="add mod">
          <ac:chgData name="润庭 邓" userId="dd4ed0c4d3e1c47b" providerId="LiveId" clId="{EA3CE23D-16E3-4E9A-84A5-61E7FB5E77BB}" dt="2024-11-16T13:30:14.846" v="2313"/>
          <ac:spMkLst>
            <pc:docMk/>
            <pc:sldMk cId="0" sldId="273"/>
            <ac:spMk id="3" creationId="{210A68E7-43E5-4854-952A-42C4EA995DD7}"/>
          </ac:spMkLst>
        </pc:spChg>
        <pc:spChg chg="add mod">
          <ac:chgData name="润庭 邓" userId="dd4ed0c4d3e1c47b" providerId="LiveId" clId="{EA3CE23D-16E3-4E9A-84A5-61E7FB5E77BB}" dt="2024-11-16T13:30:14.846" v="2313"/>
          <ac:spMkLst>
            <pc:docMk/>
            <pc:sldMk cId="0" sldId="273"/>
            <ac:spMk id="4" creationId="{488F67E1-771D-DA67-B980-81BC71EC6B24}"/>
          </ac:spMkLst>
        </pc:spChg>
        <pc:spChg chg="add mod">
          <ac:chgData name="润庭 邓" userId="dd4ed0c4d3e1c47b" providerId="LiveId" clId="{EA3CE23D-16E3-4E9A-84A5-61E7FB5E77BB}" dt="2024-11-16T13:30:14.846" v="2313"/>
          <ac:spMkLst>
            <pc:docMk/>
            <pc:sldMk cId="0" sldId="273"/>
            <ac:spMk id="5" creationId="{003AD61B-2F38-82A7-DACC-8E723BE043E5}"/>
          </ac:spMkLst>
        </pc:spChg>
        <pc:spChg chg="add mod">
          <ac:chgData name="润庭 邓" userId="dd4ed0c4d3e1c47b" providerId="LiveId" clId="{EA3CE23D-16E3-4E9A-84A5-61E7FB5E77BB}" dt="2024-11-16T13:30:14.846" v="2313"/>
          <ac:spMkLst>
            <pc:docMk/>
            <pc:sldMk cId="0" sldId="273"/>
            <ac:spMk id="6" creationId="{1C934C86-BA2B-4C29-10D2-3BDF0DFD1AF0}"/>
          </ac:spMkLst>
        </pc:spChg>
        <pc:spChg chg="add mod">
          <ac:chgData name="润庭 邓" userId="dd4ed0c4d3e1c47b" providerId="LiveId" clId="{EA3CE23D-16E3-4E9A-84A5-61E7FB5E77BB}" dt="2024-11-16T13:30:14.846" v="2313"/>
          <ac:spMkLst>
            <pc:docMk/>
            <pc:sldMk cId="0" sldId="273"/>
            <ac:spMk id="7" creationId="{292A8F12-2FDD-8B61-D386-58FFE41743D3}"/>
          </ac:spMkLst>
        </pc:spChg>
        <pc:spChg chg="add mod">
          <ac:chgData name="润庭 邓" userId="dd4ed0c4d3e1c47b" providerId="LiveId" clId="{EA3CE23D-16E3-4E9A-84A5-61E7FB5E77BB}" dt="2024-11-16T13:30:14.846" v="2313"/>
          <ac:spMkLst>
            <pc:docMk/>
            <pc:sldMk cId="0" sldId="273"/>
            <ac:spMk id="8" creationId="{162E0981-6FC6-91F2-AE7A-627528BF80B0}"/>
          </ac:spMkLst>
        </pc:spChg>
        <pc:spChg chg="add mod">
          <ac:chgData name="润庭 邓" userId="dd4ed0c4d3e1c47b" providerId="LiveId" clId="{EA3CE23D-16E3-4E9A-84A5-61E7FB5E77BB}" dt="2024-11-16T13:30:14.846" v="2313"/>
          <ac:spMkLst>
            <pc:docMk/>
            <pc:sldMk cId="0" sldId="273"/>
            <ac:spMk id="9" creationId="{3F8F7163-6EBF-C0F9-A935-4D083988E386}"/>
          </ac:spMkLst>
        </pc:spChg>
        <pc:spChg chg="add mod">
          <ac:chgData name="润庭 邓" userId="dd4ed0c4d3e1c47b" providerId="LiveId" clId="{EA3CE23D-16E3-4E9A-84A5-61E7FB5E77BB}" dt="2024-11-16T13:30:14.846" v="2313"/>
          <ac:spMkLst>
            <pc:docMk/>
            <pc:sldMk cId="0" sldId="273"/>
            <ac:spMk id="10" creationId="{7DCA943B-37B5-6A50-B29F-E6858B406246}"/>
          </ac:spMkLst>
        </pc:spChg>
        <pc:spChg chg="add mod">
          <ac:chgData name="润庭 邓" userId="dd4ed0c4d3e1c47b" providerId="LiveId" clId="{EA3CE23D-16E3-4E9A-84A5-61E7FB5E77BB}" dt="2024-11-16T13:30:14.846" v="2313"/>
          <ac:spMkLst>
            <pc:docMk/>
            <pc:sldMk cId="0" sldId="273"/>
            <ac:spMk id="11" creationId="{FAA80CD2-F8D5-D177-BB7D-5242CD2FC8DA}"/>
          </ac:spMkLst>
        </pc:spChg>
        <pc:spChg chg="add mod">
          <ac:chgData name="润庭 邓" userId="dd4ed0c4d3e1c47b" providerId="LiveId" clId="{EA3CE23D-16E3-4E9A-84A5-61E7FB5E77BB}" dt="2024-11-17T02:24:47.119" v="4023" actId="1076"/>
          <ac:spMkLst>
            <pc:docMk/>
            <pc:sldMk cId="0" sldId="273"/>
            <ac:spMk id="12" creationId="{019D5101-1B11-3B3F-B432-811A8D6BB6B8}"/>
          </ac:spMkLst>
        </pc:spChg>
        <pc:spChg chg="add del mod">
          <ac:chgData name="润庭 邓" userId="dd4ed0c4d3e1c47b" providerId="LiveId" clId="{EA3CE23D-16E3-4E9A-84A5-61E7FB5E77BB}" dt="2024-11-17T02:22:25.832" v="3817" actId="478"/>
          <ac:spMkLst>
            <pc:docMk/>
            <pc:sldMk cId="0" sldId="273"/>
            <ac:spMk id="13" creationId="{537CA9F7-D6A4-F033-7491-FA33606B1232}"/>
          </ac:spMkLst>
        </pc:spChg>
        <pc:spChg chg="add mod">
          <ac:chgData name="润庭 邓" userId="dd4ed0c4d3e1c47b" providerId="LiveId" clId="{EA3CE23D-16E3-4E9A-84A5-61E7FB5E77BB}" dt="2024-11-17T02:24:45.191" v="4022" actId="1076"/>
          <ac:spMkLst>
            <pc:docMk/>
            <pc:sldMk cId="0" sldId="273"/>
            <ac:spMk id="14" creationId="{60B5002A-BBD2-5CFA-42EB-12948F46A481}"/>
          </ac:spMkLst>
        </pc:spChg>
        <pc:spChg chg="add mod">
          <ac:chgData name="润庭 邓" userId="dd4ed0c4d3e1c47b" providerId="LiveId" clId="{EA3CE23D-16E3-4E9A-84A5-61E7FB5E77BB}" dt="2024-11-17T02:26:48.959" v="4225" actId="20577"/>
          <ac:spMkLst>
            <pc:docMk/>
            <pc:sldMk cId="0" sldId="273"/>
            <ac:spMk id="15" creationId="{34542D16-C92C-31AE-A789-6FB486862D20}"/>
          </ac:spMkLst>
        </pc:spChg>
        <pc:spChg chg="del">
          <ac:chgData name="润庭 邓" userId="dd4ed0c4d3e1c47b" providerId="LiveId" clId="{EA3CE23D-16E3-4E9A-84A5-61E7FB5E77BB}" dt="2024-11-16T11:06:08.911" v="0" actId="700"/>
          <ac:spMkLst>
            <pc:docMk/>
            <pc:sldMk cId="0" sldId="273"/>
            <ac:spMk id="203" creationId="{00000000-0000-0000-0000-000000000000}"/>
          </ac:spMkLst>
        </pc:spChg>
        <pc:spChg chg="del">
          <ac:chgData name="润庭 邓" userId="dd4ed0c4d3e1c47b" providerId="LiveId" clId="{EA3CE23D-16E3-4E9A-84A5-61E7FB5E77BB}" dt="2024-11-16T11:06:08.911" v="0" actId="700"/>
          <ac:spMkLst>
            <pc:docMk/>
            <pc:sldMk cId="0" sldId="273"/>
            <ac:spMk id="204" creationId="{00000000-0000-0000-0000-000000000000}"/>
          </ac:spMkLst>
        </pc:spChg>
      </pc:sldChg>
      <pc:sldChg chg="addSp delSp modSp mod modClrScheme chgLayout">
        <pc:chgData name="润庭 邓" userId="dd4ed0c4d3e1c47b" providerId="LiveId" clId="{EA3CE23D-16E3-4E9A-84A5-61E7FB5E77BB}" dt="2024-11-17T02:33:57.616" v="4527" actId="1076"/>
        <pc:sldMkLst>
          <pc:docMk/>
          <pc:sldMk cId="0" sldId="274"/>
        </pc:sldMkLst>
        <pc:spChg chg="add del mod">
          <ac:chgData name="润庭 邓" userId="dd4ed0c4d3e1c47b" providerId="LiveId" clId="{EA3CE23D-16E3-4E9A-84A5-61E7FB5E77BB}" dt="2024-11-17T02:28:55.265" v="4298" actId="478"/>
          <ac:spMkLst>
            <pc:docMk/>
            <pc:sldMk cId="0" sldId="274"/>
            <ac:spMk id="2" creationId="{A11575AB-C398-D489-D1F4-3710EC79C04D}"/>
          </ac:spMkLst>
        </pc:spChg>
        <pc:spChg chg="add del mod">
          <ac:chgData name="润庭 邓" userId="dd4ed0c4d3e1c47b" providerId="LiveId" clId="{EA3CE23D-16E3-4E9A-84A5-61E7FB5E77BB}" dt="2024-11-17T02:28:55.265" v="4298" actId="478"/>
          <ac:spMkLst>
            <pc:docMk/>
            <pc:sldMk cId="0" sldId="274"/>
            <ac:spMk id="3" creationId="{0091932C-5076-7D70-AC67-FFCDCE8CB6FB}"/>
          </ac:spMkLst>
        </pc:spChg>
        <pc:spChg chg="add del mod">
          <ac:chgData name="润庭 邓" userId="dd4ed0c4d3e1c47b" providerId="LiveId" clId="{EA3CE23D-16E3-4E9A-84A5-61E7FB5E77BB}" dt="2024-11-17T02:28:55.265" v="4298" actId="478"/>
          <ac:spMkLst>
            <pc:docMk/>
            <pc:sldMk cId="0" sldId="274"/>
            <ac:spMk id="4" creationId="{FC71385C-F204-8990-0665-5141D9C31E54}"/>
          </ac:spMkLst>
        </pc:spChg>
        <pc:spChg chg="add del mod">
          <ac:chgData name="润庭 邓" userId="dd4ed0c4d3e1c47b" providerId="LiveId" clId="{EA3CE23D-16E3-4E9A-84A5-61E7FB5E77BB}" dt="2024-11-17T02:28:55.265" v="4298" actId="478"/>
          <ac:spMkLst>
            <pc:docMk/>
            <pc:sldMk cId="0" sldId="274"/>
            <ac:spMk id="5" creationId="{A6B004B2-63D7-80F5-62E2-FF9FA5584629}"/>
          </ac:spMkLst>
        </pc:spChg>
        <pc:spChg chg="add mod">
          <ac:chgData name="润庭 邓" userId="dd4ed0c4d3e1c47b" providerId="LiveId" clId="{EA3CE23D-16E3-4E9A-84A5-61E7FB5E77BB}" dt="2024-11-17T02:29:41.211" v="4303" actId="1076"/>
          <ac:spMkLst>
            <pc:docMk/>
            <pc:sldMk cId="0" sldId="274"/>
            <ac:spMk id="6" creationId="{58510FF5-F1AB-017F-8DDE-7FC0B05B3FF8}"/>
          </ac:spMkLst>
        </pc:spChg>
        <pc:spChg chg="add mod">
          <ac:chgData name="润庭 邓" userId="dd4ed0c4d3e1c47b" providerId="LiveId" clId="{EA3CE23D-16E3-4E9A-84A5-61E7FB5E77BB}" dt="2024-11-17T02:29:41.211" v="4303" actId="1076"/>
          <ac:spMkLst>
            <pc:docMk/>
            <pc:sldMk cId="0" sldId="274"/>
            <ac:spMk id="7" creationId="{63E372D3-30CE-9CD2-AC40-DCE53BC62582}"/>
          </ac:spMkLst>
        </pc:spChg>
        <pc:spChg chg="add mod">
          <ac:chgData name="润庭 邓" userId="dd4ed0c4d3e1c47b" providerId="LiveId" clId="{EA3CE23D-16E3-4E9A-84A5-61E7FB5E77BB}" dt="2024-11-17T02:29:41.211" v="4303" actId="1076"/>
          <ac:spMkLst>
            <pc:docMk/>
            <pc:sldMk cId="0" sldId="274"/>
            <ac:spMk id="8" creationId="{A5CA65E2-D6E3-EF2D-53A0-007EF4035E06}"/>
          </ac:spMkLst>
        </pc:spChg>
        <pc:spChg chg="add mod">
          <ac:chgData name="润庭 邓" userId="dd4ed0c4d3e1c47b" providerId="LiveId" clId="{EA3CE23D-16E3-4E9A-84A5-61E7FB5E77BB}" dt="2024-11-17T02:29:41.211" v="4303" actId="1076"/>
          <ac:spMkLst>
            <pc:docMk/>
            <pc:sldMk cId="0" sldId="274"/>
            <ac:spMk id="9" creationId="{7975E4BE-C695-A3B1-D2F3-6988E184AFC3}"/>
          </ac:spMkLst>
        </pc:spChg>
        <pc:spChg chg="add del mod">
          <ac:chgData name="润庭 邓" userId="dd4ed0c4d3e1c47b" providerId="LiveId" clId="{EA3CE23D-16E3-4E9A-84A5-61E7FB5E77BB}" dt="2024-11-17T02:28:55.265" v="4298" actId="478"/>
          <ac:spMkLst>
            <pc:docMk/>
            <pc:sldMk cId="0" sldId="274"/>
            <ac:spMk id="10" creationId="{87C8BDF8-1C68-AEBA-9760-BA642E0FFDBC}"/>
          </ac:spMkLst>
        </pc:spChg>
        <pc:spChg chg="add mod">
          <ac:chgData name="润庭 邓" userId="dd4ed0c4d3e1c47b" providerId="LiveId" clId="{EA3CE23D-16E3-4E9A-84A5-61E7FB5E77BB}" dt="2024-11-17T02:29:41.211" v="4303" actId="1076"/>
          <ac:spMkLst>
            <pc:docMk/>
            <pc:sldMk cId="0" sldId="274"/>
            <ac:spMk id="11" creationId="{DA867F16-9334-4EA3-96B0-2AF3B0C19A80}"/>
          </ac:spMkLst>
        </pc:spChg>
        <pc:spChg chg="add mod">
          <ac:chgData name="润庭 邓" userId="dd4ed0c4d3e1c47b" providerId="LiveId" clId="{EA3CE23D-16E3-4E9A-84A5-61E7FB5E77BB}" dt="2024-11-17T02:28:27.450" v="4296" actId="1076"/>
          <ac:spMkLst>
            <pc:docMk/>
            <pc:sldMk cId="0" sldId="274"/>
            <ac:spMk id="12" creationId="{580CA3A9-4849-50E1-9717-49112E1A75FB}"/>
          </ac:spMkLst>
        </pc:spChg>
        <pc:spChg chg="add mod">
          <ac:chgData name="润庭 邓" userId="dd4ed0c4d3e1c47b" providerId="LiveId" clId="{EA3CE23D-16E3-4E9A-84A5-61E7FB5E77BB}" dt="2024-11-17T02:28:51.085" v="4297"/>
          <ac:spMkLst>
            <pc:docMk/>
            <pc:sldMk cId="0" sldId="274"/>
            <ac:spMk id="13" creationId="{9EF28BDA-F7FA-949F-D938-FAC87EBDA919}"/>
          </ac:spMkLst>
        </pc:spChg>
        <pc:spChg chg="add mod">
          <ac:chgData name="润庭 邓" userId="dd4ed0c4d3e1c47b" providerId="LiveId" clId="{EA3CE23D-16E3-4E9A-84A5-61E7FB5E77BB}" dt="2024-11-17T02:28:51.085" v="4297"/>
          <ac:spMkLst>
            <pc:docMk/>
            <pc:sldMk cId="0" sldId="274"/>
            <ac:spMk id="14" creationId="{B8DE0D51-3E13-3884-566F-FDE1D434D7A8}"/>
          </ac:spMkLst>
        </pc:spChg>
        <pc:spChg chg="add mod">
          <ac:chgData name="润庭 邓" userId="dd4ed0c4d3e1c47b" providerId="LiveId" clId="{EA3CE23D-16E3-4E9A-84A5-61E7FB5E77BB}" dt="2024-11-17T02:28:51.085" v="4297"/>
          <ac:spMkLst>
            <pc:docMk/>
            <pc:sldMk cId="0" sldId="274"/>
            <ac:spMk id="15" creationId="{422E5939-0F5C-94D3-80C5-1B67AAEEF407}"/>
          </ac:spMkLst>
        </pc:spChg>
        <pc:spChg chg="add mod">
          <ac:chgData name="润庭 邓" userId="dd4ed0c4d3e1c47b" providerId="LiveId" clId="{EA3CE23D-16E3-4E9A-84A5-61E7FB5E77BB}" dt="2024-11-17T02:28:51.085" v="4297"/>
          <ac:spMkLst>
            <pc:docMk/>
            <pc:sldMk cId="0" sldId="274"/>
            <ac:spMk id="16" creationId="{4638A0F6-73C8-EC91-0F63-3C1360DC8B29}"/>
          </ac:spMkLst>
        </pc:spChg>
        <pc:spChg chg="add mod">
          <ac:chgData name="润庭 邓" userId="dd4ed0c4d3e1c47b" providerId="LiveId" clId="{EA3CE23D-16E3-4E9A-84A5-61E7FB5E77BB}" dt="2024-11-17T02:28:51.085" v="4297"/>
          <ac:spMkLst>
            <pc:docMk/>
            <pc:sldMk cId="0" sldId="274"/>
            <ac:spMk id="33" creationId="{64074C74-905C-D3A9-660A-FA4CF1E79068}"/>
          </ac:spMkLst>
        </pc:spChg>
        <pc:spChg chg="add mod">
          <ac:chgData name="润庭 邓" userId="dd4ed0c4d3e1c47b" providerId="LiveId" clId="{EA3CE23D-16E3-4E9A-84A5-61E7FB5E77BB}" dt="2024-11-17T02:28:51.085" v="4297"/>
          <ac:spMkLst>
            <pc:docMk/>
            <pc:sldMk cId="0" sldId="274"/>
            <ac:spMk id="34" creationId="{D771403E-BA31-2463-518A-E1FFC2B0BDC0}"/>
          </ac:spMkLst>
        </pc:spChg>
        <pc:spChg chg="add mod">
          <ac:chgData name="润庭 邓" userId="dd4ed0c4d3e1c47b" providerId="LiveId" clId="{EA3CE23D-16E3-4E9A-84A5-61E7FB5E77BB}" dt="2024-11-17T02:28:51.085" v="4297"/>
          <ac:spMkLst>
            <pc:docMk/>
            <pc:sldMk cId="0" sldId="274"/>
            <ac:spMk id="35" creationId="{DE7CC6B9-75D6-C03F-AB20-4F725292AFFF}"/>
          </ac:spMkLst>
        </pc:spChg>
        <pc:spChg chg="add mod">
          <ac:chgData name="润庭 邓" userId="dd4ed0c4d3e1c47b" providerId="LiveId" clId="{EA3CE23D-16E3-4E9A-84A5-61E7FB5E77BB}" dt="2024-11-17T02:28:51.085" v="4297"/>
          <ac:spMkLst>
            <pc:docMk/>
            <pc:sldMk cId="0" sldId="274"/>
            <ac:spMk id="36" creationId="{E8D0A16C-A96C-64C7-473F-24EB05CFD5CB}"/>
          </ac:spMkLst>
        </pc:spChg>
        <pc:spChg chg="add mod">
          <ac:chgData name="润庭 邓" userId="dd4ed0c4d3e1c47b" providerId="LiveId" clId="{EA3CE23D-16E3-4E9A-84A5-61E7FB5E77BB}" dt="2024-11-17T02:28:51.085" v="4297"/>
          <ac:spMkLst>
            <pc:docMk/>
            <pc:sldMk cId="0" sldId="274"/>
            <ac:spMk id="37" creationId="{7852BCEB-A372-A62A-C1E2-CAAF13D8C894}"/>
          </ac:spMkLst>
        </pc:spChg>
        <pc:spChg chg="add mod">
          <ac:chgData name="润庭 邓" userId="dd4ed0c4d3e1c47b" providerId="LiveId" clId="{EA3CE23D-16E3-4E9A-84A5-61E7FB5E77BB}" dt="2024-11-17T02:29:04.600" v="4300"/>
          <ac:spMkLst>
            <pc:docMk/>
            <pc:sldMk cId="0" sldId="274"/>
            <ac:spMk id="39" creationId="{9044FB7C-3010-0504-4905-AA7C578E195F}"/>
          </ac:spMkLst>
        </pc:spChg>
        <pc:spChg chg="add mod">
          <ac:chgData name="润庭 邓" userId="dd4ed0c4d3e1c47b" providerId="LiveId" clId="{EA3CE23D-16E3-4E9A-84A5-61E7FB5E77BB}" dt="2024-11-17T02:29:04.600" v="4300"/>
          <ac:spMkLst>
            <pc:docMk/>
            <pc:sldMk cId="0" sldId="274"/>
            <ac:spMk id="40" creationId="{03229952-AD28-AD7F-DA20-3901553EB701}"/>
          </ac:spMkLst>
        </pc:spChg>
        <pc:spChg chg="add mod">
          <ac:chgData name="润庭 邓" userId="dd4ed0c4d3e1c47b" providerId="LiveId" clId="{EA3CE23D-16E3-4E9A-84A5-61E7FB5E77BB}" dt="2024-11-17T02:29:04.600" v="4300"/>
          <ac:spMkLst>
            <pc:docMk/>
            <pc:sldMk cId="0" sldId="274"/>
            <ac:spMk id="41" creationId="{932F9D04-51C8-4222-3C51-22786C993922}"/>
          </ac:spMkLst>
        </pc:spChg>
        <pc:spChg chg="add mod">
          <ac:chgData name="润庭 邓" userId="dd4ed0c4d3e1c47b" providerId="LiveId" clId="{EA3CE23D-16E3-4E9A-84A5-61E7FB5E77BB}" dt="2024-11-17T02:29:04.600" v="4300"/>
          <ac:spMkLst>
            <pc:docMk/>
            <pc:sldMk cId="0" sldId="274"/>
            <ac:spMk id="42" creationId="{CAB042AC-7734-D080-F11B-69BB4147BF44}"/>
          </ac:spMkLst>
        </pc:spChg>
        <pc:spChg chg="add mod">
          <ac:chgData name="润庭 邓" userId="dd4ed0c4d3e1c47b" providerId="LiveId" clId="{EA3CE23D-16E3-4E9A-84A5-61E7FB5E77BB}" dt="2024-11-17T02:29:04.600" v="4300"/>
          <ac:spMkLst>
            <pc:docMk/>
            <pc:sldMk cId="0" sldId="274"/>
            <ac:spMk id="59" creationId="{DEAA22DA-F25C-5222-526A-030C9F4116E0}"/>
          </ac:spMkLst>
        </pc:spChg>
        <pc:spChg chg="add mod">
          <ac:chgData name="润庭 邓" userId="dd4ed0c4d3e1c47b" providerId="LiveId" clId="{EA3CE23D-16E3-4E9A-84A5-61E7FB5E77BB}" dt="2024-11-17T02:29:04.600" v="4300"/>
          <ac:spMkLst>
            <pc:docMk/>
            <pc:sldMk cId="0" sldId="274"/>
            <ac:spMk id="60" creationId="{1C50BDDF-AACA-101E-618F-35D35C28CDF1}"/>
          </ac:spMkLst>
        </pc:spChg>
        <pc:spChg chg="add mod">
          <ac:chgData name="润庭 邓" userId="dd4ed0c4d3e1c47b" providerId="LiveId" clId="{EA3CE23D-16E3-4E9A-84A5-61E7FB5E77BB}" dt="2024-11-17T02:29:04.600" v="4300"/>
          <ac:spMkLst>
            <pc:docMk/>
            <pc:sldMk cId="0" sldId="274"/>
            <ac:spMk id="61" creationId="{1166AD19-585F-9823-A054-63136D7DD082}"/>
          </ac:spMkLst>
        </pc:spChg>
        <pc:spChg chg="add mod">
          <ac:chgData name="润庭 邓" userId="dd4ed0c4d3e1c47b" providerId="LiveId" clId="{EA3CE23D-16E3-4E9A-84A5-61E7FB5E77BB}" dt="2024-11-17T02:29:04.600" v="4300"/>
          <ac:spMkLst>
            <pc:docMk/>
            <pc:sldMk cId="0" sldId="274"/>
            <ac:spMk id="62" creationId="{0D2B1556-E82A-935E-7779-92AFE1C96B3D}"/>
          </ac:spMkLst>
        </pc:spChg>
        <pc:spChg chg="add mod">
          <ac:chgData name="润庭 邓" userId="dd4ed0c4d3e1c47b" providerId="LiveId" clId="{EA3CE23D-16E3-4E9A-84A5-61E7FB5E77BB}" dt="2024-11-17T02:29:04.600" v="4300"/>
          <ac:spMkLst>
            <pc:docMk/>
            <pc:sldMk cId="0" sldId="274"/>
            <ac:spMk id="63" creationId="{67D34612-AA6E-87C6-3306-269054FF7027}"/>
          </ac:spMkLst>
        </pc:spChg>
        <pc:spChg chg="add mod">
          <ac:chgData name="润庭 邓" userId="dd4ed0c4d3e1c47b" providerId="LiveId" clId="{EA3CE23D-16E3-4E9A-84A5-61E7FB5E77BB}" dt="2024-11-17T02:30:30.137" v="4326" actId="1076"/>
          <ac:spMkLst>
            <pc:docMk/>
            <pc:sldMk cId="0" sldId="274"/>
            <ac:spMk id="195" creationId="{B1D45E34-F7F5-4CF5-32D2-A20490617EEF}"/>
          </ac:spMkLst>
        </pc:spChg>
        <pc:spChg chg="add mod">
          <ac:chgData name="润庭 邓" userId="dd4ed0c4d3e1c47b" providerId="LiveId" clId="{EA3CE23D-16E3-4E9A-84A5-61E7FB5E77BB}" dt="2024-11-17T02:33:57.616" v="4527" actId="1076"/>
          <ac:spMkLst>
            <pc:docMk/>
            <pc:sldMk cId="0" sldId="274"/>
            <ac:spMk id="196" creationId="{463BACFE-DD1E-C5C2-51E7-693D59328C69}"/>
          </ac:spMkLst>
        </pc:spChg>
        <pc:spChg chg="del">
          <ac:chgData name="润庭 邓" userId="dd4ed0c4d3e1c47b" providerId="LiveId" clId="{EA3CE23D-16E3-4E9A-84A5-61E7FB5E77BB}" dt="2024-11-16T11:06:08.911" v="0" actId="700"/>
          <ac:spMkLst>
            <pc:docMk/>
            <pc:sldMk cId="0" sldId="274"/>
            <ac:spMk id="210" creationId="{00000000-0000-0000-0000-000000000000}"/>
          </ac:spMkLst>
        </pc:spChg>
        <pc:spChg chg="del">
          <ac:chgData name="润庭 邓" userId="dd4ed0c4d3e1c47b" providerId="LiveId" clId="{EA3CE23D-16E3-4E9A-84A5-61E7FB5E77BB}" dt="2024-11-16T11:06:08.911" v="0" actId="700"/>
          <ac:spMkLst>
            <pc:docMk/>
            <pc:sldMk cId="0" sldId="274"/>
            <ac:spMk id="211" creationId="{00000000-0000-0000-0000-000000000000}"/>
          </ac:spMkLst>
        </pc:spChg>
        <pc:cxnChg chg="add mod">
          <ac:chgData name="润庭 邓" userId="dd4ed0c4d3e1c47b" providerId="LiveId" clId="{EA3CE23D-16E3-4E9A-84A5-61E7FB5E77BB}" dt="2024-11-17T02:28:51.085" v="4297"/>
          <ac:cxnSpMkLst>
            <pc:docMk/>
            <pc:sldMk cId="0" sldId="274"/>
            <ac:cxnSpMk id="17" creationId="{4D86B393-DC5E-660F-136F-9E932D46E1F6}"/>
          </ac:cxnSpMkLst>
        </pc:cxnChg>
        <pc:cxnChg chg="add mod">
          <ac:chgData name="润庭 邓" userId="dd4ed0c4d3e1c47b" providerId="LiveId" clId="{EA3CE23D-16E3-4E9A-84A5-61E7FB5E77BB}" dt="2024-11-17T02:28:51.085" v="4297"/>
          <ac:cxnSpMkLst>
            <pc:docMk/>
            <pc:sldMk cId="0" sldId="274"/>
            <ac:cxnSpMk id="18" creationId="{C3647CBF-1791-8041-D16E-9A93685CE746}"/>
          </ac:cxnSpMkLst>
        </pc:cxnChg>
        <pc:cxnChg chg="add mod">
          <ac:chgData name="润庭 邓" userId="dd4ed0c4d3e1c47b" providerId="LiveId" clId="{EA3CE23D-16E3-4E9A-84A5-61E7FB5E77BB}" dt="2024-11-17T02:28:51.085" v="4297"/>
          <ac:cxnSpMkLst>
            <pc:docMk/>
            <pc:sldMk cId="0" sldId="274"/>
            <ac:cxnSpMk id="19" creationId="{13979B82-BD71-D60F-B84A-C44EFF5D8949}"/>
          </ac:cxnSpMkLst>
        </pc:cxnChg>
        <pc:cxnChg chg="add mod">
          <ac:chgData name="润庭 邓" userId="dd4ed0c4d3e1c47b" providerId="LiveId" clId="{EA3CE23D-16E3-4E9A-84A5-61E7FB5E77BB}" dt="2024-11-17T02:28:51.085" v="4297"/>
          <ac:cxnSpMkLst>
            <pc:docMk/>
            <pc:sldMk cId="0" sldId="274"/>
            <ac:cxnSpMk id="20" creationId="{F4077E85-A5FD-AD74-E4E7-13B980B87E8D}"/>
          </ac:cxnSpMkLst>
        </pc:cxnChg>
        <pc:cxnChg chg="add mod">
          <ac:chgData name="润庭 邓" userId="dd4ed0c4d3e1c47b" providerId="LiveId" clId="{EA3CE23D-16E3-4E9A-84A5-61E7FB5E77BB}" dt="2024-11-17T02:28:51.085" v="4297"/>
          <ac:cxnSpMkLst>
            <pc:docMk/>
            <pc:sldMk cId="0" sldId="274"/>
            <ac:cxnSpMk id="21" creationId="{D840B59D-D7DD-69E2-4CD1-108C12BBCCCD}"/>
          </ac:cxnSpMkLst>
        </pc:cxnChg>
        <pc:cxnChg chg="add mod">
          <ac:chgData name="润庭 邓" userId="dd4ed0c4d3e1c47b" providerId="LiveId" clId="{EA3CE23D-16E3-4E9A-84A5-61E7FB5E77BB}" dt="2024-11-17T02:28:51.085" v="4297"/>
          <ac:cxnSpMkLst>
            <pc:docMk/>
            <pc:sldMk cId="0" sldId="274"/>
            <ac:cxnSpMk id="22" creationId="{69BBF019-C3F1-AB71-5731-D26A71EF539A}"/>
          </ac:cxnSpMkLst>
        </pc:cxnChg>
        <pc:cxnChg chg="add mod">
          <ac:chgData name="润庭 邓" userId="dd4ed0c4d3e1c47b" providerId="LiveId" clId="{EA3CE23D-16E3-4E9A-84A5-61E7FB5E77BB}" dt="2024-11-17T02:28:51.085" v="4297"/>
          <ac:cxnSpMkLst>
            <pc:docMk/>
            <pc:sldMk cId="0" sldId="274"/>
            <ac:cxnSpMk id="23" creationId="{9D19D27D-61DC-3EEA-A8A2-521185BFF3F4}"/>
          </ac:cxnSpMkLst>
        </pc:cxnChg>
        <pc:cxnChg chg="add mod">
          <ac:chgData name="润庭 邓" userId="dd4ed0c4d3e1c47b" providerId="LiveId" clId="{EA3CE23D-16E3-4E9A-84A5-61E7FB5E77BB}" dt="2024-11-17T02:28:51.085" v="4297"/>
          <ac:cxnSpMkLst>
            <pc:docMk/>
            <pc:sldMk cId="0" sldId="274"/>
            <ac:cxnSpMk id="24" creationId="{39D85FE5-A931-2F9F-9663-1904D1DA957B}"/>
          </ac:cxnSpMkLst>
        </pc:cxnChg>
        <pc:cxnChg chg="add mod">
          <ac:chgData name="润庭 邓" userId="dd4ed0c4d3e1c47b" providerId="LiveId" clId="{EA3CE23D-16E3-4E9A-84A5-61E7FB5E77BB}" dt="2024-11-17T02:28:51.085" v="4297"/>
          <ac:cxnSpMkLst>
            <pc:docMk/>
            <pc:sldMk cId="0" sldId="274"/>
            <ac:cxnSpMk id="25" creationId="{05F671FA-F5EB-69E1-C5EE-3FCC9880C56C}"/>
          </ac:cxnSpMkLst>
        </pc:cxnChg>
        <pc:cxnChg chg="add mod">
          <ac:chgData name="润庭 邓" userId="dd4ed0c4d3e1c47b" providerId="LiveId" clId="{EA3CE23D-16E3-4E9A-84A5-61E7FB5E77BB}" dt="2024-11-17T02:28:51.085" v="4297"/>
          <ac:cxnSpMkLst>
            <pc:docMk/>
            <pc:sldMk cId="0" sldId="274"/>
            <ac:cxnSpMk id="26" creationId="{86547ABA-6DE1-B41E-1ECD-B326464EFD4E}"/>
          </ac:cxnSpMkLst>
        </pc:cxnChg>
        <pc:cxnChg chg="add mod">
          <ac:chgData name="润庭 邓" userId="dd4ed0c4d3e1c47b" providerId="LiveId" clId="{EA3CE23D-16E3-4E9A-84A5-61E7FB5E77BB}" dt="2024-11-17T02:28:51.085" v="4297"/>
          <ac:cxnSpMkLst>
            <pc:docMk/>
            <pc:sldMk cId="0" sldId="274"/>
            <ac:cxnSpMk id="27" creationId="{B58A3EAE-370B-D7DD-2671-C9963FA5F72E}"/>
          </ac:cxnSpMkLst>
        </pc:cxnChg>
        <pc:cxnChg chg="add mod">
          <ac:chgData name="润庭 邓" userId="dd4ed0c4d3e1c47b" providerId="LiveId" clId="{EA3CE23D-16E3-4E9A-84A5-61E7FB5E77BB}" dt="2024-11-17T02:28:51.085" v="4297"/>
          <ac:cxnSpMkLst>
            <pc:docMk/>
            <pc:sldMk cId="0" sldId="274"/>
            <ac:cxnSpMk id="28" creationId="{FF507ED1-3A4F-FE90-F2F2-5110E56AE6A9}"/>
          </ac:cxnSpMkLst>
        </pc:cxnChg>
        <pc:cxnChg chg="add mod">
          <ac:chgData name="润庭 邓" userId="dd4ed0c4d3e1c47b" providerId="LiveId" clId="{EA3CE23D-16E3-4E9A-84A5-61E7FB5E77BB}" dt="2024-11-17T02:28:51.085" v="4297"/>
          <ac:cxnSpMkLst>
            <pc:docMk/>
            <pc:sldMk cId="0" sldId="274"/>
            <ac:cxnSpMk id="29" creationId="{B67BB15A-F071-8168-61CE-AC399530E6CE}"/>
          </ac:cxnSpMkLst>
        </pc:cxnChg>
        <pc:cxnChg chg="add mod">
          <ac:chgData name="润庭 邓" userId="dd4ed0c4d3e1c47b" providerId="LiveId" clId="{EA3CE23D-16E3-4E9A-84A5-61E7FB5E77BB}" dt="2024-11-17T02:28:51.085" v="4297"/>
          <ac:cxnSpMkLst>
            <pc:docMk/>
            <pc:sldMk cId="0" sldId="274"/>
            <ac:cxnSpMk id="30" creationId="{86EB5B25-7934-CE57-7CA1-379793F7FC23}"/>
          </ac:cxnSpMkLst>
        </pc:cxnChg>
        <pc:cxnChg chg="add mod">
          <ac:chgData name="润庭 邓" userId="dd4ed0c4d3e1c47b" providerId="LiveId" clId="{EA3CE23D-16E3-4E9A-84A5-61E7FB5E77BB}" dt="2024-11-17T02:28:51.085" v="4297"/>
          <ac:cxnSpMkLst>
            <pc:docMk/>
            <pc:sldMk cId="0" sldId="274"/>
            <ac:cxnSpMk id="31" creationId="{E3C7988A-02AA-74A4-4CF7-DEB31C11014B}"/>
          </ac:cxnSpMkLst>
        </pc:cxnChg>
        <pc:cxnChg chg="add mod">
          <ac:chgData name="润庭 邓" userId="dd4ed0c4d3e1c47b" providerId="LiveId" clId="{EA3CE23D-16E3-4E9A-84A5-61E7FB5E77BB}" dt="2024-11-17T02:28:51.085" v="4297"/>
          <ac:cxnSpMkLst>
            <pc:docMk/>
            <pc:sldMk cId="0" sldId="274"/>
            <ac:cxnSpMk id="32" creationId="{2BC3AD40-ACE7-B7A9-4936-12D9FF90065B}"/>
          </ac:cxnSpMkLst>
        </pc:cxnChg>
        <pc:cxnChg chg="add mod">
          <ac:chgData name="润庭 邓" userId="dd4ed0c4d3e1c47b" providerId="LiveId" clId="{EA3CE23D-16E3-4E9A-84A5-61E7FB5E77BB}" dt="2024-11-17T02:28:51.085" v="4297"/>
          <ac:cxnSpMkLst>
            <pc:docMk/>
            <pc:sldMk cId="0" sldId="274"/>
            <ac:cxnSpMk id="38" creationId="{F3176B7F-8888-3DEB-FD20-E645AAFBA4F8}"/>
          </ac:cxnSpMkLst>
        </pc:cxnChg>
        <pc:cxnChg chg="add mod">
          <ac:chgData name="润庭 邓" userId="dd4ed0c4d3e1c47b" providerId="LiveId" clId="{EA3CE23D-16E3-4E9A-84A5-61E7FB5E77BB}" dt="2024-11-17T02:29:04.600" v="4300"/>
          <ac:cxnSpMkLst>
            <pc:docMk/>
            <pc:sldMk cId="0" sldId="274"/>
            <ac:cxnSpMk id="43" creationId="{E6F6666D-6755-5703-F232-3760068A9059}"/>
          </ac:cxnSpMkLst>
        </pc:cxnChg>
        <pc:cxnChg chg="add mod">
          <ac:chgData name="润庭 邓" userId="dd4ed0c4d3e1c47b" providerId="LiveId" clId="{EA3CE23D-16E3-4E9A-84A5-61E7FB5E77BB}" dt="2024-11-17T02:29:04.600" v="4300"/>
          <ac:cxnSpMkLst>
            <pc:docMk/>
            <pc:sldMk cId="0" sldId="274"/>
            <ac:cxnSpMk id="44" creationId="{9841FF32-2601-F95F-79F7-97206AEAA5D5}"/>
          </ac:cxnSpMkLst>
        </pc:cxnChg>
        <pc:cxnChg chg="add mod">
          <ac:chgData name="润庭 邓" userId="dd4ed0c4d3e1c47b" providerId="LiveId" clId="{EA3CE23D-16E3-4E9A-84A5-61E7FB5E77BB}" dt="2024-11-17T02:29:04.600" v="4300"/>
          <ac:cxnSpMkLst>
            <pc:docMk/>
            <pc:sldMk cId="0" sldId="274"/>
            <ac:cxnSpMk id="45" creationId="{EF679BBC-6E25-F2BE-534E-B12F338D0242}"/>
          </ac:cxnSpMkLst>
        </pc:cxnChg>
        <pc:cxnChg chg="add mod">
          <ac:chgData name="润庭 邓" userId="dd4ed0c4d3e1c47b" providerId="LiveId" clId="{EA3CE23D-16E3-4E9A-84A5-61E7FB5E77BB}" dt="2024-11-17T02:29:04.600" v="4300"/>
          <ac:cxnSpMkLst>
            <pc:docMk/>
            <pc:sldMk cId="0" sldId="274"/>
            <ac:cxnSpMk id="46" creationId="{0F952268-7D86-042A-0D19-FCD3C50F8B02}"/>
          </ac:cxnSpMkLst>
        </pc:cxnChg>
        <pc:cxnChg chg="add mod">
          <ac:chgData name="润庭 邓" userId="dd4ed0c4d3e1c47b" providerId="LiveId" clId="{EA3CE23D-16E3-4E9A-84A5-61E7FB5E77BB}" dt="2024-11-17T02:29:04.600" v="4300"/>
          <ac:cxnSpMkLst>
            <pc:docMk/>
            <pc:sldMk cId="0" sldId="274"/>
            <ac:cxnSpMk id="47" creationId="{99DE771C-688B-7A9C-3A1C-40F576B61592}"/>
          </ac:cxnSpMkLst>
        </pc:cxnChg>
        <pc:cxnChg chg="add mod">
          <ac:chgData name="润庭 邓" userId="dd4ed0c4d3e1c47b" providerId="LiveId" clId="{EA3CE23D-16E3-4E9A-84A5-61E7FB5E77BB}" dt="2024-11-17T02:29:04.600" v="4300"/>
          <ac:cxnSpMkLst>
            <pc:docMk/>
            <pc:sldMk cId="0" sldId="274"/>
            <ac:cxnSpMk id="48" creationId="{429A052D-E43A-4304-994C-E5E2961713B2}"/>
          </ac:cxnSpMkLst>
        </pc:cxnChg>
        <pc:cxnChg chg="add mod">
          <ac:chgData name="润庭 邓" userId="dd4ed0c4d3e1c47b" providerId="LiveId" clId="{EA3CE23D-16E3-4E9A-84A5-61E7FB5E77BB}" dt="2024-11-17T02:29:04.600" v="4300"/>
          <ac:cxnSpMkLst>
            <pc:docMk/>
            <pc:sldMk cId="0" sldId="274"/>
            <ac:cxnSpMk id="49" creationId="{BBDDB216-A85C-EB4A-1654-8448617F0723}"/>
          </ac:cxnSpMkLst>
        </pc:cxnChg>
        <pc:cxnChg chg="add mod">
          <ac:chgData name="润庭 邓" userId="dd4ed0c4d3e1c47b" providerId="LiveId" clId="{EA3CE23D-16E3-4E9A-84A5-61E7FB5E77BB}" dt="2024-11-17T02:29:04.600" v="4300"/>
          <ac:cxnSpMkLst>
            <pc:docMk/>
            <pc:sldMk cId="0" sldId="274"/>
            <ac:cxnSpMk id="50" creationId="{C010FDB0-264B-0CEB-B70D-3194380BB491}"/>
          </ac:cxnSpMkLst>
        </pc:cxnChg>
        <pc:cxnChg chg="add mod">
          <ac:chgData name="润庭 邓" userId="dd4ed0c4d3e1c47b" providerId="LiveId" clId="{EA3CE23D-16E3-4E9A-84A5-61E7FB5E77BB}" dt="2024-11-17T02:29:04.600" v="4300"/>
          <ac:cxnSpMkLst>
            <pc:docMk/>
            <pc:sldMk cId="0" sldId="274"/>
            <ac:cxnSpMk id="51" creationId="{8B55D020-886B-21C3-5FF6-EB1D0CBB5CCC}"/>
          </ac:cxnSpMkLst>
        </pc:cxnChg>
        <pc:cxnChg chg="add mod">
          <ac:chgData name="润庭 邓" userId="dd4ed0c4d3e1c47b" providerId="LiveId" clId="{EA3CE23D-16E3-4E9A-84A5-61E7FB5E77BB}" dt="2024-11-17T02:29:04.600" v="4300"/>
          <ac:cxnSpMkLst>
            <pc:docMk/>
            <pc:sldMk cId="0" sldId="274"/>
            <ac:cxnSpMk id="52" creationId="{820B166D-1386-57A2-F849-714CFD9A6098}"/>
          </ac:cxnSpMkLst>
        </pc:cxnChg>
        <pc:cxnChg chg="add mod">
          <ac:chgData name="润庭 邓" userId="dd4ed0c4d3e1c47b" providerId="LiveId" clId="{EA3CE23D-16E3-4E9A-84A5-61E7FB5E77BB}" dt="2024-11-17T02:29:04.600" v="4300"/>
          <ac:cxnSpMkLst>
            <pc:docMk/>
            <pc:sldMk cId="0" sldId="274"/>
            <ac:cxnSpMk id="53" creationId="{AEDDC1F9-05A2-81EE-E3D7-3EF7582DCBB3}"/>
          </ac:cxnSpMkLst>
        </pc:cxnChg>
        <pc:cxnChg chg="add mod">
          <ac:chgData name="润庭 邓" userId="dd4ed0c4d3e1c47b" providerId="LiveId" clId="{EA3CE23D-16E3-4E9A-84A5-61E7FB5E77BB}" dt="2024-11-17T02:29:04.600" v="4300"/>
          <ac:cxnSpMkLst>
            <pc:docMk/>
            <pc:sldMk cId="0" sldId="274"/>
            <ac:cxnSpMk id="54" creationId="{8915CAE5-E4F3-26F1-4A38-ADAE8C713538}"/>
          </ac:cxnSpMkLst>
        </pc:cxnChg>
        <pc:cxnChg chg="add mod">
          <ac:chgData name="润庭 邓" userId="dd4ed0c4d3e1c47b" providerId="LiveId" clId="{EA3CE23D-16E3-4E9A-84A5-61E7FB5E77BB}" dt="2024-11-17T02:29:04.600" v="4300"/>
          <ac:cxnSpMkLst>
            <pc:docMk/>
            <pc:sldMk cId="0" sldId="274"/>
            <ac:cxnSpMk id="55" creationId="{BC690388-80DC-B9BF-F13D-A0327FBB25F0}"/>
          </ac:cxnSpMkLst>
        </pc:cxnChg>
        <pc:cxnChg chg="add mod">
          <ac:chgData name="润庭 邓" userId="dd4ed0c4d3e1c47b" providerId="LiveId" clId="{EA3CE23D-16E3-4E9A-84A5-61E7FB5E77BB}" dt="2024-11-17T02:29:04.600" v="4300"/>
          <ac:cxnSpMkLst>
            <pc:docMk/>
            <pc:sldMk cId="0" sldId="274"/>
            <ac:cxnSpMk id="56" creationId="{429128C5-E763-C6D7-FD81-71AA2B15EA67}"/>
          </ac:cxnSpMkLst>
        </pc:cxnChg>
        <pc:cxnChg chg="add mod">
          <ac:chgData name="润庭 邓" userId="dd4ed0c4d3e1c47b" providerId="LiveId" clId="{EA3CE23D-16E3-4E9A-84A5-61E7FB5E77BB}" dt="2024-11-17T02:29:04.600" v="4300"/>
          <ac:cxnSpMkLst>
            <pc:docMk/>
            <pc:sldMk cId="0" sldId="274"/>
            <ac:cxnSpMk id="57" creationId="{17FD9B1B-E4AD-5142-1720-54694AC5A39D}"/>
          </ac:cxnSpMkLst>
        </pc:cxnChg>
        <pc:cxnChg chg="add mod">
          <ac:chgData name="润庭 邓" userId="dd4ed0c4d3e1c47b" providerId="LiveId" clId="{EA3CE23D-16E3-4E9A-84A5-61E7FB5E77BB}" dt="2024-11-17T02:29:04.600" v="4300"/>
          <ac:cxnSpMkLst>
            <pc:docMk/>
            <pc:sldMk cId="0" sldId="274"/>
            <ac:cxnSpMk id="58" creationId="{7E66BEF1-7794-718A-099F-C02952E1D4AF}"/>
          </ac:cxnSpMkLst>
        </pc:cxnChg>
        <pc:cxnChg chg="add mod">
          <ac:chgData name="润庭 邓" userId="dd4ed0c4d3e1c47b" providerId="LiveId" clId="{EA3CE23D-16E3-4E9A-84A5-61E7FB5E77BB}" dt="2024-11-17T02:29:04.600" v="4300"/>
          <ac:cxnSpMkLst>
            <pc:docMk/>
            <pc:sldMk cId="0" sldId="274"/>
            <ac:cxnSpMk id="192" creationId="{92C386A0-F269-F403-AB7B-D5676C09A39D}"/>
          </ac:cxnSpMkLst>
        </pc:cxnChg>
        <pc:cxnChg chg="add mod">
          <ac:chgData name="润庭 邓" userId="dd4ed0c4d3e1c47b" providerId="LiveId" clId="{EA3CE23D-16E3-4E9A-84A5-61E7FB5E77BB}" dt="2024-11-17T02:30:12.640" v="4309" actId="1036"/>
          <ac:cxnSpMkLst>
            <pc:docMk/>
            <pc:sldMk cId="0" sldId="274"/>
            <ac:cxnSpMk id="193" creationId="{079A619C-40D8-4DAE-43CA-71C163E3AEC9}"/>
          </ac:cxnSpMkLst>
        </pc:cxnChg>
      </pc:sldChg>
      <pc:sldChg chg="addSp delSp modSp mod modClrScheme chgLayout">
        <pc:chgData name="润庭 邓" userId="dd4ed0c4d3e1c47b" providerId="LiveId" clId="{EA3CE23D-16E3-4E9A-84A5-61E7FB5E77BB}" dt="2024-11-17T02:38:05.076" v="4529"/>
        <pc:sldMkLst>
          <pc:docMk/>
          <pc:sldMk cId="0" sldId="275"/>
        </pc:sldMkLst>
        <pc:spChg chg="add del mod">
          <ac:chgData name="润庭 邓" userId="dd4ed0c4d3e1c47b" providerId="LiveId" clId="{EA3CE23D-16E3-4E9A-84A5-61E7FB5E77BB}" dt="2024-11-17T02:38:04.507" v="4528" actId="478"/>
          <ac:spMkLst>
            <pc:docMk/>
            <pc:sldMk cId="0" sldId="275"/>
            <ac:spMk id="2" creationId="{043FB9E7-B304-36F0-8EC3-BBC5121A4B9B}"/>
          </ac:spMkLst>
        </pc:spChg>
        <pc:spChg chg="add del mod">
          <ac:chgData name="润庭 邓" userId="dd4ed0c4d3e1c47b" providerId="LiveId" clId="{EA3CE23D-16E3-4E9A-84A5-61E7FB5E77BB}" dt="2024-11-17T02:38:04.507" v="4528" actId="478"/>
          <ac:spMkLst>
            <pc:docMk/>
            <pc:sldMk cId="0" sldId="275"/>
            <ac:spMk id="3" creationId="{9E8977CA-A36C-966A-79D8-9C666A961DDA}"/>
          </ac:spMkLst>
        </pc:spChg>
        <pc:spChg chg="add del mod">
          <ac:chgData name="润庭 邓" userId="dd4ed0c4d3e1c47b" providerId="LiveId" clId="{EA3CE23D-16E3-4E9A-84A5-61E7FB5E77BB}" dt="2024-11-17T02:38:04.507" v="4528" actId="478"/>
          <ac:spMkLst>
            <pc:docMk/>
            <pc:sldMk cId="0" sldId="275"/>
            <ac:spMk id="4" creationId="{B50DC4D8-688B-A667-8953-618A5A89ABB3}"/>
          </ac:spMkLst>
        </pc:spChg>
        <pc:spChg chg="add del mod">
          <ac:chgData name="润庭 邓" userId="dd4ed0c4d3e1c47b" providerId="LiveId" clId="{EA3CE23D-16E3-4E9A-84A5-61E7FB5E77BB}" dt="2024-11-17T02:38:04.507" v="4528" actId="478"/>
          <ac:spMkLst>
            <pc:docMk/>
            <pc:sldMk cId="0" sldId="275"/>
            <ac:spMk id="5" creationId="{D85361F6-8B56-71EB-DA42-66BEF68A0CEF}"/>
          </ac:spMkLst>
        </pc:spChg>
        <pc:spChg chg="add del mod">
          <ac:chgData name="润庭 邓" userId="dd4ed0c4d3e1c47b" providerId="LiveId" clId="{EA3CE23D-16E3-4E9A-84A5-61E7FB5E77BB}" dt="2024-11-17T02:38:04.507" v="4528" actId="478"/>
          <ac:spMkLst>
            <pc:docMk/>
            <pc:sldMk cId="0" sldId="275"/>
            <ac:spMk id="6" creationId="{9C92A7FA-8DE8-358F-9DEE-BEC786A39D8F}"/>
          </ac:spMkLst>
        </pc:spChg>
        <pc:spChg chg="add del mod">
          <ac:chgData name="润庭 邓" userId="dd4ed0c4d3e1c47b" providerId="LiveId" clId="{EA3CE23D-16E3-4E9A-84A5-61E7FB5E77BB}" dt="2024-11-17T02:38:04.507" v="4528" actId="478"/>
          <ac:spMkLst>
            <pc:docMk/>
            <pc:sldMk cId="0" sldId="275"/>
            <ac:spMk id="7" creationId="{6DAAD970-4081-79EB-2C3C-4493D1AB8825}"/>
          </ac:spMkLst>
        </pc:spChg>
        <pc:spChg chg="add del mod">
          <ac:chgData name="润庭 邓" userId="dd4ed0c4d3e1c47b" providerId="LiveId" clId="{EA3CE23D-16E3-4E9A-84A5-61E7FB5E77BB}" dt="2024-11-17T02:38:04.507" v="4528" actId="478"/>
          <ac:spMkLst>
            <pc:docMk/>
            <pc:sldMk cId="0" sldId="275"/>
            <ac:spMk id="8" creationId="{DEB0ECAD-F66A-5599-FEC8-D9D207A700BC}"/>
          </ac:spMkLst>
        </pc:spChg>
        <pc:spChg chg="add del mod">
          <ac:chgData name="润庭 邓" userId="dd4ed0c4d3e1c47b" providerId="LiveId" clId="{EA3CE23D-16E3-4E9A-84A5-61E7FB5E77BB}" dt="2024-11-17T02:38:04.507" v="4528" actId="478"/>
          <ac:spMkLst>
            <pc:docMk/>
            <pc:sldMk cId="0" sldId="275"/>
            <ac:spMk id="9" creationId="{C6793734-62BF-BBAA-4D2F-E55018806B88}"/>
          </ac:spMkLst>
        </pc:spChg>
        <pc:spChg chg="add del mod">
          <ac:chgData name="润庭 邓" userId="dd4ed0c4d3e1c47b" providerId="LiveId" clId="{EA3CE23D-16E3-4E9A-84A5-61E7FB5E77BB}" dt="2024-11-17T02:38:04.507" v="4528" actId="478"/>
          <ac:spMkLst>
            <pc:docMk/>
            <pc:sldMk cId="0" sldId="275"/>
            <ac:spMk id="10" creationId="{E820301D-549E-2D1C-7605-26DD8D9B54FC}"/>
          </ac:spMkLst>
        </pc:spChg>
        <pc:spChg chg="add del mod">
          <ac:chgData name="润庭 邓" userId="dd4ed0c4d3e1c47b" providerId="LiveId" clId="{EA3CE23D-16E3-4E9A-84A5-61E7FB5E77BB}" dt="2024-11-17T02:38:04.507" v="4528" actId="478"/>
          <ac:spMkLst>
            <pc:docMk/>
            <pc:sldMk cId="0" sldId="275"/>
            <ac:spMk id="11" creationId="{29D9642A-0D06-4714-53EA-32E84451C8F4}"/>
          </ac:spMkLst>
        </pc:spChg>
        <pc:spChg chg="add mod">
          <ac:chgData name="润庭 邓" userId="dd4ed0c4d3e1c47b" providerId="LiveId" clId="{EA3CE23D-16E3-4E9A-84A5-61E7FB5E77BB}" dt="2024-11-17T02:38:05.076" v="4529"/>
          <ac:spMkLst>
            <pc:docMk/>
            <pc:sldMk cId="0" sldId="275"/>
            <ac:spMk id="12" creationId="{4EC7B00E-A33F-380E-7519-A4BB9FAA82BF}"/>
          </ac:spMkLst>
        </pc:spChg>
        <pc:spChg chg="add mod">
          <ac:chgData name="润庭 邓" userId="dd4ed0c4d3e1c47b" providerId="LiveId" clId="{EA3CE23D-16E3-4E9A-84A5-61E7FB5E77BB}" dt="2024-11-17T02:38:05.076" v="4529"/>
          <ac:spMkLst>
            <pc:docMk/>
            <pc:sldMk cId="0" sldId="275"/>
            <ac:spMk id="13" creationId="{F4F09B74-BECA-5A58-8930-DEB0227322A8}"/>
          </ac:spMkLst>
        </pc:spChg>
        <pc:spChg chg="add mod">
          <ac:chgData name="润庭 邓" userId="dd4ed0c4d3e1c47b" providerId="LiveId" clId="{EA3CE23D-16E3-4E9A-84A5-61E7FB5E77BB}" dt="2024-11-17T02:38:05.076" v="4529"/>
          <ac:spMkLst>
            <pc:docMk/>
            <pc:sldMk cId="0" sldId="275"/>
            <ac:spMk id="14" creationId="{F29FBEDE-DD35-CC03-8A08-AA7F67D681E2}"/>
          </ac:spMkLst>
        </pc:spChg>
        <pc:spChg chg="add mod">
          <ac:chgData name="润庭 邓" userId="dd4ed0c4d3e1c47b" providerId="LiveId" clId="{EA3CE23D-16E3-4E9A-84A5-61E7FB5E77BB}" dt="2024-11-17T02:38:05.076" v="4529"/>
          <ac:spMkLst>
            <pc:docMk/>
            <pc:sldMk cId="0" sldId="275"/>
            <ac:spMk id="15" creationId="{16CA5E24-DC23-C55D-49EB-B68C3F0DB8AA}"/>
          </ac:spMkLst>
        </pc:spChg>
        <pc:spChg chg="add mod">
          <ac:chgData name="润庭 邓" userId="dd4ed0c4d3e1c47b" providerId="LiveId" clId="{EA3CE23D-16E3-4E9A-84A5-61E7FB5E77BB}" dt="2024-11-17T02:38:05.076" v="4529"/>
          <ac:spMkLst>
            <pc:docMk/>
            <pc:sldMk cId="0" sldId="275"/>
            <ac:spMk id="16" creationId="{31DB3D02-1210-DCDA-060C-F2574ACE65E0}"/>
          </ac:spMkLst>
        </pc:spChg>
        <pc:spChg chg="add mod">
          <ac:chgData name="润庭 邓" userId="dd4ed0c4d3e1c47b" providerId="LiveId" clId="{EA3CE23D-16E3-4E9A-84A5-61E7FB5E77BB}" dt="2024-11-17T02:38:05.076" v="4529"/>
          <ac:spMkLst>
            <pc:docMk/>
            <pc:sldMk cId="0" sldId="275"/>
            <ac:spMk id="17" creationId="{99964CE0-1E3B-7849-6FEB-671C70FDC6B1}"/>
          </ac:spMkLst>
        </pc:spChg>
        <pc:spChg chg="add mod">
          <ac:chgData name="润庭 邓" userId="dd4ed0c4d3e1c47b" providerId="LiveId" clId="{EA3CE23D-16E3-4E9A-84A5-61E7FB5E77BB}" dt="2024-11-17T02:38:05.076" v="4529"/>
          <ac:spMkLst>
            <pc:docMk/>
            <pc:sldMk cId="0" sldId="275"/>
            <ac:spMk id="18" creationId="{93388CFC-8BF6-F1E9-19DC-017D65C1C417}"/>
          </ac:spMkLst>
        </pc:spChg>
        <pc:spChg chg="add mod">
          <ac:chgData name="润庭 邓" userId="dd4ed0c4d3e1c47b" providerId="LiveId" clId="{EA3CE23D-16E3-4E9A-84A5-61E7FB5E77BB}" dt="2024-11-17T02:38:05.076" v="4529"/>
          <ac:spMkLst>
            <pc:docMk/>
            <pc:sldMk cId="0" sldId="275"/>
            <ac:spMk id="19" creationId="{D21B0836-79A8-25C3-ECE0-6A631498FF59}"/>
          </ac:spMkLst>
        </pc:spChg>
        <pc:spChg chg="add mod">
          <ac:chgData name="润庭 邓" userId="dd4ed0c4d3e1c47b" providerId="LiveId" clId="{EA3CE23D-16E3-4E9A-84A5-61E7FB5E77BB}" dt="2024-11-17T02:38:05.076" v="4529"/>
          <ac:spMkLst>
            <pc:docMk/>
            <pc:sldMk cId="0" sldId="275"/>
            <ac:spMk id="20" creationId="{F6D1504E-4A43-230B-DC3C-56C87F172903}"/>
          </ac:spMkLst>
        </pc:spChg>
        <pc:spChg chg="add mod">
          <ac:chgData name="润庭 邓" userId="dd4ed0c4d3e1c47b" providerId="LiveId" clId="{EA3CE23D-16E3-4E9A-84A5-61E7FB5E77BB}" dt="2024-11-17T02:38:05.076" v="4529"/>
          <ac:spMkLst>
            <pc:docMk/>
            <pc:sldMk cId="0" sldId="275"/>
            <ac:spMk id="37" creationId="{51444F3A-DEFA-1EA2-E67F-514E5EDC255E}"/>
          </ac:spMkLst>
        </pc:spChg>
        <pc:spChg chg="add mod">
          <ac:chgData name="润庭 邓" userId="dd4ed0c4d3e1c47b" providerId="LiveId" clId="{EA3CE23D-16E3-4E9A-84A5-61E7FB5E77BB}" dt="2024-11-17T02:38:05.076" v="4529"/>
          <ac:spMkLst>
            <pc:docMk/>
            <pc:sldMk cId="0" sldId="275"/>
            <ac:spMk id="38" creationId="{78030762-A1B9-BDBC-1EDB-A77491FECCA4}"/>
          </ac:spMkLst>
        </pc:spChg>
        <pc:spChg chg="add mod">
          <ac:chgData name="润庭 邓" userId="dd4ed0c4d3e1c47b" providerId="LiveId" clId="{EA3CE23D-16E3-4E9A-84A5-61E7FB5E77BB}" dt="2024-11-17T02:38:05.076" v="4529"/>
          <ac:spMkLst>
            <pc:docMk/>
            <pc:sldMk cId="0" sldId="275"/>
            <ac:spMk id="39" creationId="{9A466A00-7277-DDB3-14E5-2F5F141B76D0}"/>
          </ac:spMkLst>
        </pc:spChg>
        <pc:spChg chg="add mod">
          <ac:chgData name="润庭 邓" userId="dd4ed0c4d3e1c47b" providerId="LiveId" clId="{EA3CE23D-16E3-4E9A-84A5-61E7FB5E77BB}" dt="2024-11-17T02:38:05.076" v="4529"/>
          <ac:spMkLst>
            <pc:docMk/>
            <pc:sldMk cId="0" sldId="275"/>
            <ac:spMk id="40" creationId="{82930B75-60D0-9A6F-4859-206AF2378AE7}"/>
          </ac:spMkLst>
        </pc:spChg>
        <pc:spChg chg="add mod">
          <ac:chgData name="润庭 邓" userId="dd4ed0c4d3e1c47b" providerId="LiveId" clId="{EA3CE23D-16E3-4E9A-84A5-61E7FB5E77BB}" dt="2024-11-17T02:38:05.076" v="4529"/>
          <ac:spMkLst>
            <pc:docMk/>
            <pc:sldMk cId="0" sldId="275"/>
            <ac:spMk id="41" creationId="{AF3E932A-9D1D-1C77-BCDA-E03D5A79ED02}"/>
          </ac:spMkLst>
        </pc:spChg>
        <pc:spChg chg="del">
          <ac:chgData name="润庭 邓" userId="dd4ed0c4d3e1c47b" providerId="LiveId" clId="{EA3CE23D-16E3-4E9A-84A5-61E7FB5E77BB}" dt="2024-11-16T11:06:08.911" v="0" actId="700"/>
          <ac:spMkLst>
            <pc:docMk/>
            <pc:sldMk cId="0" sldId="275"/>
            <ac:spMk id="217" creationId="{00000000-0000-0000-0000-000000000000}"/>
          </ac:spMkLst>
        </pc:spChg>
        <pc:spChg chg="del">
          <ac:chgData name="润庭 邓" userId="dd4ed0c4d3e1c47b" providerId="LiveId" clId="{EA3CE23D-16E3-4E9A-84A5-61E7FB5E77BB}" dt="2024-11-16T11:06:08.911" v="0" actId="700"/>
          <ac:spMkLst>
            <pc:docMk/>
            <pc:sldMk cId="0" sldId="275"/>
            <ac:spMk id="218" creationId="{00000000-0000-0000-0000-000000000000}"/>
          </ac:spMkLst>
        </pc:spChg>
        <pc:cxnChg chg="add mod">
          <ac:chgData name="润庭 邓" userId="dd4ed0c4d3e1c47b" providerId="LiveId" clId="{EA3CE23D-16E3-4E9A-84A5-61E7FB5E77BB}" dt="2024-11-17T02:38:05.076" v="4529"/>
          <ac:cxnSpMkLst>
            <pc:docMk/>
            <pc:sldMk cId="0" sldId="275"/>
            <ac:cxnSpMk id="21" creationId="{EC29FE17-FF22-44B8-D2CB-973F96E29C7A}"/>
          </ac:cxnSpMkLst>
        </pc:cxnChg>
        <pc:cxnChg chg="add mod">
          <ac:chgData name="润庭 邓" userId="dd4ed0c4d3e1c47b" providerId="LiveId" clId="{EA3CE23D-16E3-4E9A-84A5-61E7FB5E77BB}" dt="2024-11-17T02:38:05.076" v="4529"/>
          <ac:cxnSpMkLst>
            <pc:docMk/>
            <pc:sldMk cId="0" sldId="275"/>
            <ac:cxnSpMk id="22" creationId="{BF34F4FA-0547-6367-16E4-04312C6DD6C7}"/>
          </ac:cxnSpMkLst>
        </pc:cxnChg>
        <pc:cxnChg chg="add mod">
          <ac:chgData name="润庭 邓" userId="dd4ed0c4d3e1c47b" providerId="LiveId" clId="{EA3CE23D-16E3-4E9A-84A5-61E7FB5E77BB}" dt="2024-11-17T02:38:05.076" v="4529"/>
          <ac:cxnSpMkLst>
            <pc:docMk/>
            <pc:sldMk cId="0" sldId="275"/>
            <ac:cxnSpMk id="23" creationId="{9C54110C-4733-B635-9170-515A428A4E22}"/>
          </ac:cxnSpMkLst>
        </pc:cxnChg>
        <pc:cxnChg chg="add mod">
          <ac:chgData name="润庭 邓" userId="dd4ed0c4d3e1c47b" providerId="LiveId" clId="{EA3CE23D-16E3-4E9A-84A5-61E7FB5E77BB}" dt="2024-11-17T02:38:05.076" v="4529"/>
          <ac:cxnSpMkLst>
            <pc:docMk/>
            <pc:sldMk cId="0" sldId="275"/>
            <ac:cxnSpMk id="24" creationId="{AF218851-B401-693E-F0BA-B9160F6EDFC1}"/>
          </ac:cxnSpMkLst>
        </pc:cxnChg>
        <pc:cxnChg chg="add mod">
          <ac:chgData name="润庭 邓" userId="dd4ed0c4d3e1c47b" providerId="LiveId" clId="{EA3CE23D-16E3-4E9A-84A5-61E7FB5E77BB}" dt="2024-11-17T02:38:05.076" v="4529"/>
          <ac:cxnSpMkLst>
            <pc:docMk/>
            <pc:sldMk cId="0" sldId="275"/>
            <ac:cxnSpMk id="25" creationId="{9DF9BAD4-5C4C-18DC-3889-222C67E5E4D1}"/>
          </ac:cxnSpMkLst>
        </pc:cxnChg>
        <pc:cxnChg chg="add mod">
          <ac:chgData name="润庭 邓" userId="dd4ed0c4d3e1c47b" providerId="LiveId" clId="{EA3CE23D-16E3-4E9A-84A5-61E7FB5E77BB}" dt="2024-11-17T02:38:05.076" v="4529"/>
          <ac:cxnSpMkLst>
            <pc:docMk/>
            <pc:sldMk cId="0" sldId="275"/>
            <ac:cxnSpMk id="26" creationId="{DD7E784E-55B1-08B8-518C-158FFBB04EAE}"/>
          </ac:cxnSpMkLst>
        </pc:cxnChg>
        <pc:cxnChg chg="add mod">
          <ac:chgData name="润庭 邓" userId="dd4ed0c4d3e1c47b" providerId="LiveId" clId="{EA3CE23D-16E3-4E9A-84A5-61E7FB5E77BB}" dt="2024-11-17T02:38:05.076" v="4529"/>
          <ac:cxnSpMkLst>
            <pc:docMk/>
            <pc:sldMk cId="0" sldId="275"/>
            <ac:cxnSpMk id="27" creationId="{999584B1-5A19-A00D-6FEB-4230C263FBC2}"/>
          </ac:cxnSpMkLst>
        </pc:cxnChg>
        <pc:cxnChg chg="add mod">
          <ac:chgData name="润庭 邓" userId="dd4ed0c4d3e1c47b" providerId="LiveId" clId="{EA3CE23D-16E3-4E9A-84A5-61E7FB5E77BB}" dt="2024-11-17T02:38:05.076" v="4529"/>
          <ac:cxnSpMkLst>
            <pc:docMk/>
            <pc:sldMk cId="0" sldId="275"/>
            <ac:cxnSpMk id="28" creationId="{DD0AC9E5-8751-83A1-1EA8-2EFAED243719}"/>
          </ac:cxnSpMkLst>
        </pc:cxnChg>
        <pc:cxnChg chg="add mod">
          <ac:chgData name="润庭 邓" userId="dd4ed0c4d3e1c47b" providerId="LiveId" clId="{EA3CE23D-16E3-4E9A-84A5-61E7FB5E77BB}" dt="2024-11-17T02:38:05.076" v="4529"/>
          <ac:cxnSpMkLst>
            <pc:docMk/>
            <pc:sldMk cId="0" sldId="275"/>
            <ac:cxnSpMk id="29" creationId="{D3D49311-CFC0-51A3-9827-076FE886FB26}"/>
          </ac:cxnSpMkLst>
        </pc:cxnChg>
        <pc:cxnChg chg="add mod">
          <ac:chgData name="润庭 邓" userId="dd4ed0c4d3e1c47b" providerId="LiveId" clId="{EA3CE23D-16E3-4E9A-84A5-61E7FB5E77BB}" dt="2024-11-17T02:38:05.076" v="4529"/>
          <ac:cxnSpMkLst>
            <pc:docMk/>
            <pc:sldMk cId="0" sldId="275"/>
            <ac:cxnSpMk id="30" creationId="{CD57F37E-5400-8052-B59A-7D78B51AB6BB}"/>
          </ac:cxnSpMkLst>
        </pc:cxnChg>
        <pc:cxnChg chg="add mod">
          <ac:chgData name="润庭 邓" userId="dd4ed0c4d3e1c47b" providerId="LiveId" clId="{EA3CE23D-16E3-4E9A-84A5-61E7FB5E77BB}" dt="2024-11-17T02:38:05.076" v="4529"/>
          <ac:cxnSpMkLst>
            <pc:docMk/>
            <pc:sldMk cId="0" sldId="275"/>
            <ac:cxnSpMk id="31" creationId="{2F6E257A-7054-3BFD-324A-41B1AB551D6C}"/>
          </ac:cxnSpMkLst>
        </pc:cxnChg>
        <pc:cxnChg chg="add mod">
          <ac:chgData name="润庭 邓" userId="dd4ed0c4d3e1c47b" providerId="LiveId" clId="{EA3CE23D-16E3-4E9A-84A5-61E7FB5E77BB}" dt="2024-11-17T02:38:05.076" v="4529"/>
          <ac:cxnSpMkLst>
            <pc:docMk/>
            <pc:sldMk cId="0" sldId="275"/>
            <ac:cxnSpMk id="32" creationId="{0D805DA0-7FE1-5DDA-B8F0-677591AB026C}"/>
          </ac:cxnSpMkLst>
        </pc:cxnChg>
        <pc:cxnChg chg="add mod">
          <ac:chgData name="润庭 邓" userId="dd4ed0c4d3e1c47b" providerId="LiveId" clId="{EA3CE23D-16E3-4E9A-84A5-61E7FB5E77BB}" dt="2024-11-17T02:38:05.076" v="4529"/>
          <ac:cxnSpMkLst>
            <pc:docMk/>
            <pc:sldMk cId="0" sldId="275"/>
            <ac:cxnSpMk id="33" creationId="{FA726A1E-563A-C2AB-5581-09C65859B201}"/>
          </ac:cxnSpMkLst>
        </pc:cxnChg>
        <pc:cxnChg chg="add mod">
          <ac:chgData name="润庭 邓" userId="dd4ed0c4d3e1c47b" providerId="LiveId" clId="{EA3CE23D-16E3-4E9A-84A5-61E7FB5E77BB}" dt="2024-11-17T02:38:05.076" v="4529"/>
          <ac:cxnSpMkLst>
            <pc:docMk/>
            <pc:sldMk cId="0" sldId="275"/>
            <ac:cxnSpMk id="34" creationId="{602AF6C8-DAE7-A62A-C5FD-9696F453F26F}"/>
          </ac:cxnSpMkLst>
        </pc:cxnChg>
        <pc:cxnChg chg="add mod">
          <ac:chgData name="润庭 邓" userId="dd4ed0c4d3e1c47b" providerId="LiveId" clId="{EA3CE23D-16E3-4E9A-84A5-61E7FB5E77BB}" dt="2024-11-17T02:38:05.076" v="4529"/>
          <ac:cxnSpMkLst>
            <pc:docMk/>
            <pc:sldMk cId="0" sldId="275"/>
            <ac:cxnSpMk id="35" creationId="{CFF1E286-C996-4CC2-78C4-B7D3B1CAC4FD}"/>
          </ac:cxnSpMkLst>
        </pc:cxnChg>
        <pc:cxnChg chg="add mod">
          <ac:chgData name="润庭 邓" userId="dd4ed0c4d3e1c47b" providerId="LiveId" clId="{EA3CE23D-16E3-4E9A-84A5-61E7FB5E77BB}" dt="2024-11-17T02:38:05.076" v="4529"/>
          <ac:cxnSpMkLst>
            <pc:docMk/>
            <pc:sldMk cId="0" sldId="275"/>
            <ac:cxnSpMk id="36" creationId="{BFB34A36-3AA1-612E-1565-6EF31F289098}"/>
          </ac:cxnSpMkLst>
        </pc:cxnChg>
        <pc:cxnChg chg="add mod">
          <ac:chgData name="润庭 邓" userId="dd4ed0c4d3e1c47b" providerId="LiveId" clId="{EA3CE23D-16E3-4E9A-84A5-61E7FB5E77BB}" dt="2024-11-17T02:38:05.076" v="4529"/>
          <ac:cxnSpMkLst>
            <pc:docMk/>
            <pc:sldMk cId="0" sldId="275"/>
            <ac:cxnSpMk id="42" creationId="{952231DA-8471-16E8-1526-E79E7769C4BF}"/>
          </ac:cxnSpMkLst>
        </pc:cxnChg>
      </pc:sldChg>
      <pc:sldChg chg="addSp delSp modSp mod modClrScheme chgLayout">
        <pc:chgData name="润庭 邓" userId="dd4ed0c4d3e1c47b" providerId="LiveId" clId="{EA3CE23D-16E3-4E9A-84A5-61E7FB5E77BB}" dt="2024-11-17T02:40:51.534" v="4637" actId="1076"/>
        <pc:sldMkLst>
          <pc:docMk/>
          <pc:sldMk cId="0" sldId="276"/>
        </pc:sldMkLst>
        <pc:spChg chg="add del mod">
          <ac:chgData name="润庭 邓" userId="dd4ed0c4d3e1c47b" providerId="LiveId" clId="{EA3CE23D-16E3-4E9A-84A5-61E7FB5E77BB}" dt="2024-11-17T02:38:09.850" v="4530" actId="478"/>
          <ac:spMkLst>
            <pc:docMk/>
            <pc:sldMk cId="0" sldId="276"/>
            <ac:spMk id="2" creationId="{98404DDC-1948-B0A4-39F7-11CEB4913B41}"/>
          </ac:spMkLst>
        </pc:spChg>
        <pc:spChg chg="add del mod">
          <ac:chgData name="润庭 邓" userId="dd4ed0c4d3e1c47b" providerId="LiveId" clId="{EA3CE23D-16E3-4E9A-84A5-61E7FB5E77BB}" dt="2024-11-17T02:38:09.850" v="4530" actId="478"/>
          <ac:spMkLst>
            <pc:docMk/>
            <pc:sldMk cId="0" sldId="276"/>
            <ac:spMk id="3" creationId="{BF582723-8BA1-C3FE-2CA6-1E96B79A2507}"/>
          </ac:spMkLst>
        </pc:spChg>
        <pc:spChg chg="add del mod">
          <ac:chgData name="润庭 邓" userId="dd4ed0c4d3e1c47b" providerId="LiveId" clId="{EA3CE23D-16E3-4E9A-84A5-61E7FB5E77BB}" dt="2024-11-17T02:38:09.850" v="4530" actId="478"/>
          <ac:spMkLst>
            <pc:docMk/>
            <pc:sldMk cId="0" sldId="276"/>
            <ac:spMk id="4" creationId="{1E81330B-0BB7-2792-67EE-D76FAC9EBE00}"/>
          </ac:spMkLst>
        </pc:spChg>
        <pc:spChg chg="add del mod">
          <ac:chgData name="润庭 邓" userId="dd4ed0c4d3e1c47b" providerId="LiveId" clId="{EA3CE23D-16E3-4E9A-84A5-61E7FB5E77BB}" dt="2024-11-17T02:38:09.850" v="4530" actId="478"/>
          <ac:spMkLst>
            <pc:docMk/>
            <pc:sldMk cId="0" sldId="276"/>
            <ac:spMk id="5" creationId="{7E2A25F0-7B0F-A9B4-CC43-75BC101F18DE}"/>
          </ac:spMkLst>
        </pc:spChg>
        <pc:spChg chg="add del mod">
          <ac:chgData name="润庭 邓" userId="dd4ed0c4d3e1c47b" providerId="LiveId" clId="{EA3CE23D-16E3-4E9A-84A5-61E7FB5E77BB}" dt="2024-11-17T02:38:09.850" v="4530" actId="478"/>
          <ac:spMkLst>
            <pc:docMk/>
            <pc:sldMk cId="0" sldId="276"/>
            <ac:spMk id="6" creationId="{95BC8132-46EF-35AE-31A6-5B09E4FA8B18}"/>
          </ac:spMkLst>
        </pc:spChg>
        <pc:spChg chg="add del mod">
          <ac:chgData name="润庭 邓" userId="dd4ed0c4d3e1c47b" providerId="LiveId" clId="{EA3CE23D-16E3-4E9A-84A5-61E7FB5E77BB}" dt="2024-11-17T02:38:09.850" v="4530" actId="478"/>
          <ac:spMkLst>
            <pc:docMk/>
            <pc:sldMk cId="0" sldId="276"/>
            <ac:spMk id="7" creationId="{AD1C45F5-1202-86BE-1906-6C445DEF947D}"/>
          </ac:spMkLst>
        </pc:spChg>
        <pc:spChg chg="add del mod">
          <ac:chgData name="润庭 邓" userId="dd4ed0c4d3e1c47b" providerId="LiveId" clId="{EA3CE23D-16E3-4E9A-84A5-61E7FB5E77BB}" dt="2024-11-17T02:38:09.850" v="4530" actId="478"/>
          <ac:spMkLst>
            <pc:docMk/>
            <pc:sldMk cId="0" sldId="276"/>
            <ac:spMk id="8" creationId="{9BBC8B8E-2E66-431E-CEA7-B4FB19F1299D}"/>
          </ac:spMkLst>
        </pc:spChg>
        <pc:spChg chg="add del mod">
          <ac:chgData name="润庭 邓" userId="dd4ed0c4d3e1c47b" providerId="LiveId" clId="{EA3CE23D-16E3-4E9A-84A5-61E7FB5E77BB}" dt="2024-11-17T02:38:09.850" v="4530" actId="478"/>
          <ac:spMkLst>
            <pc:docMk/>
            <pc:sldMk cId="0" sldId="276"/>
            <ac:spMk id="9" creationId="{F862DCB3-B95D-5980-41FE-9E55266321BE}"/>
          </ac:spMkLst>
        </pc:spChg>
        <pc:spChg chg="add del mod">
          <ac:chgData name="润庭 邓" userId="dd4ed0c4d3e1c47b" providerId="LiveId" clId="{EA3CE23D-16E3-4E9A-84A5-61E7FB5E77BB}" dt="2024-11-17T02:38:09.850" v="4530" actId="478"/>
          <ac:spMkLst>
            <pc:docMk/>
            <pc:sldMk cId="0" sldId="276"/>
            <ac:spMk id="10" creationId="{2380F0D8-B4D4-582D-AD59-5B9F8DDACAB0}"/>
          </ac:spMkLst>
        </pc:spChg>
        <pc:spChg chg="add del mod">
          <ac:chgData name="润庭 邓" userId="dd4ed0c4d3e1c47b" providerId="LiveId" clId="{EA3CE23D-16E3-4E9A-84A5-61E7FB5E77BB}" dt="2024-11-17T02:38:09.850" v="4530" actId="478"/>
          <ac:spMkLst>
            <pc:docMk/>
            <pc:sldMk cId="0" sldId="276"/>
            <ac:spMk id="11" creationId="{B147AB8B-BE2D-C074-EE08-F810E3A59F8C}"/>
          </ac:spMkLst>
        </pc:spChg>
        <pc:spChg chg="add mod">
          <ac:chgData name="润庭 邓" userId="dd4ed0c4d3e1c47b" providerId="LiveId" clId="{EA3CE23D-16E3-4E9A-84A5-61E7FB5E77BB}" dt="2024-11-17T02:38:10.360" v="4531"/>
          <ac:spMkLst>
            <pc:docMk/>
            <pc:sldMk cId="0" sldId="276"/>
            <ac:spMk id="12" creationId="{BBC1D02D-64BE-74BF-8276-2AFA825F37E9}"/>
          </ac:spMkLst>
        </pc:spChg>
        <pc:spChg chg="add mod">
          <ac:chgData name="润庭 邓" userId="dd4ed0c4d3e1c47b" providerId="LiveId" clId="{EA3CE23D-16E3-4E9A-84A5-61E7FB5E77BB}" dt="2024-11-17T02:38:10.360" v="4531"/>
          <ac:spMkLst>
            <pc:docMk/>
            <pc:sldMk cId="0" sldId="276"/>
            <ac:spMk id="13" creationId="{A6CC9536-F0F9-6B29-AA93-9955AF94B383}"/>
          </ac:spMkLst>
        </pc:spChg>
        <pc:spChg chg="add mod">
          <ac:chgData name="润庭 邓" userId="dd4ed0c4d3e1c47b" providerId="LiveId" clId="{EA3CE23D-16E3-4E9A-84A5-61E7FB5E77BB}" dt="2024-11-17T02:38:10.360" v="4531"/>
          <ac:spMkLst>
            <pc:docMk/>
            <pc:sldMk cId="0" sldId="276"/>
            <ac:spMk id="14" creationId="{E3A4BADA-B960-82E9-4EC5-72523E5D8F1A}"/>
          </ac:spMkLst>
        </pc:spChg>
        <pc:spChg chg="add mod">
          <ac:chgData name="润庭 邓" userId="dd4ed0c4d3e1c47b" providerId="LiveId" clId="{EA3CE23D-16E3-4E9A-84A5-61E7FB5E77BB}" dt="2024-11-17T02:38:10.360" v="4531"/>
          <ac:spMkLst>
            <pc:docMk/>
            <pc:sldMk cId="0" sldId="276"/>
            <ac:spMk id="15" creationId="{5D338812-5596-7CEE-93D8-DA6ECF770FB9}"/>
          </ac:spMkLst>
        </pc:spChg>
        <pc:spChg chg="add mod">
          <ac:chgData name="润庭 邓" userId="dd4ed0c4d3e1c47b" providerId="LiveId" clId="{EA3CE23D-16E3-4E9A-84A5-61E7FB5E77BB}" dt="2024-11-17T02:38:10.360" v="4531"/>
          <ac:spMkLst>
            <pc:docMk/>
            <pc:sldMk cId="0" sldId="276"/>
            <ac:spMk id="16" creationId="{53CE891E-2BB8-C72D-7602-1B97F359216D}"/>
          </ac:spMkLst>
        </pc:spChg>
        <pc:spChg chg="add mod">
          <ac:chgData name="润庭 邓" userId="dd4ed0c4d3e1c47b" providerId="LiveId" clId="{EA3CE23D-16E3-4E9A-84A5-61E7FB5E77BB}" dt="2024-11-17T02:38:10.360" v="4531"/>
          <ac:spMkLst>
            <pc:docMk/>
            <pc:sldMk cId="0" sldId="276"/>
            <ac:spMk id="17" creationId="{9A844A6C-0DEC-FAA8-B1CD-9F2AD790FE66}"/>
          </ac:spMkLst>
        </pc:spChg>
        <pc:spChg chg="add mod">
          <ac:chgData name="润庭 邓" userId="dd4ed0c4d3e1c47b" providerId="LiveId" clId="{EA3CE23D-16E3-4E9A-84A5-61E7FB5E77BB}" dt="2024-11-17T02:38:10.360" v="4531"/>
          <ac:spMkLst>
            <pc:docMk/>
            <pc:sldMk cId="0" sldId="276"/>
            <ac:spMk id="18" creationId="{A2C8A259-D7D4-6FCA-A9C7-6A45B9632E04}"/>
          </ac:spMkLst>
        </pc:spChg>
        <pc:spChg chg="add mod">
          <ac:chgData name="润庭 邓" userId="dd4ed0c4d3e1c47b" providerId="LiveId" clId="{EA3CE23D-16E3-4E9A-84A5-61E7FB5E77BB}" dt="2024-11-17T02:38:10.360" v="4531"/>
          <ac:spMkLst>
            <pc:docMk/>
            <pc:sldMk cId="0" sldId="276"/>
            <ac:spMk id="19" creationId="{FF254160-91FD-261A-E416-3586EA49A6FF}"/>
          </ac:spMkLst>
        </pc:spChg>
        <pc:spChg chg="add mod">
          <ac:chgData name="润庭 邓" userId="dd4ed0c4d3e1c47b" providerId="LiveId" clId="{EA3CE23D-16E3-4E9A-84A5-61E7FB5E77BB}" dt="2024-11-17T02:38:10.360" v="4531"/>
          <ac:spMkLst>
            <pc:docMk/>
            <pc:sldMk cId="0" sldId="276"/>
            <ac:spMk id="20" creationId="{91F4DD1B-14F2-C4D7-2D9C-7B669217B9E8}"/>
          </ac:spMkLst>
        </pc:spChg>
        <pc:spChg chg="add mod">
          <ac:chgData name="润庭 邓" userId="dd4ed0c4d3e1c47b" providerId="LiveId" clId="{EA3CE23D-16E3-4E9A-84A5-61E7FB5E77BB}" dt="2024-11-17T02:38:10.360" v="4531"/>
          <ac:spMkLst>
            <pc:docMk/>
            <pc:sldMk cId="0" sldId="276"/>
            <ac:spMk id="37" creationId="{96888C27-BC01-94E8-C0C4-96FEB2D26CE8}"/>
          </ac:spMkLst>
        </pc:spChg>
        <pc:spChg chg="add mod">
          <ac:chgData name="润庭 邓" userId="dd4ed0c4d3e1c47b" providerId="LiveId" clId="{EA3CE23D-16E3-4E9A-84A5-61E7FB5E77BB}" dt="2024-11-17T02:38:10.360" v="4531"/>
          <ac:spMkLst>
            <pc:docMk/>
            <pc:sldMk cId="0" sldId="276"/>
            <ac:spMk id="38" creationId="{C8EA29FB-962C-C979-7DDC-B2BF97A6DC61}"/>
          </ac:spMkLst>
        </pc:spChg>
        <pc:spChg chg="add mod">
          <ac:chgData name="润庭 邓" userId="dd4ed0c4d3e1c47b" providerId="LiveId" clId="{EA3CE23D-16E3-4E9A-84A5-61E7FB5E77BB}" dt="2024-11-17T02:38:10.360" v="4531"/>
          <ac:spMkLst>
            <pc:docMk/>
            <pc:sldMk cId="0" sldId="276"/>
            <ac:spMk id="39" creationId="{9B3D444B-55E1-458D-009E-553DA8152441}"/>
          </ac:spMkLst>
        </pc:spChg>
        <pc:spChg chg="add mod">
          <ac:chgData name="润庭 邓" userId="dd4ed0c4d3e1c47b" providerId="LiveId" clId="{EA3CE23D-16E3-4E9A-84A5-61E7FB5E77BB}" dt="2024-11-17T02:38:10.360" v="4531"/>
          <ac:spMkLst>
            <pc:docMk/>
            <pc:sldMk cId="0" sldId="276"/>
            <ac:spMk id="40" creationId="{43174CD2-1B3E-3833-2479-087648ABA2A7}"/>
          </ac:spMkLst>
        </pc:spChg>
        <pc:spChg chg="add mod">
          <ac:chgData name="润庭 邓" userId="dd4ed0c4d3e1c47b" providerId="LiveId" clId="{EA3CE23D-16E3-4E9A-84A5-61E7FB5E77BB}" dt="2024-11-17T02:38:10.360" v="4531"/>
          <ac:spMkLst>
            <pc:docMk/>
            <pc:sldMk cId="0" sldId="276"/>
            <ac:spMk id="41" creationId="{213865B7-FD5E-58C6-AD38-33E7BE0F280C}"/>
          </ac:spMkLst>
        </pc:spChg>
        <pc:spChg chg="add mod">
          <ac:chgData name="润庭 邓" userId="dd4ed0c4d3e1c47b" providerId="LiveId" clId="{EA3CE23D-16E3-4E9A-84A5-61E7FB5E77BB}" dt="2024-11-17T02:39:08.484" v="4578" actId="1076"/>
          <ac:spMkLst>
            <pc:docMk/>
            <pc:sldMk cId="0" sldId="276"/>
            <ac:spMk id="45" creationId="{03B30916-55C1-814E-F650-316AA7BA745B}"/>
          </ac:spMkLst>
        </pc:spChg>
        <pc:spChg chg="add mod">
          <ac:chgData name="润庭 邓" userId="dd4ed0c4d3e1c47b" providerId="LiveId" clId="{EA3CE23D-16E3-4E9A-84A5-61E7FB5E77BB}" dt="2024-11-17T02:40:51.534" v="4637" actId="1076"/>
          <ac:spMkLst>
            <pc:docMk/>
            <pc:sldMk cId="0" sldId="276"/>
            <ac:spMk id="48" creationId="{0EFA50F8-0208-B0EC-D3D4-BB94A7BC1405}"/>
          </ac:spMkLst>
        </pc:spChg>
        <pc:spChg chg="del">
          <ac:chgData name="润庭 邓" userId="dd4ed0c4d3e1c47b" providerId="LiveId" clId="{EA3CE23D-16E3-4E9A-84A5-61E7FB5E77BB}" dt="2024-11-16T11:06:08.911" v="0" actId="700"/>
          <ac:spMkLst>
            <pc:docMk/>
            <pc:sldMk cId="0" sldId="276"/>
            <ac:spMk id="224" creationId="{00000000-0000-0000-0000-000000000000}"/>
          </ac:spMkLst>
        </pc:spChg>
        <pc:spChg chg="del">
          <ac:chgData name="润庭 邓" userId="dd4ed0c4d3e1c47b" providerId="LiveId" clId="{EA3CE23D-16E3-4E9A-84A5-61E7FB5E77BB}" dt="2024-11-16T11:06:08.911" v="0" actId="700"/>
          <ac:spMkLst>
            <pc:docMk/>
            <pc:sldMk cId="0" sldId="276"/>
            <ac:spMk id="225" creationId="{00000000-0000-0000-0000-000000000000}"/>
          </ac:spMkLst>
        </pc:spChg>
        <pc:cxnChg chg="add mod">
          <ac:chgData name="润庭 邓" userId="dd4ed0c4d3e1c47b" providerId="LiveId" clId="{EA3CE23D-16E3-4E9A-84A5-61E7FB5E77BB}" dt="2024-11-17T02:38:10.360" v="4531"/>
          <ac:cxnSpMkLst>
            <pc:docMk/>
            <pc:sldMk cId="0" sldId="276"/>
            <ac:cxnSpMk id="21" creationId="{19D4B05E-CA54-6D96-B066-981F5B213613}"/>
          </ac:cxnSpMkLst>
        </pc:cxnChg>
        <pc:cxnChg chg="add mod">
          <ac:chgData name="润庭 邓" userId="dd4ed0c4d3e1c47b" providerId="LiveId" clId="{EA3CE23D-16E3-4E9A-84A5-61E7FB5E77BB}" dt="2024-11-17T02:38:10.360" v="4531"/>
          <ac:cxnSpMkLst>
            <pc:docMk/>
            <pc:sldMk cId="0" sldId="276"/>
            <ac:cxnSpMk id="22" creationId="{F3E53029-B778-6E7B-81AC-0509E99B9576}"/>
          </ac:cxnSpMkLst>
        </pc:cxnChg>
        <pc:cxnChg chg="add mod">
          <ac:chgData name="润庭 邓" userId="dd4ed0c4d3e1c47b" providerId="LiveId" clId="{EA3CE23D-16E3-4E9A-84A5-61E7FB5E77BB}" dt="2024-11-17T02:38:10.360" v="4531"/>
          <ac:cxnSpMkLst>
            <pc:docMk/>
            <pc:sldMk cId="0" sldId="276"/>
            <ac:cxnSpMk id="23" creationId="{90AF3E85-0383-E677-3A12-3749CBFE3F61}"/>
          </ac:cxnSpMkLst>
        </pc:cxnChg>
        <pc:cxnChg chg="add mod">
          <ac:chgData name="润庭 邓" userId="dd4ed0c4d3e1c47b" providerId="LiveId" clId="{EA3CE23D-16E3-4E9A-84A5-61E7FB5E77BB}" dt="2024-11-17T02:38:10.360" v="4531"/>
          <ac:cxnSpMkLst>
            <pc:docMk/>
            <pc:sldMk cId="0" sldId="276"/>
            <ac:cxnSpMk id="24" creationId="{4E9CB639-5CED-172A-0204-F107B413FBF4}"/>
          </ac:cxnSpMkLst>
        </pc:cxnChg>
        <pc:cxnChg chg="add mod">
          <ac:chgData name="润庭 邓" userId="dd4ed0c4d3e1c47b" providerId="LiveId" clId="{EA3CE23D-16E3-4E9A-84A5-61E7FB5E77BB}" dt="2024-11-17T02:38:10.360" v="4531"/>
          <ac:cxnSpMkLst>
            <pc:docMk/>
            <pc:sldMk cId="0" sldId="276"/>
            <ac:cxnSpMk id="25" creationId="{DCB9F9CE-FE02-0272-CDA3-0BDB247BB6A0}"/>
          </ac:cxnSpMkLst>
        </pc:cxnChg>
        <pc:cxnChg chg="add mod">
          <ac:chgData name="润庭 邓" userId="dd4ed0c4d3e1c47b" providerId="LiveId" clId="{EA3CE23D-16E3-4E9A-84A5-61E7FB5E77BB}" dt="2024-11-17T02:38:10.360" v="4531"/>
          <ac:cxnSpMkLst>
            <pc:docMk/>
            <pc:sldMk cId="0" sldId="276"/>
            <ac:cxnSpMk id="26" creationId="{8DC0589E-8E52-F7F2-11F0-8DF76A361E68}"/>
          </ac:cxnSpMkLst>
        </pc:cxnChg>
        <pc:cxnChg chg="add mod">
          <ac:chgData name="润庭 邓" userId="dd4ed0c4d3e1c47b" providerId="LiveId" clId="{EA3CE23D-16E3-4E9A-84A5-61E7FB5E77BB}" dt="2024-11-17T02:38:10.360" v="4531"/>
          <ac:cxnSpMkLst>
            <pc:docMk/>
            <pc:sldMk cId="0" sldId="276"/>
            <ac:cxnSpMk id="27" creationId="{F7919D02-03D1-C0A8-7FF8-6015B6AD7980}"/>
          </ac:cxnSpMkLst>
        </pc:cxnChg>
        <pc:cxnChg chg="add mod">
          <ac:chgData name="润庭 邓" userId="dd4ed0c4d3e1c47b" providerId="LiveId" clId="{EA3CE23D-16E3-4E9A-84A5-61E7FB5E77BB}" dt="2024-11-17T02:38:10.360" v="4531"/>
          <ac:cxnSpMkLst>
            <pc:docMk/>
            <pc:sldMk cId="0" sldId="276"/>
            <ac:cxnSpMk id="28" creationId="{0B1795A4-D735-4D90-6A0C-9E3F73C75EDA}"/>
          </ac:cxnSpMkLst>
        </pc:cxnChg>
        <pc:cxnChg chg="add mod">
          <ac:chgData name="润庭 邓" userId="dd4ed0c4d3e1c47b" providerId="LiveId" clId="{EA3CE23D-16E3-4E9A-84A5-61E7FB5E77BB}" dt="2024-11-17T02:38:10.360" v="4531"/>
          <ac:cxnSpMkLst>
            <pc:docMk/>
            <pc:sldMk cId="0" sldId="276"/>
            <ac:cxnSpMk id="29" creationId="{99234BD7-5BE8-E1E5-1A17-F3EF12DD8FDA}"/>
          </ac:cxnSpMkLst>
        </pc:cxnChg>
        <pc:cxnChg chg="add mod">
          <ac:chgData name="润庭 邓" userId="dd4ed0c4d3e1c47b" providerId="LiveId" clId="{EA3CE23D-16E3-4E9A-84A5-61E7FB5E77BB}" dt="2024-11-17T02:38:10.360" v="4531"/>
          <ac:cxnSpMkLst>
            <pc:docMk/>
            <pc:sldMk cId="0" sldId="276"/>
            <ac:cxnSpMk id="30" creationId="{0E7942BF-1EAA-3C44-E0E3-9065C956317B}"/>
          </ac:cxnSpMkLst>
        </pc:cxnChg>
        <pc:cxnChg chg="add mod">
          <ac:chgData name="润庭 邓" userId="dd4ed0c4d3e1c47b" providerId="LiveId" clId="{EA3CE23D-16E3-4E9A-84A5-61E7FB5E77BB}" dt="2024-11-17T02:38:10.360" v="4531"/>
          <ac:cxnSpMkLst>
            <pc:docMk/>
            <pc:sldMk cId="0" sldId="276"/>
            <ac:cxnSpMk id="31" creationId="{EE0C79E1-2B21-2DE9-0593-DF247A87D897}"/>
          </ac:cxnSpMkLst>
        </pc:cxnChg>
        <pc:cxnChg chg="add mod">
          <ac:chgData name="润庭 邓" userId="dd4ed0c4d3e1c47b" providerId="LiveId" clId="{EA3CE23D-16E3-4E9A-84A5-61E7FB5E77BB}" dt="2024-11-17T02:38:10.360" v="4531"/>
          <ac:cxnSpMkLst>
            <pc:docMk/>
            <pc:sldMk cId="0" sldId="276"/>
            <ac:cxnSpMk id="32" creationId="{9CE636D7-55C0-A1CA-92B5-23895491F242}"/>
          </ac:cxnSpMkLst>
        </pc:cxnChg>
        <pc:cxnChg chg="add mod">
          <ac:chgData name="润庭 邓" userId="dd4ed0c4d3e1c47b" providerId="LiveId" clId="{EA3CE23D-16E3-4E9A-84A5-61E7FB5E77BB}" dt="2024-11-17T02:38:10.360" v="4531"/>
          <ac:cxnSpMkLst>
            <pc:docMk/>
            <pc:sldMk cId="0" sldId="276"/>
            <ac:cxnSpMk id="33" creationId="{2BC9D42B-C0B2-FB05-A383-7F70091A50AB}"/>
          </ac:cxnSpMkLst>
        </pc:cxnChg>
        <pc:cxnChg chg="add mod">
          <ac:chgData name="润庭 邓" userId="dd4ed0c4d3e1c47b" providerId="LiveId" clId="{EA3CE23D-16E3-4E9A-84A5-61E7FB5E77BB}" dt="2024-11-17T02:38:10.360" v="4531"/>
          <ac:cxnSpMkLst>
            <pc:docMk/>
            <pc:sldMk cId="0" sldId="276"/>
            <ac:cxnSpMk id="34" creationId="{2FA8015D-95B8-BD97-A567-709B02E5D57D}"/>
          </ac:cxnSpMkLst>
        </pc:cxnChg>
        <pc:cxnChg chg="add mod">
          <ac:chgData name="润庭 邓" userId="dd4ed0c4d3e1c47b" providerId="LiveId" clId="{EA3CE23D-16E3-4E9A-84A5-61E7FB5E77BB}" dt="2024-11-17T02:38:10.360" v="4531"/>
          <ac:cxnSpMkLst>
            <pc:docMk/>
            <pc:sldMk cId="0" sldId="276"/>
            <ac:cxnSpMk id="35" creationId="{EED4EB83-BA96-F653-097A-C51FA7BAF637}"/>
          </ac:cxnSpMkLst>
        </pc:cxnChg>
        <pc:cxnChg chg="add mod">
          <ac:chgData name="润庭 邓" userId="dd4ed0c4d3e1c47b" providerId="LiveId" clId="{EA3CE23D-16E3-4E9A-84A5-61E7FB5E77BB}" dt="2024-11-17T02:38:10.360" v="4531"/>
          <ac:cxnSpMkLst>
            <pc:docMk/>
            <pc:sldMk cId="0" sldId="276"/>
            <ac:cxnSpMk id="36" creationId="{83F2FDFA-DE3F-BA10-6DDE-643B7459CD54}"/>
          </ac:cxnSpMkLst>
        </pc:cxnChg>
        <pc:cxnChg chg="add mod">
          <ac:chgData name="润庭 邓" userId="dd4ed0c4d3e1c47b" providerId="LiveId" clId="{EA3CE23D-16E3-4E9A-84A5-61E7FB5E77BB}" dt="2024-11-17T02:38:10.360" v="4531"/>
          <ac:cxnSpMkLst>
            <pc:docMk/>
            <pc:sldMk cId="0" sldId="276"/>
            <ac:cxnSpMk id="42" creationId="{4E431D94-F6FB-F62D-75C2-A12EFFD42799}"/>
          </ac:cxnSpMkLst>
        </pc:cxnChg>
        <pc:cxnChg chg="add mod">
          <ac:chgData name="润庭 邓" userId="dd4ed0c4d3e1c47b" providerId="LiveId" clId="{EA3CE23D-16E3-4E9A-84A5-61E7FB5E77BB}" dt="2024-11-17T02:38:37.198" v="4540" actId="1036"/>
          <ac:cxnSpMkLst>
            <pc:docMk/>
            <pc:sldMk cId="0" sldId="276"/>
            <ac:cxnSpMk id="43" creationId="{B715F57D-DD13-6530-2C26-6DD6F8C578D2}"/>
          </ac:cxnSpMkLst>
        </pc:cxnChg>
        <pc:cxnChg chg="add mod">
          <ac:chgData name="润庭 邓" userId="dd4ed0c4d3e1c47b" providerId="LiveId" clId="{EA3CE23D-16E3-4E9A-84A5-61E7FB5E77BB}" dt="2024-11-17T02:40:22.004" v="4580" actId="14100"/>
          <ac:cxnSpMkLst>
            <pc:docMk/>
            <pc:sldMk cId="0" sldId="276"/>
            <ac:cxnSpMk id="46" creationId="{784FF6B1-8565-E28A-F92B-CC205009D4D7}"/>
          </ac:cxnSpMkLst>
        </pc:cxnChg>
      </pc:sldChg>
      <pc:sldChg chg="addSp delSp modSp mod modClrScheme chgLayout">
        <pc:chgData name="润庭 邓" userId="dd4ed0c4d3e1c47b" providerId="LiveId" clId="{EA3CE23D-16E3-4E9A-84A5-61E7FB5E77BB}" dt="2024-11-16T13:30:19.073" v="2317"/>
        <pc:sldMkLst>
          <pc:docMk/>
          <pc:sldMk cId="0" sldId="277"/>
        </pc:sldMkLst>
        <pc:spChg chg="add mod">
          <ac:chgData name="润庭 邓" userId="dd4ed0c4d3e1c47b" providerId="LiveId" clId="{EA3CE23D-16E3-4E9A-84A5-61E7FB5E77BB}" dt="2024-11-16T13:30:19.073" v="2317"/>
          <ac:spMkLst>
            <pc:docMk/>
            <pc:sldMk cId="0" sldId="277"/>
            <ac:spMk id="2" creationId="{0A69A33B-8D3E-D1B1-4D64-DF17CE997401}"/>
          </ac:spMkLst>
        </pc:spChg>
        <pc:spChg chg="add mod">
          <ac:chgData name="润庭 邓" userId="dd4ed0c4d3e1c47b" providerId="LiveId" clId="{EA3CE23D-16E3-4E9A-84A5-61E7FB5E77BB}" dt="2024-11-16T13:30:19.073" v="2317"/>
          <ac:spMkLst>
            <pc:docMk/>
            <pc:sldMk cId="0" sldId="277"/>
            <ac:spMk id="3" creationId="{03E39B4F-7CE0-71D7-9E03-C50C7B9863C2}"/>
          </ac:spMkLst>
        </pc:spChg>
        <pc:spChg chg="add mod">
          <ac:chgData name="润庭 邓" userId="dd4ed0c4d3e1c47b" providerId="LiveId" clId="{EA3CE23D-16E3-4E9A-84A5-61E7FB5E77BB}" dt="2024-11-16T13:30:19.073" v="2317"/>
          <ac:spMkLst>
            <pc:docMk/>
            <pc:sldMk cId="0" sldId="277"/>
            <ac:spMk id="4" creationId="{9E0810E9-0DCA-C11B-E7BF-93B561011E9C}"/>
          </ac:spMkLst>
        </pc:spChg>
        <pc:spChg chg="add mod">
          <ac:chgData name="润庭 邓" userId="dd4ed0c4d3e1c47b" providerId="LiveId" clId="{EA3CE23D-16E3-4E9A-84A5-61E7FB5E77BB}" dt="2024-11-16T13:30:19.073" v="2317"/>
          <ac:spMkLst>
            <pc:docMk/>
            <pc:sldMk cId="0" sldId="277"/>
            <ac:spMk id="5" creationId="{00B8BB97-9EEE-8024-403C-30321BF21F8B}"/>
          </ac:spMkLst>
        </pc:spChg>
        <pc:spChg chg="add mod">
          <ac:chgData name="润庭 邓" userId="dd4ed0c4d3e1c47b" providerId="LiveId" clId="{EA3CE23D-16E3-4E9A-84A5-61E7FB5E77BB}" dt="2024-11-16T13:30:19.073" v="2317"/>
          <ac:spMkLst>
            <pc:docMk/>
            <pc:sldMk cId="0" sldId="277"/>
            <ac:spMk id="6" creationId="{66B56CC6-A5A5-C9B7-6637-87F1710EA469}"/>
          </ac:spMkLst>
        </pc:spChg>
        <pc:spChg chg="add mod">
          <ac:chgData name="润庭 邓" userId="dd4ed0c4d3e1c47b" providerId="LiveId" clId="{EA3CE23D-16E3-4E9A-84A5-61E7FB5E77BB}" dt="2024-11-16T13:30:19.073" v="2317"/>
          <ac:spMkLst>
            <pc:docMk/>
            <pc:sldMk cId="0" sldId="277"/>
            <ac:spMk id="7" creationId="{F0627C02-77F3-E9A7-8F9E-F5D487410438}"/>
          </ac:spMkLst>
        </pc:spChg>
        <pc:spChg chg="add mod">
          <ac:chgData name="润庭 邓" userId="dd4ed0c4d3e1c47b" providerId="LiveId" clId="{EA3CE23D-16E3-4E9A-84A5-61E7FB5E77BB}" dt="2024-11-16T13:30:19.073" v="2317"/>
          <ac:spMkLst>
            <pc:docMk/>
            <pc:sldMk cId="0" sldId="277"/>
            <ac:spMk id="8" creationId="{87116BC9-F05C-1412-DF97-A5CCFAC6EA0E}"/>
          </ac:spMkLst>
        </pc:spChg>
        <pc:spChg chg="add mod">
          <ac:chgData name="润庭 邓" userId="dd4ed0c4d3e1c47b" providerId="LiveId" clId="{EA3CE23D-16E3-4E9A-84A5-61E7FB5E77BB}" dt="2024-11-16T13:30:19.073" v="2317"/>
          <ac:spMkLst>
            <pc:docMk/>
            <pc:sldMk cId="0" sldId="277"/>
            <ac:spMk id="9" creationId="{38243CBC-722A-3D32-25F6-627B044C8947}"/>
          </ac:spMkLst>
        </pc:spChg>
        <pc:spChg chg="add mod">
          <ac:chgData name="润庭 邓" userId="dd4ed0c4d3e1c47b" providerId="LiveId" clId="{EA3CE23D-16E3-4E9A-84A5-61E7FB5E77BB}" dt="2024-11-16T13:30:19.073" v="2317"/>
          <ac:spMkLst>
            <pc:docMk/>
            <pc:sldMk cId="0" sldId="277"/>
            <ac:spMk id="10" creationId="{6E50D78A-696C-A667-73D7-FC3943F09885}"/>
          </ac:spMkLst>
        </pc:spChg>
        <pc:spChg chg="add mod">
          <ac:chgData name="润庭 邓" userId="dd4ed0c4d3e1c47b" providerId="LiveId" clId="{EA3CE23D-16E3-4E9A-84A5-61E7FB5E77BB}" dt="2024-11-16T13:30:19.073" v="2317"/>
          <ac:spMkLst>
            <pc:docMk/>
            <pc:sldMk cId="0" sldId="277"/>
            <ac:spMk id="11" creationId="{43ED7802-0D95-A37B-A93E-D45055585A68}"/>
          </ac:spMkLst>
        </pc:spChg>
        <pc:spChg chg="del">
          <ac:chgData name="润庭 邓" userId="dd4ed0c4d3e1c47b" providerId="LiveId" clId="{EA3CE23D-16E3-4E9A-84A5-61E7FB5E77BB}" dt="2024-11-16T11:06:08.911" v="0" actId="700"/>
          <ac:spMkLst>
            <pc:docMk/>
            <pc:sldMk cId="0" sldId="277"/>
            <ac:spMk id="231" creationId="{00000000-0000-0000-0000-000000000000}"/>
          </ac:spMkLst>
        </pc:spChg>
        <pc:spChg chg="del">
          <ac:chgData name="润庭 邓" userId="dd4ed0c4d3e1c47b" providerId="LiveId" clId="{EA3CE23D-16E3-4E9A-84A5-61E7FB5E77BB}" dt="2024-11-16T11:06:08.911" v="0" actId="700"/>
          <ac:spMkLst>
            <pc:docMk/>
            <pc:sldMk cId="0" sldId="277"/>
            <ac:spMk id="232" creationId="{00000000-0000-0000-0000-000000000000}"/>
          </ac:spMkLst>
        </pc:spChg>
      </pc:sldChg>
      <pc:sldChg chg="add del">
        <pc:chgData name="润庭 邓" userId="dd4ed0c4d3e1c47b" providerId="LiveId" clId="{EA3CE23D-16E3-4E9A-84A5-61E7FB5E77BB}" dt="2024-11-16T11:26:52.517" v="591" actId="47"/>
        <pc:sldMkLst>
          <pc:docMk/>
          <pc:sldMk cId="3531987052" sldId="7283"/>
        </pc:sldMkLst>
      </pc:sldChg>
      <pc:sldMasterChg chg="delSldLayout">
        <pc:chgData name="润庭 邓" userId="dd4ed0c4d3e1c47b" providerId="LiveId" clId="{EA3CE23D-16E3-4E9A-84A5-61E7FB5E77BB}" dt="2024-11-16T11:26:52.517" v="591" actId="47"/>
        <pc:sldMasterMkLst>
          <pc:docMk/>
          <pc:sldMasterMk cId="0" sldId="2147483659"/>
        </pc:sldMasterMkLst>
        <pc:sldLayoutChg chg="del">
          <pc:chgData name="润庭 邓" userId="dd4ed0c4d3e1c47b" providerId="LiveId" clId="{EA3CE23D-16E3-4E9A-84A5-61E7FB5E77BB}" dt="2024-11-16T11:26:52.517" v="591" actId="47"/>
          <pc:sldLayoutMkLst>
            <pc:docMk/>
            <pc:sldMasterMk cId="0" sldId="2147483659"/>
            <pc:sldLayoutMk cId="357673383" sldId="214748366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3" descr="01 Video 49C (#3 of 5) 00m05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02 Main Points 00m18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0C05E993-E176-7603-E4F1-519C99219C0A}"/>
              </a:ext>
            </a:extLst>
          </p:cNvPr>
          <p:cNvSpPr txBox="1"/>
          <p:nvPr/>
        </p:nvSpPr>
        <p:spPr>
          <a:xfrm>
            <a:off x="3569465" y="3316078"/>
            <a:ext cx="2339102" cy="3077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dirty="0"/>
              <a:t>这个视频将侧重于交易管理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 descr="03 Micro Channel with Many Bars  Buy Climax 03m13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6" descr="04 Big Gap Down  Then Reversal Up 04m39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FD77B3D5-1C8A-1183-899B-A93B5149E917}"/>
              </a:ext>
            </a:extLst>
          </p:cNvPr>
          <p:cNvSpPr txBox="1"/>
          <p:nvPr/>
        </p:nvSpPr>
        <p:spPr>
          <a:xfrm>
            <a:off x="3922005" y="4730354"/>
            <a:ext cx="206979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316B93"/>
                </a:solidFill>
              </a:rPr>
              <a:t>连续的强阳线</a:t>
            </a:r>
            <a:endParaRPr lang="en-US" altLang="zh-CN" b="1" dirty="0">
              <a:solidFill>
                <a:srgbClr val="316B93"/>
              </a:solidFill>
            </a:endParaRPr>
          </a:p>
          <a:p>
            <a:r>
              <a:rPr lang="en-US" altLang="zh-CN" b="1" dirty="0">
                <a:solidFill>
                  <a:srgbClr val="316B93"/>
                </a:solidFill>
              </a:rPr>
              <a:t>AIL</a:t>
            </a:r>
            <a:r>
              <a:rPr lang="zh-CN" altLang="en-US" b="1" dirty="0">
                <a:solidFill>
                  <a:srgbClr val="316B93"/>
                </a:solidFill>
              </a:rPr>
              <a:t>可能大家更愿意买入</a:t>
            </a:r>
            <a:endParaRPr lang="en-US" altLang="zh-CN" b="1" dirty="0">
              <a:solidFill>
                <a:srgbClr val="316B93"/>
              </a:solidFill>
            </a:endParaRPr>
          </a:p>
          <a:p>
            <a:r>
              <a:rPr lang="zh-CN" altLang="en-US" b="1" dirty="0">
                <a:solidFill>
                  <a:srgbClr val="316B93"/>
                </a:solidFill>
              </a:rPr>
              <a:t>让后</a:t>
            </a:r>
            <a:r>
              <a:rPr lang="en-US" altLang="zh-CN" b="1" dirty="0">
                <a:solidFill>
                  <a:srgbClr val="316B93"/>
                </a:solidFill>
              </a:rPr>
              <a:t>2</a:t>
            </a:r>
            <a:r>
              <a:rPr lang="zh-CN" altLang="en-US" b="1" dirty="0">
                <a:solidFill>
                  <a:srgbClr val="316B93"/>
                </a:solidFill>
              </a:rPr>
              <a:t>腿涨到</a:t>
            </a:r>
            <a:r>
              <a:rPr lang="en-US" altLang="zh-CN" b="1" dirty="0">
                <a:solidFill>
                  <a:srgbClr val="316B93"/>
                </a:solidFill>
              </a:rPr>
              <a:t>EMA</a:t>
            </a:r>
            <a:endParaRPr lang="zh-CN" altLang="en-US" b="1" dirty="0">
              <a:solidFill>
                <a:srgbClr val="316B93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B427089-9716-64C7-1D22-4DCD5FA6BC32}"/>
              </a:ext>
            </a:extLst>
          </p:cNvPr>
          <p:cNvSpPr txBox="1"/>
          <p:nvPr/>
        </p:nvSpPr>
        <p:spPr>
          <a:xfrm>
            <a:off x="-1487903" y="127018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467D1CD-C998-4FE6-C566-B01142E5C187}"/>
              </a:ext>
            </a:extLst>
          </p:cNvPr>
          <p:cNvSpPr txBox="1"/>
          <p:nvPr/>
        </p:nvSpPr>
        <p:spPr>
          <a:xfrm>
            <a:off x="-851273" y="127018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9723709-3501-3574-176D-AEC015B80FFF}"/>
              </a:ext>
            </a:extLst>
          </p:cNvPr>
          <p:cNvSpPr txBox="1"/>
          <p:nvPr/>
        </p:nvSpPr>
        <p:spPr>
          <a:xfrm>
            <a:off x="-1487903" y="180011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2DE25E9-201A-45C9-7835-8CBF60A5F911}"/>
              </a:ext>
            </a:extLst>
          </p:cNvPr>
          <p:cNvSpPr txBox="1"/>
          <p:nvPr/>
        </p:nvSpPr>
        <p:spPr>
          <a:xfrm>
            <a:off x="-851272" y="180011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65B0083-DA0B-416C-5854-FC0321689CD7}"/>
              </a:ext>
            </a:extLst>
          </p:cNvPr>
          <p:cNvSpPr txBox="1"/>
          <p:nvPr/>
        </p:nvSpPr>
        <p:spPr>
          <a:xfrm>
            <a:off x="3922005" y="3807023"/>
            <a:ext cx="26981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AF8647"/>
                </a:solidFill>
              </a:rPr>
              <a:t>好的买入信号，但是体积比较小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BF6177D-CE4A-1C89-7AF0-A4BD476319E4}"/>
              </a:ext>
            </a:extLst>
          </p:cNvPr>
          <p:cNvSpPr txBox="1"/>
          <p:nvPr/>
        </p:nvSpPr>
        <p:spPr>
          <a:xfrm>
            <a:off x="3792161" y="4265253"/>
            <a:ext cx="29578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256824"/>
                </a:solidFill>
              </a:rPr>
              <a:t>好的入场</a:t>
            </a:r>
            <a:r>
              <a:rPr lang="en-US" altLang="zh-CN" b="1" dirty="0">
                <a:solidFill>
                  <a:srgbClr val="256824"/>
                </a:solidFill>
              </a:rPr>
              <a:t>K</a:t>
            </a:r>
            <a:r>
              <a:rPr lang="zh-CN" altLang="en-US" b="1" dirty="0">
                <a:solidFill>
                  <a:srgbClr val="256824"/>
                </a:solidFill>
              </a:rPr>
              <a:t>，上涨趋势</a:t>
            </a:r>
            <a:r>
              <a:rPr lang="en-US" altLang="zh-CN" b="1" dirty="0">
                <a:solidFill>
                  <a:srgbClr val="256824"/>
                </a:solidFill>
              </a:rPr>
              <a:t>K</a:t>
            </a:r>
            <a:r>
              <a:rPr lang="zh-CN" altLang="en-US" b="1" dirty="0">
                <a:solidFill>
                  <a:srgbClr val="256824"/>
                </a:solidFill>
              </a:rPr>
              <a:t>，收在高出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7" descr="05 Bull Reversal  But Lacks Consecutive Big Bull Bars 05m48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19C4A067-44C3-E8CE-6D8E-224F7B6F255D}"/>
              </a:ext>
            </a:extLst>
          </p:cNvPr>
          <p:cNvSpPr txBox="1"/>
          <p:nvPr/>
        </p:nvSpPr>
        <p:spPr>
          <a:xfrm>
            <a:off x="-1487903" y="127018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3CDADFB-6233-0E13-F2FE-07CEDE584184}"/>
              </a:ext>
            </a:extLst>
          </p:cNvPr>
          <p:cNvSpPr txBox="1"/>
          <p:nvPr/>
        </p:nvSpPr>
        <p:spPr>
          <a:xfrm>
            <a:off x="-851273" y="127018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8D49492-4DDE-996C-274A-4A9DE6DE71C7}"/>
              </a:ext>
            </a:extLst>
          </p:cNvPr>
          <p:cNvSpPr txBox="1"/>
          <p:nvPr/>
        </p:nvSpPr>
        <p:spPr>
          <a:xfrm>
            <a:off x="-1487903" y="180011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C8C3B73-440A-63DD-30BB-C31EA254D887}"/>
              </a:ext>
            </a:extLst>
          </p:cNvPr>
          <p:cNvSpPr txBox="1"/>
          <p:nvPr/>
        </p:nvSpPr>
        <p:spPr>
          <a:xfrm>
            <a:off x="-851272" y="180011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71FBC87-6338-1D3C-0FCB-4791C683159C}"/>
              </a:ext>
            </a:extLst>
          </p:cNvPr>
          <p:cNvSpPr txBox="1"/>
          <p:nvPr/>
        </p:nvSpPr>
        <p:spPr>
          <a:xfrm>
            <a:off x="4891632" y="1424069"/>
            <a:ext cx="21595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316B93"/>
                </a:solidFill>
              </a:rPr>
              <a:t>早入场，低胜率，低风险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5130677-C9FB-7B08-9A53-1E34FDCEFBF3}"/>
              </a:ext>
            </a:extLst>
          </p:cNvPr>
          <p:cNvSpPr txBox="1"/>
          <p:nvPr/>
        </p:nvSpPr>
        <p:spPr>
          <a:xfrm>
            <a:off x="3987865" y="4719113"/>
            <a:ext cx="25875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多头买入强势反转阳线的收盘</a:t>
            </a:r>
            <a:endParaRPr lang="en-US" altLang="zh-CN" dirty="0">
              <a:solidFill>
                <a:srgbClr val="256824"/>
              </a:solidFill>
            </a:endParaRPr>
          </a:p>
          <a:p>
            <a:r>
              <a:rPr lang="zh-CN" altLang="en-US" dirty="0">
                <a:solidFill>
                  <a:srgbClr val="256824"/>
                </a:solidFill>
              </a:rPr>
              <a:t>期待价格上涨能触发</a:t>
            </a:r>
            <a:r>
              <a:rPr lang="en-US" altLang="zh-CN" dirty="0">
                <a:solidFill>
                  <a:srgbClr val="256824"/>
                </a:solidFill>
              </a:rPr>
              <a:t>stop buy</a:t>
            </a:r>
            <a:endParaRPr lang="zh-CN" altLang="en-US" dirty="0">
              <a:solidFill>
                <a:srgbClr val="256824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8" descr="06 Weak Rally  Probably Sideways to MA 07m52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98B516D2-BE55-A451-96FE-9711C6B228B4}"/>
              </a:ext>
            </a:extLst>
          </p:cNvPr>
          <p:cNvSpPr txBox="1"/>
          <p:nvPr/>
        </p:nvSpPr>
        <p:spPr>
          <a:xfrm>
            <a:off x="-1487903" y="127018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F06B7E1-47E5-3DF4-DCB0-42D5EC03A0EB}"/>
              </a:ext>
            </a:extLst>
          </p:cNvPr>
          <p:cNvSpPr txBox="1"/>
          <p:nvPr/>
        </p:nvSpPr>
        <p:spPr>
          <a:xfrm>
            <a:off x="-851273" y="127018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F16499B-5408-21F0-EE9C-8540EADA63D0}"/>
              </a:ext>
            </a:extLst>
          </p:cNvPr>
          <p:cNvSpPr txBox="1"/>
          <p:nvPr/>
        </p:nvSpPr>
        <p:spPr>
          <a:xfrm>
            <a:off x="-1487903" y="180011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872385F-3E87-0C9B-FA4F-A8AF344216F2}"/>
              </a:ext>
            </a:extLst>
          </p:cNvPr>
          <p:cNvSpPr txBox="1"/>
          <p:nvPr/>
        </p:nvSpPr>
        <p:spPr>
          <a:xfrm>
            <a:off x="-851272" y="180011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AA6F87F-7E62-5BE9-40B6-3CF8BA5F5348}"/>
              </a:ext>
            </a:extLst>
          </p:cNvPr>
          <p:cNvSpPr txBox="1"/>
          <p:nvPr/>
        </p:nvSpPr>
        <p:spPr>
          <a:xfrm>
            <a:off x="-1487903" y="285443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C5EA7FF-5811-49CF-9F27-1DBD91AC6CEA}"/>
              </a:ext>
            </a:extLst>
          </p:cNvPr>
          <p:cNvSpPr txBox="1"/>
          <p:nvPr/>
        </p:nvSpPr>
        <p:spPr>
          <a:xfrm>
            <a:off x="-851273" y="285443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FC9F0E3-E68C-7EF7-1158-780200045727}"/>
              </a:ext>
            </a:extLst>
          </p:cNvPr>
          <p:cNvSpPr txBox="1"/>
          <p:nvPr/>
        </p:nvSpPr>
        <p:spPr>
          <a:xfrm>
            <a:off x="-1487903" y="3384369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D57516E-4DE4-5880-5FF7-576FD337B560}"/>
              </a:ext>
            </a:extLst>
          </p:cNvPr>
          <p:cNvSpPr txBox="1"/>
          <p:nvPr/>
        </p:nvSpPr>
        <p:spPr>
          <a:xfrm>
            <a:off x="-851272" y="3384369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4406FC0-AE05-4641-04B1-BFF89EEB7576}"/>
              </a:ext>
            </a:extLst>
          </p:cNvPr>
          <p:cNvSpPr txBox="1"/>
          <p:nvPr/>
        </p:nvSpPr>
        <p:spPr>
          <a:xfrm>
            <a:off x="3486813" y="6733625"/>
            <a:ext cx="21595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连续三根阳线的上涨趋势</a:t>
            </a:r>
            <a:endParaRPr lang="en-US" altLang="zh-CN" dirty="0">
              <a:solidFill>
                <a:srgbClr val="CE1DD3"/>
              </a:solidFill>
            </a:endParaRPr>
          </a:p>
          <a:p>
            <a:r>
              <a:rPr lang="zh-CN" altLang="en-US" dirty="0">
                <a:solidFill>
                  <a:srgbClr val="CE1DD3"/>
                </a:solidFill>
              </a:rPr>
              <a:t>第一次向下会被买起来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440787E2-C6E7-3D0C-EFEB-E5C46592E8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"/>
            <a:ext cx="14630400" cy="822198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9A259A91-1557-5BD5-4640-EDA1302BFC02}"/>
              </a:ext>
            </a:extLst>
          </p:cNvPr>
          <p:cNvSpPr txBox="1"/>
          <p:nvPr/>
        </p:nvSpPr>
        <p:spPr>
          <a:xfrm>
            <a:off x="-1487903" y="127018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8909B93-C94C-0C31-09C8-8DD6AAAD3E24}"/>
              </a:ext>
            </a:extLst>
          </p:cNvPr>
          <p:cNvSpPr txBox="1"/>
          <p:nvPr/>
        </p:nvSpPr>
        <p:spPr>
          <a:xfrm>
            <a:off x="-851273" y="127018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988D045-BB1E-8D8F-B8C5-A17E7ACAE465}"/>
              </a:ext>
            </a:extLst>
          </p:cNvPr>
          <p:cNvSpPr txBox="1"/>
          <p:nvPr/>
        </p:nvSpPr>
        <p:spPr>
          <a:xfrm>
            <a:off x="-1487903" y="180011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8038B34-7620-0A59-5812-7128C52BB1B3}"/>
              </a:ext>
            </a:extLst>
          </p:cNvPr>
          <p:cNvSpPr txBox="1"/>
          <p:nvPr/>
        </p:nvSpPr>
        <p:spPr>
          <a:xfrm>
            <a:off x="-851272" y="180011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60A292C-8BB5-E044-7D9F-7656D8BB9F5E}"/>
              </a:ext>
            </a:extLst>
          </p:cNvPr>
          <p:cNvSpPr txBox="1"/>
          <p:nvPr/>
        </p:nvSpPr>
        <p:spPr>
          <a:xfrm>
            <a:off x="-1487903" y="285443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3C483B6-C5AC-AE53-A8DA-314DED3E2901}"/>
              </a:ext>
            </a:extLst>
          </p:cNvPr>
          <p:cNvSpPr txBox="1"/>
          <p:nvPr/>
        </p:nvSpPr>
        <p:spPr>
          <a:xfrm>
            <a:off x="-851273" y="285443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D62C6B7-08DF-8B93-1957-65DA9BECDB0D}"/>
              </a:ext>
            </a:extLst>
          </p:cNvPr>
          <p:cNvSpPr txBox="1"/>
          <p:nvPr/>
        </p:nvSpPr>
        <p:spPr>
          <a:xfrm>
            <a:off x="-1487903" y="3384369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43277BC-3DEC-E522-A8F5-B962EC1C7225}"/>
              </a:ext>
            </a:extLst>
          </p:cNvPr>
          <p:cNvSpPr txBox="1"/>
          <p:nvPr/>
        </p:nvSpPr>
        <p:spPr>
          <a:xfrm>
            <a:off x="-851272" y="3384369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331D77B-DC4A-159D-3D09-50B31A653B51}"/>
              </a:ext>
            </a:extLst>
          </p:cNvPr>
          <p:cNvSpPr txBox="1"/>
          <p:nvPr/>
        </p:nvSpPr>
        <p:spPr>
          <a:xfrm>
            <a:off x="3975908" y="6243536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上影线</a:t>
            </a:r>
            <a:endParaRPr lang="en-US" altLang="zh-CN" dirty="0">
              <a:solidFill>
                <a:srgbClr val="AF8647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8155B7B-D8F8-9481-160B-3A59C5CE263E}"/>
              </a:ext>
            </a:extLst>
          </p:cNvPr>
          <p:cNvSpPr txBox="1"/>
          <p:nvPr/>
        </p:nvSpPr>
        <p:spPr>
          <a:xfrm>
            <a:off x="4065675" y="655396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阴线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75CA215-A2D7-0757-B6ED-A852F11AC614}"/>
              </a:ext>
            </a:extLst>
          </p:cNvPr>
          <p:cNvSpPr txBox="1"/>
          <p:nvPr/>
        </p:nvSpPr>
        <p:spPr>
          <a:xfrm>
            <a:off x="3636335" y="6974958"/>
            <a:ext cx="25074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说明力量减弱</a:t>
            </a:r>
            <a:endParaRPr lang="en-US" altLang="zh-CN" dirty="0"/>
          </a:p>
          <a:p>
            <a:r>
              <a:rPr lang="zh-CN" altLang="en-US" dirty="0"/>
              <a:t>增加了</a:t>
            </a:r>
            <a:r>
              <a:rPr lang="en-US" altLang="zh-CN" dirty="0"/>
              <a:t>Bull leg</a:t>
            </a:r>
            <a:r>
              <a:rPr lang="zh-CN" altLang="en-US" dirty="0"/>
              <a:t> </a:t>
            </a:r>
            <a:r>
              <a:rPr lang="en-US" altLang="zh-CN" dirty="0"/>
              <a:t>in TR</a:t>
            </a:r>
            <a:r>
              <a:rPr lang="zh-CN" altLang="en-US" dirty="0"/>
              <a:t>的可能性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DF2CF76-CEDE-44FB-CF83-1F181E77341A}"/>
              </a:ext>
            </a:extLst>
          </p:cNvPr>
          <p:cNvSpPr txBox="1"/>
          <p:nvPr/>
        </p:nvSpPr>
        <p:spPr>
          <a:xfrm>
            <a:off x="2426925" y="3384369"/>
            <a:ext cx="35958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316B93"/>
                </a:solidFill>
              </a:rPr>
              <a:t>距离</a:t>
            </a:r>
            <a:r>
              <a:rPr lang="en-US" altLang="zh-CN" b="1" dirty="0">
                <a:solidFill>
                  <a:srgbClr val="316B93"/>
                </a:solidFill>
              </a:rPr>
              <a:t>MM</a:t>
            </a:r>
            <a:r>
              <a:rPr lang="zh-CN" altLang="en-US" b="1" dirty="0">
                <a:solidFill>
                  <a:srgbClr val="316B93"/>
                </a:solidFill>
              </a:rPr>
              <a:t>目标位和</a:t>
            </a:r>
            <a:r>
              <a:rPr lang="en-US" altLang="zh-CN" b="1" dirty="0">
                <a:solidFill>
                  <a:srgbClr val="316B93"/>
                </a:solidFill>
              </a:rPr>
              <a:t>EMA</a:t>
            </a:r>
            <a:r>
              <a:rPr lang="zh-CN" altLang="en-US" b="1" dirty="0">
                <a:solidFill>
                  <a:srgbClr val="316B93"/>
                </a:solidFill>
              </a:rPr>
              <a:t>还有段距离</a:t>
            </a:r>
            <a:endParaRPr lang="en-US" altLang="zh-CN" b="1" dirty="0">
              <a:solidFill>
                <a:srgbClr val="316B93"/>
              </a:solidFill>
            </a:endParaRPr>
          </a:p>
          <a:p>
            <a:r>
              <a:rPr lang="zh-CN" altLang="en-US" b="1" dirty="0">
                <a:solidFill>
                  <a:srgbClr val="316B93"/>
                </a:solidFill>
              </a:rPr>
              <a:t>所以可以继续持有多头仓位，还会上涨一点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0" descr="08 Bears Need More Bear Bars  Else TR Likely 10m35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4649F852-DA2E-408F-7083-415E0494BCA7}"/>
              </a:ext>
            </a:extLst>
          </p:cNvPr>
          <p:cNvSpPr txBox="1"/>
          <p:nvPr/>
        </p:nvSpPr>
        <p:spPr>
          <a:xfrm>
            <a:off x="-1487903" y="127018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A541ED4-F6A8-58E9-BFB3-0C1E7CAE233A}"/>
              </a:ext>
            </a:extLst>
          </p:cNvPr>
          <p:cNvSpPr txBox="1"/>
          <p:nvPr/>
        </p:nvSpPr>
        <p:spPr>
          <a:xfrm>
            <a:off x="-851273" y="127018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7936016-5211-0A8D-D6EF-6FC6693355D2}"/>
              </a:ext>
            </a:extLst>
          </p:cNvPr>
          <p:cNvSpPr txBox="1"/>
          <p:nvPr/>
        </p:nvSpPr>
        <p:spPr>
          <a:xfrm>
            <a:off x="-1487903" y="180011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87D8AC6-439C-AEA0-2A7D-24EB1C414224}"/>
              </a:ext>
            </a:extLst>
          </p:cNvPr>
          <p:cNvSpPr txBox="1"/>
          <p:nvPr/>
        </p:nvSpPr>
        <p:spPr>
          <a:xfrm>
            <a:off x="-851272" y="180011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CEB4A4F-2429-CC05-312F-C488C9DE762A}"/>
              </a:ext>
            </a:extLst>
          </p:cNvPr>
          <p:cNvSpPr txBox="1"/>
          <p:nvPr/>
        </p:nvSpPr>
        <p:spPr>
          <a:xfrm>
            <a:off x="-1487903" y="285443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B222042-6AC1-E1BC-2C40-C323A8E960CD}"/>
              </a:ext>
            </a:extLst>
          </p:cNvPr>
          <p:cNvSpPr txBox="1"/>
          <p:nvPr/>
        </p:nvSpPr>
        <p:spPr>
          <a:xfrm>
            <a:off x="-851273" y="285443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1580899-56BC-A556-A78B-332CC61BD21D}"/>
              </a:ext>
            </a:extLst>
          </p:cNvPr>
          <p:cNvSpPr txBox="1"/>
          <p:nvPr/>
        </p:nvSpPr>
        <p:spPr>
          <a:xfrm>
            <a:off x="-1487903" y="3384369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0EFF812-2BDB-3C2C-EAE6-8B636E88DE42}"/>
              </a:ext>
            </a:extLst>
          </p:cNvPr>
          <p:cNvSpPr txBox="1"/>
          <p:nvPr/>
        </p:nvSpPr>
        <p:spPr>
          <a:xfrm>
            <a:off x="-851272" y="3384369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E16261B-C2E0-2D32-2ED4-BACB228EE1F6}"/>
              </a:ext>
            </a:extLst>
          </p:cNvPr>
          <p:cNvSpPr txBox="1"/>
          <p:nvPr/>
        </p:nvSpPr>
        <p:spPr>
          <a:xfrm>
            <a:off x="287734" y="2184582"/>
            <a:ext cx="46233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一些多头此时认为要么是</a:t>
            </a:r>
            <a:r>
              <a:rPr lang="en-US" altLang="zh-CN" dirty="0">
                <a:solidFill>
                  <a:srgbClr val="316B93"/>
                </a:solidFill>
              </a:rPr>
              <a:t>bull trend</a:t>
            </a:r>
            <a:r>
              <a:rPr lang="zh-CN" altLang="en-US" dirty="0">
                <a:solidFill>
                  <a:srgbClr val="316B93"/>
                </a:solidFill>
              </a:rPr>
              <a:t>或者</a:t>
            </a:r>
            <a:r>
              <a:rPr lang="en-US" altLang="zh-CN" dirty="0">
                <a:solidFill>
                  <a:srgbClr val="316B93"/>
                </a:solidFill>
              </a:rPr>
              <a:t>TR</a:t>
            </a:r>
            <a:r>
              <a:rPr lang="zh-CN" altLang="en-US" dirty="0">
                <a:solidFill>
                  <a:srgbClr val="316B93"/>
                </a:solidFill>
              </a:rPr>
              <a:t>（</a:t>
            </a:r>
            <a:r>
              <a:rPr lang="en-US" altLang="zh-CN" dirty="0">
                <a:solidFill>
                  <a:srgbClr val="316B93"/>
                </a:solidFill>
              </a:rPr>
              <a:t>2</a:t>
            </a:r>
            <a:r>
              <a:rPr lang="en-US" altLang="zh-CN" baseline="30000" dirty="0">
                <a:solidFill>
                  <a:srgbClr val="316B93"/>
                </a:solidFill>
              </a:rPr>
              <a:t>nd</a:t>
            </a:r>
            <a:r>
              <a:rPr lang="en-US" altLang="zh-CN" dirty="0">
                <a:solidFill>
                  <a:srgbClr val="316B93"/>
                </a:solidFill>
              </a:rPr>
              <a:t> leg up</a:t>
            </a:r>
            <a:r>
              <a:rPr lang="zh-CN" altLang="en-US" dirty="0">
                <a:solidFill>
                  <a:srgbClr val="316B93"/>
                </a:solidFill>
              </a:rPr>
              <a:t>）</a:t>
            </a:r>
            <a:endParaRPr lang="en-US" altLang="zh-CN" dirty="0">
              <a:solidFill>
                <a:srgbClr val="316B93"/>
              </a:solidFill>
            </a:endParaRPr>
          </a:p>
          <a:p>
            <a:r>
              <a:rPr lang="zh-CN" altLang="en-US" dirty="0">
                <a:solidFill>
                  <a:srgbClr val="316B93"/>
                </a:solidFill>
              </a:rPr>
              <a:t>而不是直接的</a:t>
            </a:r>
            <a:r>
              <a:rPr lang="en-US" altLang="zh-CN" dirty="0">
                <a:solidFill>
                  <a:srgbClr val="316B93"/>
                </a:solidFill>
              </a:rPr>
              <a:t>bear trend</a:t>
            </a:r>
            <a:endParaRPr lang="zh-CN" altLang="en-US" dirty="0">
              <a:solidFill>
                <a:srgbClr val="316B93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4B65EE9-B339-39EB-F39C-A093D36264C7}"/>
              </a:ext>
            </a:extLst>
          </p:cNvPr>
          <p:cNvSpPr txBox="1"/>
          <p:nvPr/>
        </p:nvSpPr>
        <p:spPr>
          <a:xfrm>
            <a:off x="6845889" y="3129617"/>
            <a:ext cx="269817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除非接近</a:t>
            </a:r>
            <a:r>
              <a:rPr lang="en-US" altLang="zh-CN" dirty="0">
                <a:solidFill>
                  <a:srgbClr val="256824"/>
                </a:solidFill>
              </a:rPr>
              <a:t>EMA</a:t>
            </a:r>
            <a:r>
              <a:rPr lang="zh-CN" altLang="en-US" dirty="0">
                <a:solidFill>
                  <a:srgbClr val="256824"/>
                </a:solidFill>
              </a:rPr>
              <a:t>然后反转向下</a:t>
            </a:r>
            <a:endParaRPr lang="en-US" altLang="zh-CN" dirty="0">
              <a:solidFill>
                <a:srgbClr val="256824"/>
              </a:solidFill>
            </a:endParaRPr>
          </a:p>
          <a:p>
            <a:r>
              <a:rPr lang="zh-CN" altLang="en-US" dirty="0">
                <a:solidFill>
                  <a:srgbClr val="256824"/>
                </a:solidFill>
              </a:rPr>
              <a:t>或者强势向下突破，并且有跟随</a:t>
            </a:r>
            <a:endParaRPr lang="en-US" altLang="zh-CN" dirty="0">
              <a:solidFill>
                <a:srgbClr val="256824"/>
              </a:solidFill>
            </a:endParaRPr>
          </a:p>
          <a:p>
            <a:r>
              <a:rPr lang="zh-CN" altLang="en-US" dirty="0">
                <a:solidFill>
                  <a:srgbClr val="256824"/>
                </a:solidFill>
              </a:rPr>
              <a:t>否则此时依然认为是</a:t>
            </a:r>
            <a:r>
              <a:rPr lang="en-US" altLang="zh-CN" dirty="0">
                <a:solidFill>
                  <a:srgbClr val="256824"/>
                </a:solidFill>
              </a:rPr>
              <a:t>bullish</a:t>
            </a:r>
            <a:endParaRPr lang="zh-CN" altLang="en-US" dirty="0">
              <a:solidFill>
                <a:srgbClr val="256824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747B2F1-675D-D59F-FDE1-300169015D9A}"/>
              </a:ext>
            </a:extLst>
          </p:cNvPr>
          <p:cNvSpPr txBox="1"/>
          <p:nvPr/>
        </p:nvSpPr>
        <p:spPr>
          <a:xfrm>
            <a:off x="4156662" y="6426972"/>
            <a:ext cx="248337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AF8647"/>
                </a:solidFill>
              </a:rPr>
              <a:t>最强势的多头</a:t>
            </a:r>
            <a:endParaRPr lang="en-US" altLang="zh-CN" b="1" dirty="0">
              <a:solidFill>
                <a:srgbClr val="AF8647"/>
              </a:solidFill>
            </a:endParaRPr>
          </a:p>
          <a:p>
            <a:r>
              <a:rPr lang="zh-CN" altLang="en-US" b="1" dirty="0">
                <a:solidFill>
                  <a:srgbClr val="AF8647"/>
                </a:solidFill>
              </a:rPr>
              <a:t>宽止损到下方</a:t>
            </a:r>
            <a:r>
              <a:rPr lang="en-US" altLang="zh-CN" b="1" dirty="0">
                <a:solidFill>
                  <a:srgbClr val="AF8647"/>
                </a:solidFill>
              </a:rPr>
              <a:t>MM</a:t>
            </a:r>
          </a:p>
          <a:p>
            <a:r>
              <a:rPr lang="zh-CN" altLang="en-US" b="1" dirty="0">
                <a:solidFill>
                  <a:srgbClr val="AF8647"/>
                </a:solidFill>
              </a:rPr>
              <a:t>在低点加仓</a:t>
            </a:r>
            <a:endParaRPr lang="en-US" altLang="zh-CN" b="1" dirty="0">
              <a:solidFill>
                <a:srgbClr val="AF8647"/>
              </a:solidFill>
            </a:endParaRPr>
          </a:p>
          <a:p>
            <a:r>
              <a:rPr lang="zh-CN" altLang="en-US" b="1" dirty="0">
                <a:solidFill>
                  <a:srgbClr val="AF8647"/>
                </a:solidFill>
              </a:rPr>
              <a:t>（前提是</a:t>
            </a:r>
            <a:r>
              <a:rPr lang="en-US" altLang="zh-CN" b="1" dirty="0">
                <a:solidFill>
                  <a:srgbClr val="AF8647"/>
                </a:solidFill>
              </a:rPr>
              <a:t>trade very small</a:t>
            </a:r>
            <a:r>
              <a:rPr lang="zh-CN" altLang="en-US" b="1" dirty="0">
                <a:solidFill>
                  <a:srgbClr val="AF8647"/>
                </a:solidFill>
              </a:rPr>
              <a:t>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1" descr="09 DT, but Bad Sell Signal Bar  More TR Likely 12m31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39C3229C-36E7-80FF-C237-3EE3D6161E14}"/>
              </a:ext>
            </a:extLst>
          </p:cNvPr>
          <p:cNvSpPr txBox="1"/>
          <p:nvPr/>
        </p:nvSpPr>
        <p:spPr>
          <a:xfrm>
            <a:off x="-1487903" y="127018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8DC2C8C-02C0-F43C-FE87-55012674FB41}"/>
              </a:ext>
            </a:extLst>
          </p:cNvPr>
          <p:cNvSpPr txBox="1"/>
          <p:nvPr/>
        </p:nvSpPr>
        <p:spPr>
          <a:xfrm>
            <a:off x="-851273" y="127018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776F527-6A31-11CF-BD91-DFAB398EADD9}"/>
              </a:ext>
            </a:extLst>
          </p:cNvPr>
          <p:cNvSpPr txBox="1"/>
          <p:nvPr/>
        </p:nvSpPr>
        <p:spPr>
          <a:xfrm>
            <a:off x="-1487903" y="180011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3EA9D44-1DB1-4F14-9A3D-D115FF9830A7}"/>
              </a:ext>
            </a:extLst>
          </p:cNvPr>
          <p:cNvSpPr txBox="1"/>
          <p:nvPr/>
        </p:nvSpPr>
        <p:spPr>
          <a:xfrm>
            <a:off x="-851272" y="180011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E712367-568A-0C9C-B631-5178EDC7B016}"/>
              </a:ext>
            </a:extLst>
          </p:cNvPr>
          <p:cNvSpPr txBox="1"/>
          <p:nvPr/>
        </p:nvSpPr>
        <p:spPr>
          <a:xfrm>
            <a:off x="-1487904" y="3807023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CD33945-08C6-24AD-B7D8-2C2AA9744CD3}"/>
              </a:ext>
            </a:extLst>
          </p:cNvPr>
          <p:cNvSpPr txBox="1"/>
          <p:nvPr/>
        </p:nvSpPr>
        <p:spPr>
          <a:xfrm>
            <a:off x="-851274" y="3807023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7E40027-2938-AFD9-CAEF-CCBDF89DCEF7}"/>
              </a:ext>
            </a:extLst>
          </p:cNvPr>
          <p:cNvSpPr txBox="1"/>
          <p:nvPr/>
        </p:nvSpPr>
        <p:spPr>
          <a:xfrm>
            <a:off x="-1487904" y="4336960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EAFCF0B-837C-B54E-CBA8-047AE7E3BC0F}"/>
              </a:ext>
            </a:extLst>
          </p:cNvPr>
          <p:cNvSpPr txBox="1"/>
          <p:nvPr/>
        </p:nvSpPr>
        <p:spPr>
          <a:xfrm>
            <a:off x="-851273" y="4336960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782D30C-9267-6F0F-562C-1B0D4D2FAC9B}"/>
              </a:ext>
            </a:extLst>
          </p:cNvPr>
          <p:cNvSpPr txBox="1"/>
          <p:nvPr/>
        </p:nvSpPr>
        <p:spPr>
          <a:xfrm>
            <a:off x="4551390" y="1295785"/>
            <a:ext cx="23984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316B93"/>
                </a:solidFill>
              </a:rPr>
              <a:t>可能性很多，所以很可能</a:t>
            </a:r>
            <a:r>
              <a:rPr lang="en-US" altLang="zh-CN" b="1" dirty="0">
                <a:solidFill>
                  <a:srgbClr val="316B93"/>
                </a:solidFill>
              </a:rPr>
              <a:t>TR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0D45307-CAD1-AC30-AB65-8AA11543037A}"/>
              </a:ext>
            </a:extLst>
          </p:cNvPr>
          <p:cNvSpPr txBox="1"/>
          <p:nvPr/>
        </p:nvSpPr>
        <p:spPr>
          <a:xfrm>
            <a:off x="4077501" y="5049771"/>
            <a:ext cx="26468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CE1DD3"/>
                </a:solidFill>
              </a:rPr>
              <a:t>一些多头会在</a:t>
            </a:r>
            <a:r>
              <a:rPr lang="en-US" altLang="zh-CN" b="1" dirty="0">
                <a:solidFill>
                  <a:srgbClr val="CE1DD3"/>
                </a:solidFill>
              </a:rPr>
              <a:t>L2</a:t>
            </a:r>
            <a:r>
              <a:rPr lang="zh-CN" altLang="en-US" b="1" dirty="0">
                <a:solidFill>
                  <a:srgbClr val="CE1DD3"/>
                </a:solidFill>
              </a:rPr>
              <a:t>信号</a:t>
            </a:r>
            <a:r>
              <a:rPr lang="en-US" altLang="zh-CN" b="1" dirty="0">
                <a:solidFill>
                  <a:srgbClr val="CE1DD3"/>
                </a:solidFill>
              </a:rPr>
              <a:t>k</a:t>
            </a:r>
            <a:r>
              <a:rPr lang="zh-CN" altLang="en-US" b="1" dirty="0">
                <a:solidFill>
                  <a:srgbClr val="CE1DD3"/>
                </a:solidFill>
              </a:rPr>
              <a:t>下方离场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C23B803-A08F-EEF1-662E-978D40BCCABC}"/>
              </a:ext>
            </a:extLst>
          </p:cNvPr>
          <p:cNvSpPr txBox="1"/>
          <p:nvPr/>
        </p:nvSpPr>
        <p:spPr>
          <a:xfrm>
            <a:off x="4172860" y="5357548"/>
            <a:ext cx="1441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AF8647"/>
                </a:solidFill>
              </a:rPr>
              <a:t>或者三角形下方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C89908E-D95B-E38F-4299-4B1ED5F87A27}"/>
              </a:ext>
            </a:extLst>
          </p:cNvPr>
          <p:cNvSpPr txBox="1"/>
          <p:nvPr/>
        </p:nvSpPr>
        <p:spPr>
          <a:xfrm>
            <a:off x="-1487903" y="23244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BA1C20"/>
                </a:solidFill>
              </a:rPr>
              <a:t>红色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B2D8B91-0F8F-7B95-93EB-5AC54B57C3DF}"/>
              </a:ext>
            </a:extLst>
          </p:cNvPr>
          <p:cNvSpPr txBox="1"/>
          <p:nvPr/>
        </p:nvSpPr>
        <p:spPr>
          <a:xfrm>
            <a:off x="-1487905" y="486133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5613048-0234-C3F5-F663-24EDD133AA08}"/>
              </a:ext>
            </a:extLst>
          </p:cNvPr>
          <p:cNvSpPr txBox="1"/>
          <p:nvPr/>
        </p:nvSpPr>
        <p:spPr>
          <a:xfrm>
            <a:off x="3790088" y="5819213"/>
            <a:ext cx="30572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BA1C20"/>
                </a:solidFill>
              </a:rPr>
              <a:t>一些多头会在强势突破阴线收盘离场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A22E04E-2E47-3926-07D7-EA665DA7D12C}"/>
              </a:ext>
            </a:extLst>
          </p:cNvPr>
          <p:cNvSpPr txBox="1"/>
          <p:nvPr/>
        </p:nvSpPr>
        <p:spPr>
          <a:xfrm>
            <a:off x="3667132" y="6780424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316B93"/>
                </a:solidFill>
              </a:rPr>
              <a:t>一些多头会在止损位离场，今天低点</a:t>
            </a:r>
            <a:endParaRPr lang="en-US" altLang="zh-CN" b="1" dirty="0">
              <a:solidFill>
                <a:srgbClr val="316B93"/>
              </a:solidFill>
            </a:endParaRPr>
          </a:p>
          <a:p>
            <a:r>
              <a:rPr lang="zh-CN" altLang="en-US" b="1" dirty="0">
                <a:solidFill>
                  <a:srgbClr val="316B93"/>
                </a:solidFill>
              </a:rPr>
              <a:t>或者在突破的跟随</a:t>
            </a:r>
            <a:r>
              <a:rPr lang="en-US" altLang="zh-CN" b="1" dirty="0">
                <a:solidFill>
                  <a:srgbClr val="316B93"/>
                </a:solidFill>
              </a:rPr>
              <a:t>k</a:t>
            </a:r>
            <a:r>
              <a:rPr lang="zh-CN" altLang="en-US" b="1" dirty="0">
                <a:solidFill>
                  <a:srgbClr val="316B93"/>
                </a:solidFill>
              </a:rPr>
              <a:t>收盘离场</a:t>
            </a:r>
            <a:endParaRPr lang="en-US" altLang="zh-CN" b="1" dirty="0">
              <a:solidFill>
                <a:srgbClr val="316B93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2" descr="10 Bad Follow-Through Selling  TR Likely 13m28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53889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430DB67E-5D9A-B46B-BEE7-C00C3DF8D00C}"/>
              </a:ext>
            </a:extLst>
          </p:cNvPr>
          <p:cNvSpPr txBox="1"/>
          <p:nvPr/>
        </p:nvSpPr>
        <p:spPr>
          <a:xfrm>
            <a:off x="-1487903" y="127018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92C64DE-140D-7B12-DEA5-22482F6D3193}"/>
              </a:ext>
            </a:extLst>
          </p:cNvPr>
          <p:cNvSpPr txBox="1"/>
          <p:nvPr/>
        </p:nvSpPr>
        <p:spPr>
          <a:xfrm>
            <a:off x="-851273" y="127018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A1FFB49-F118-BC2B-0932-E67C1963BCDD}"/>
              </a:ext>
            </a:extLst>
          </p:cNvPr>
          <p:cNvSpPr txBox="1"/>
          <p:nvPr/>
        </p:nvSpPr>
        <p:spPr>
          <a:xfrm>
            <a:off x="-1487903" y="180011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06B57E2-4B5F-9389-B405-5CCA6ED62911}"/>
              </a:ext>
            </a:extLst>
          </p:cNvPr>
          <p:cNvSpPr txBox="1"/>
          <p:nvPr/>
        </p:nvSpPr>
        <p:spPr>
          <a:xfrm>
            <a:off x="-851272" y="180011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FF48AC-1B56-AA67-4740-92ED4730EC7E}"/>
              </a:ext>
            </a:extLst>
          </p:cNvPr>
          <p:cNvSpPr txBox="1"/>
          <p:nvPr/>
        </p:nvSpPr>
        <p:spPr>
          <a:xfrm>
            <a:off x="-1487904" y="3807023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37FA570-02AF-8DC1-C475-1074E4CE1BCF}"/>
              </a:ext>
            </a:extLst>
          </p:cNvPr>
          <p:cNvSpPr txBox="1"/>
          <p:nvPr/>
        </p:nvSpPr>
        <p:spPr>
          <a:xfrm>
            <a:off x="-851274" y="3807023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A65EBD2-D91B-EC1F-0BB9-B8077E5A1E0C}"/>
              </a:ext>
            </a:extLst>
          </p:cNvPr>
          <p:cNvSpPr txBox="1"/>
          <p:nvPr/>
        </p:nvSpPr>
        <p:spPr>
          <a:xfrm>
            <a:off x="-1487904" y="4336960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9455C5D-B861-D2E0-4B97-967FC91E0622}"/>
              </a:ext>
            </a:extLst>
          </p:cNvPr>
          <p:cNvSpPr txBox="1"/>
          <p:nvPr/>
        </p:nvSpPr>
        <p:spPr>
          <a:xfrm>
            <a:off x="-851273" y="4336960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A8FB316-EA26-F1EB-9C90-9FF1381F2387}"/>
              </a:ext>
            </a:extLst>
          </p:cNvPr>
          <p:cNvSpPr txBox="1"/>
          <p:nvPr/>
        </p:nvSpPr>
        <p:spPr>
          <a:xfrm>
            <a:off x="-1487903" y="23244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BA1C20"/>
                </a:solidFill>
              </a:rPr>
              <a:t>红色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416BFBD-023D-C800-5D0E-CD9FD43D0909}"/>
              </a:ext>
            </a:extLst>
          </p:cNvPr>
          <p:cNvSpPr txBox="1"/>
          <p:nvPr/>
        </p:nvSpPr>
        <p:spPr>
          <a:xfrm>
            <a:off x="-1487905" y="486133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7B6D713-81B0-6BB5-27C9-DB406E8588DE}"/>
              </a:ext>
            </a:extLst>
          </p:cNvPr>
          <p:cNvSpPr txBox="1"/>
          <p:nvPr/>
        </p:nvSpPr>
        <p:spPr>
          <a:xfrm>
            <a:off x="6771461" y="5169114"/>
            <a:ext cx="233910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256824"/>
                </a:solidFill>
              </a:rPr>
              <a:t>有些空头不离场，信赖止损</a:t>
            </a:r>
            <a:endParaRPr lang="en-US" altLang="zh-CN" b="1" dirty="0">
              <a:solidFill>
                <a:srgbClr val="256824"/>
              </a:solidFill>
            </a:endParaRPr>
          </a:p>
          <a:p>
            <a:r>
              <a:rPr lang="zh-CN" altLang="en-US" b="1" dirty="0">
                <a:solidFill>
                  <a:srgbClr val="256824"/>
                </a:solidFill>
              </a:rPr>
              <a:t>在今天低点买入更多</a:t>
            </a:r>
            <a:endParaRPr lang="en-US" altLang="zh-CN" b="1" dirty="0">
              <a:solidFill>
                <a:srgbClr val="256824"/>
              </a:solidFill>
            </a:endParaRPr>
          </a:p>
          <a:p>
            <a:r>
              <a:rPr lang="zh-CN" altLang="en-US" b="1" dirty="0">
                <a:solidFill>
                  <a:srgbClr val="256824"/>
                </a:solidFill>
              </a:rPr>
              <a:t>赌注交易区间</a:t>
            </a:r>
            <a:endParaRPr lang="en-US" altLang="zh-CN" b="1" dirty="0">
              <a:solidFill>
                <a:srgbClr val="256824"/>
              </a:solidFill>
            </a:endParaRPr>
          </a:p>
          <a:p>
            <a:r>
              <a:rPr lang="zh-CN" altLang="en-US" b="1" dirty="0">
                <a:solidFill>
                  <a:srgbClr val="256824"/>
                </a:solidFill>
              </a:rPr>
              <a:t>或者上涨比下跌可能性更大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3" descr="11 No Strong Sell Signal  Bears Need Strong Bear BO 15m25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A3CD7A5D-E083-4E40-D8F1-6C3A5E001BDF}"/>
              </a:ext>
            </a:extLst>
          </p:cNvPr>
          <p:cNvSpPr txBox="1"/>
          <p:nvPr/>
        </p:nvSpPr>
        <p:spPr>
          <a:xfrm>
            <a:off x="-1487903" y="127018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7189EAC-C819-7411-6A7D-A1F170603CDE}"/>
              </a:ext>
            </a:extLst>
          </p:cNvPr>
          <p:cNvSpPr txBox="1"/>
          <p:nvPr/>
        </p:nvSpPr>
        <p:spPr>
          <a:xfrm>
            <a:off x="-851273" y="127018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6343D99-89E0-6DBF-9B3F-897F3E0ECE50}"/>
              </a:ext>
            </a:extLst>
          </p:cNvPr>
          <p:cNvSpPr txBox="1"/>
          <p:nvPr/>
        </p:nvSpPr>
        <p:spPr>
          <a:xfrm>
            <a:off x="-1487903" y="180011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8320766-A33D-41D8-8CA0-F5524F64187F}"/>
              </a:ext>
            </a:extLst>
          </p:cNvPr>
          <p:cNvSpPr txBox="1"/>
          <p:nvPr/>
        </p:nvSpPr>
        <p:spPr>
          <a:xfrm>
            <a:off x="-851272" y="180011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FFDAB7C-4075-CE1C-276A-7C89D91C52BC}"/>
              </a:ext>
            </a:extLst>
          </p:cNvPr>
          <p:cNvSpPr txBox="1"/>
          <p:nvPr/>
        </p:nvSpPr>
        <p:spPr>
          <a:xfrm>
            <a:off x="-1487904" y="3807023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FA61C8B-39F5-824A-EA86-79BAC3A0330C}"/>
              </a:ext>
            </a:extLst>
          </p:cNvPr>
          <p:cNvSpPr txBox="1"/>
          <p:nvPr/>
        </p:nvSpPr>
        <p:spPr>
          <a:xfrm>
            <a:off x="-851274" y="3807023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5D23AAD-BE7F-4595-0157-778D2892FD11}"/>
              </a:ext>
            </a:extLst>
          </p:cNvPr>
          <p:cNvSpPr txBox="1"/>
          <p:nvPr/>
        </p:nvSpPr>
        <p:spPr>
          <a:xfrm>
            <a:off x="-1487904" y="4336960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951BFAA-87EF-4989-1219-7568B058C03F}"/>
              </a:ext>
            </a:extLst>
          </p:cNvPr>
          <p:cNvSpPr txBox="1"/>
          <p:nvPr/>
        </p:nvSpPr>
        <p:spPr>
          <a:xfrm>
            <a:off x="-851273" y="4336960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8CE1169-4E35-C21D-D679-7FFCE5732F35}"/>
              </a:ext>
            </a:extLst>
          </p:cNvPr>
          <p:cNvSpPr txBox="1"/>
          <p:nvPr/>
        </p:nvSpPr>
        <p:spPr>
          <a:xfrm>
            <a:off x="-1487903" y="23244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BA1C20"/>
                </a:solidFill>
              </a:rPr>
              <a:t>红色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D289EA0-2B16-89EB-A083-9A55BE4BE732}"/>
              </a:ext>
            </a:extLst>
          </p:cNvPr>
          <p:cNvSpPr txBox="1"/>
          <p:nvPr/>
        </p:nvSpPr>
        <p:spPr>
          <a:xfrm>
            <a:off x="-1487905" y="486133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80F3739-E500-70BA-E503-8202BB3C8582}"/>
              </a:ext>
            </a:extLst>
          </p:cNvPr>
          <p:cNvSpPr txBox="1"/>
          <p:nvPr/>
        </p:nvSpPr>
        <p:spPr>
          <a:xfrm>
            <a:off x="6697033" y="3500380"/>
            <a:ext cx="52517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316B93"/>
                </a:solidFill>
              </a:rPr>
              <a:t>低胜率做空，因为还没到</a:t>
            </a:r>
            <a:r>
              <a:rPr lang="en-US" altLang="zh-CN" b="1" dirty="0">
                <a:solidFill>
                  <a:srgbClr val="316B93"/>
                </a:solidFill>
              </a:rPr>
              <a:t>EMA</a:t>
            </a:r>
            <a:r>
              <a:rPr lang="zh-CN" altLang="en-US" b="1" dirty="0">
                <a:solidFill>
                  <a:srgbClr val="316B93"/>
                </a:solidFill>
              </a:rPr>
              <a:t>，那是大多数开盘反转发生的地方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24" descr="12 Without Strong Sell Signal Bar or Strong BO  TR Likely 19m01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9ACB861C-72FB-A789-8345-6584B531ABCA}"/>
              </a:ext>
            </a:extLst>
          </p:cNvPr>
          <p:cNvSpPr txBox="1"/>
          <p:nvPr/>
        </p:nvSpPr>
        <p:spPr>
          <a:xfrm>
            <a:off x="-1487903" y="127018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CD37FC7-1265-D0CD-3180-0DFF112EB3C3}"/>
              </a:ext>
            </a:extLst>
          </p:cNvPr>
          <p:cNvSpPr txBox="1"/>
          <p:nvPr/>
        </p:nvSpPr>
        <p:spPr>
          <a:xfrm>
            <a:off x="-851273" y="127018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DF28B33-5BEE-40A8-0FB0-C8688D9BC119}"/>
              </a:ext>
            </a:extLst>
          </p:cNvPr>
          <p:cNvSpPr txBox="1"/>
          <p:nvPr/>
        </p:nvSpPr>
        <p:spPr>
          <a:xfrm>
            <a:off x="-1487903" y="180011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D1422CD-9180-5BF4-F3DF-ECE8BC87E647}"/>
              </a:ext>
            </a:extLst>
          </p:cNvPr>
          <p:cNvSpPr txBox="1"/>
          <p:nvPr/>
        </p:nvSpPr>
        <p:spPr>
          <a:xfrm>
            <a:off x="-851272" y="180011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5EC5703-1068-80BE-9391-66841DA26BB4}"/>
              </a:ext>
            </a:extLst>
          </p:cNvPr>
          <p:cNvSpPr txBox="1"/>
          <p:nvPr/>
        </p:nvSpPr>
        <p:spPr>
          <a:xfrm>
            <a:off x="-1487904" y="3807023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2A35721-6372-F3CC-E4DA-02DB235B823C}"/>
              </a:ext>
            </a:extLst>
          </p:cNvPr>
          <p:cNvSpPr txBox="1"/>
          <p:nvPr/>
        </p:nvSpPr>
        <p:spPr>
          <a:xfrm>
            <a:off x="-851274" y="3807023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74DF03E-2385-1301-DC3C-E4B85D470A1E}"/>
              </a:ext>
            </a:extLst>
          </p:cNvPr>
          <p:cNvSpPr txBox="1"/>
          <p:nvPr/>
        </p:nvSpPr>
        <p:spPr>
          <a:xfrm>
            <a:off x="-1487904" y="4336960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ED19DCE-E2D6-4542-036F-C0DA9FCA4705}"/>
              </a:ext>
            </a:extLst>
          </p:cNvPr>
          <p:cNvSpPr txBox="1"/>
          <p:nvPr/>
        </p:nvSpPr>
        <p:spPr>
          <a:xfrm>
            <a:off x="-851273" y="4336960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A9CAF91-6727-C59B-A46F-B46A1CF22DFF}"/>
              </a:ext>
            </a:extLst>
          </p:cNvPr>
          <p:cNvSpPr txBox="1"/>
          <p:nvPr/>
        </p:nvSpPr>
        <p:spPr>
          <a:xfrm>
            <a:off x="-1487903" y="23244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BA1C20"/>
                </a:solidFill>
              </a:rPr>
              <a:t>红色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D815E47-4BA2-8AF9-9E7A-A391CC805B65}"/>
              </a:ext>
            </a:extLst>
          </p:cNvPr>
          <p:cNvSpPr txBox="1"/>
          <p:nvPr/>
        </p:nvSpPr>
        <p:spPr>
          <a:xfrm>
            <a:off x="-1487905" y="486133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D0B908A-F2CD-C2FD-93B1-EFD7855A76FD}"/>
              </a:ext>
            </a:extLst>
          </p:cNvPr>
          <p:cNvSpPr txBox="1"/>
          <p:nvPr/>
        </p:nvSpPr>
        <p:spPr>
          <a:xfrm>
            <a:off x="223939" y="2170606"/>
            <a:ext cx="34756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316B93"/>
                </a:solidFill>
              </a:rPr>
              <a:t>多空双方都有很好的理由，那么更可能</a:t>
            </a:r>
            <a:r>
              <a:rPr lang="en-US" altLang="zh-CN" b="1" dirty="0">
                <a:solidFill>
                  <a:srgbClr val="316B93"/>
                </a:solidFill>
              </a:rPr>
              <a:t>TR</a:t>
            </a:r>
            <a:endParaRPr lang="zh-CN" altLang="en-US" b="1" dirty="0">
              <a:solidFill>
                <a:srgbClr val="316B93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95FA971-3C4E-91DF-D368-5C4BF4963532}"/>
              </a:ext>
            </a:extLst>
          </p:cNvPr>
          <p:cNvSpPr txBox="1"/>
          <p:nvPr/>
        </p:nvSpPr>
        <p:spPr>
          <a:xfrm>
            <a:off x="11429331" y="6687060"/>
            <a:ext cx="28777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AF8647"/>
                </a:solidFill>
              </a:rPr>
              <a:t>任何多头离场点，空头都会做空</a:t>
            </a:r>
            <a:endParaRPr lang="en-US" altLang="zh-CN" b="1" dirty="0">
              <a:solidFill>
                <a:srgbClr val="AF8647"/>
              </a:solidFill>
            </a:endParaRPr>
          </a:p>
          <a:p>
            <a:r>
              <a:rPr lang="zh-CN" altLang="en-US" b="1" dirty="0">
                <a:solidFill>
                  <a:srgbClr val="AF8647"/>
                </a:solidFill>
              </a:rPr>
              <a:t>其余的空头则等待强势突破在入场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C685D03-A900-CF4D-E3C4-60EDD99AE664}"/>
              </a:ext>
            </a:extLst>
          </p:cNvPr>
          <p:cNvSpPr txBox="1"/>
          <p:nvPr/>
        </p:nvSpPr>
        <p:spPr>
          <a:xfrm>
            <a:off x="2882846" y="6692786"/>
            <a:ext cx="19800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此时的问题是</a:t>
            </a:r>
            <a:endParaRPr lang="en-US" altLang="zh-CN" dirty="0">
              <a:solidFill>
                <a:srgbClr val="AF8647"/>
              </a:solidFill>
            </a:endParaRPr>
          </a:p>
          <a:p>
            <a:r>
              <a:rPr lang="zh-CN" altLang="en-US" dirty="0">
                <a:solidFill>
                  <a:srgbClr val="AF8647"/>
                </a:solidFill>
              </a:rPr>
              <a:t>突破没能收到低点下方</a:t>
            </a:r>
            <a:endParaRPr lang="en-US" altLang="zh-CN" dirty="0">
              <a:solidFill>
                <a:srgbClr val="AF8647"/>
              </a:solidFill>
            </a:endParaRPr>
          </a:p>
          <a:p>
            <a:r>
              <a:rPr lang="zh-CN" altLang="en-US" dirty="0">
                <a:solidFill>
                  <a:srgbClr val="AF8647"/>
                </a:solidFill>
              </a:rPr>
              <a:t>跟随也是很小的</a:t>
            </a:r>
            <a:r>
              <a:rPr lang="en-US" altLang="zh-CN" dirty="0">
                <a:solidFill>
                  <a:srgbClr val="AF8647"/>
                </a:solidFill>
              </a:rPr>
              <a:t>doji</a:t>
            </a:r>
            <a:endParaRPr lang="zh-CN" altLang="en-US" dirty="0">
              <a:solidFill>
                <a:srgbClr val="AF8647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25" descr="13 2 Strong Bull Bars  But Each Had Weak Follow-Through 20m04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0B120ED1-8026-98D7-67AE-F4DE9CC0729D}"/>
              </a:ext>
            </a:extLst>
          </p:cNvPr>
          <p:cNvSpPr txBox="1"/>
          <p:nvPr/>
        </p:nvSpPr>
        <p:spPr>
          <a:xfrm>
            <a:off x="-1487903" y="127018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0B66802-3DCF-6D68-5C9F-5BF495E89671}"/>
              </a:ext>
            </a:extLst>
          </p:cNvPr>
          <p:cNvSpPr txBox="1"/>
          <p:nvPr/>
        </p:nvSpPr>
        <p:spPr>
          <a:xfrm>
            <a:off x="-851273" y="127018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926043D-C917-6799-DF61-39D824B622E5}"/>
              </a:ext>
            </a:extLst>
          </p:cNvPr>
          <p:cNvSpPr txBox="1"/>
          <p:nvPr/>
        </p:nvSpPr>
        <p:spPr>
          <a:xfrm>
            <a:off x="-1487903" y="180011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878D7B7-3EE3-E8BB-2AF5-CF494BA4193D}"/>
              </a:ext>
            </a:extLst>
          </p:cNvPr>
          <p:cNvSpPr txBox="1"/>
          <p:nvPr/>
        </p:nvSpPr>
        <p:spPr>
          <a:xfrm>
            <a:off x="-851272" y="180011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9D73AD4-3929-14EE-BE46-90DE6279B1C7}"/>
              </a:ext>
            </a:extLst>
          </p:cNvPr>
          <p:cNvSpPr txBox="1"/>
          <p:nvPr/>
        </p:nvSpPr>
        <p:spPr>
          <a:xfrm>
            <a:off x="-1487904" y="3807023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58195EA-C862-6782-5C49-E3EF33B8EF9B}"/>
              </a:ext>
            </a:extLst>
          </p:cNvPr>
          <p:cNvSpPr txBox="1"/>
          <p:nvPr/>
        </p:nvSpPr>
        <p:spPr>
          <a:xfrm>
            <a:off x="-851274" y="3807023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935B75F-A91E-DF8A-6A8E-047BB56EAD19}"/>
              </a:ext>
            </a:extLst>
          </p:cNvPr>
          <p:cNvSpPr txBox="1"/>
          <p:nvPr/>
        </p:nvSpPr>
        <p:spPr>
          <a:xfrm>
            <a:off x="-1487904" y="4336960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9278EA9-9B23-8FB1-DB9E-BF1A7C8E8495}"/>
              </a:ext>
            </a:extLst>
          </p:cNvPr>
          <p:cNvSpPr txBox="1"/>
          <p:nvPr/>
        </p:nvSpPr>
        <p:spPr>
          <a:xfrm>
            <a:off x="-851273" y="4336960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72A62A1-9E90-80BD-7961-C003F9B28526}"/>
              </a:ext>
            </a:extLst>
          </p:cNvPr>
          <p:cNvSpPr txBox="1"/>
          <p:nvPr/>
        </p:nvSpPr>
        <p:spPr>
          <a:xfrm>
            <a:off x="-1487903" y="23244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BA1C20"/>
                </a:solidFill>
              </a:rPr>
              <a:t>红色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2D4175D-7A0B-49ED-0542-48A50B0A89BD}"/>
              </a:ext>
            </a:extLst>
          </p:cNvPr>
          <p:cNvSpPr txBox="1"/>
          <p:nvPr/>
        </p:nvSpPr>
        <p:spPr>
          <a:xfrm>
            <a:off x="-1487905" y="486133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6" descr="14 Bull Trend, but Without Bigger Bull Bars  Limited Upside 22m04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6D84B5A3-C42C-6816-41AE-F6409C535861}"/>
              </a:ext>
            </a:extLst>
          </p:cNvPr>
          <p:cNvSpPr txBox="1"/>
          <p:nvPr/>
        </p:nvSpPr>
        <p:spPr>
          <a:xfrm>
            <a:off x="-1487903" y="127018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C3D202E-25A9-D1C3-E283-E4D94D67ACC1}"/>
              </a:ext>
            </a:extLst>
          </p:cNvPr>
          <p:cNvSpPr txBox="1"/>
          <p:nvPr/>
        </p:nvSpPr>
        <p:spPr>
          <a:xfrm>
            <a:off x="-851273" y="127018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960DBD7-12CA-8F55-B253-F8FD28DAC674}"/>
              </a:ext>
            </a:extLst>
          </p:cNvPr>
          <p:cNvSpPr txBox="1"/>
          <p:nvPr/>
        </p:nvSpPr>
        <p:spPr>
          <a:xfrm>
            <a:off x="-1487903" y="180011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9F3D05C-9A95-9D22-079F-ED0D2BCBF1D0}"/>
              </a:ext>
            </a:extLst>
          </p:cNvPr>
          <p:cNvSpPr txBox="1"/>
          <p:nvPr/>
        </p:nvSpPr>
        <p:spPr>
          <a:xfrm>
            <a:off x="-851272" y="180011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4BC68F6-8903-B89A-DF84-DD2632BA582E}"/>
              </a:ext>
            </a:extLst>
          </p:cNvPr>
          <p:cNvSpPr txBox="1"/>
          <p:nvPr/>
        </p:nvSpPr>
        <p:spPr>
          <a:xfrm>
            <a:off x="-1487904" y="3807023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F319B81-6154-266B-F5B1-D264D78FDFBE}"/>
              </a:ext>
            </a:extLst>
          </p:cNvPr>
          <p:cNvSpPr txBox="1"/>
          <p:nvPr/>
        </p:nvSpPr>
        <p:spPr>
          <a:xfrm>
            <a:off x="-851274" y="3807023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26BFF68-B3A6-32E8-8694-5A79082AF05F}"/>
              </a:ext>
            </a:extLst>
          </p:cNvPr>
          <p:cNvSpPr txBox="1"/>
          <p:nvPr/>
        </p:nvSpPr>
        <p:spPr>
          <a:xfrm>
            <a:off x="-1487904" y="4336960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F4870F7-CB0C-F0E2-4377-478135F39347}"/>
              </a:ext>
            </a:extLst>
          </p:cNvPr>
          <p:cNvSpPr txBox="1"/>
          <p:nvPr/>
        </p:nvSpPr>
        <p:spPr>
          <a:xfrm>
            <a:off x="6803024" y="6038169"/>
            <a:ext cx="57502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突破区间，那么下一目标位就是区间的</a:t>
            </a:r>
            <a:r>
              <a:rPr lang="en-US" altLang="zh-CN" dirty="0">
                <a:solidFill>
                  <a:srgbClr val="CE1DD3"/>
                </a:solidFill>
              </a:rPr>
              <a:t>MM</a:t>
            </a:r>
          </a:p>
          <a:p>
            <a:r>
              <a:rPr lang="zh-CN" altLang="en-US" dirty="0">
                <a:solidFill>
                  <a:srgbClr val="CE1DD3"/>
                </a:solidFill>
              </a:rPr>
              <a:t>一开始用区间最小的高低点，如果到达，再看能不能到大一点的高低点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A13E56D-0D56-3DA5-EE68-6541AB8DA07D}"/>
              </a:ext>
            </a:extLst>
          </p:cNvPr>
          <p:cNvSpPr txBox="1"/>
          <p:nvPr/>
        </p:nvSpPr>
        <p:spPr>
          <a:xfrm>
            <a:off x="-1487903" y="23244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BA1C20"/>
                </a:solidFill>
              </a:rPr>
              <a:t>红色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504F7A7-DBBB-564C-83D7-22A088BF79E5}"/>
              </a:ext>
            </a:extLst>
          </p:cNvPr>
          <p:cNvSpPr txBox="1"/>
          <p:nvPr/>
        </p:nvSpPr>
        <p:spPr>
          <a:xfrm>
            <a:off x="-1487905" y="486133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DED745B-B240-93CA-2C62-862D5CEBDD90}"/>
              </a:ext>
            </a:extLst>
          </p:cNvPr>
          <p:cNvSpPr txBox="1"/>
          <p:nvPr/>
        </p:nvSpPr>
        <p:spPr>
          <a:xfrm>
            <a:off x="3135936" y="6979865"/>
            <a:ext cx="32367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AF8647"/>
                </a:solidFill>
              </a:rPr>
              <a:t>外包反转阳线，确实可以买入，很合理</a:t>
            </a:r>
            <a:endParaRPr lang="en-US" altLang="zh-CN" b="1" dirty="0">
              <a:solidFill>
                <a:srgbClr val="AF8647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7" descr="15 MTR Bottoms  All Are DBS 23m21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81D5697-EFB4-F1F3-362A-866BC833EAB5}"/>
              </a:ext>
            </a:extLst>
          </p:cNvPr>
          <p:cNvSpPr txBox="1"/>
          <p:nvPr/>
        </p:nvSpPr>
        <p:spPr>
          <a:xfrm>
            <a:off x="-1487903" y="127018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0840B6C-5B0B-59CD-C318-32AD486BB7F8}"/>
              </a:ext>
            </a:extLst>
          </p:cNvPr>
          <p:cNvSpPr txBox="1"/>
          <p:nvPr/>
        </p:nvSpPr>
        <p:spPr>
          <a:xfrm>
            <a:off x="-851273" y="127018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2720E10-E9DE-CD4B-6D8B-BF9CE790179B}"/>
              </a:ext>
            </a:extLst>
          </p:cNvPr>
          <p:cNvSpPr txBox="1"/>
          <p:nvPr/>
        </p:nvSpPr>
        <p:spPr>
          <a:xfrm>
            <a:off x="-1487903" y="180011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6849FCE-3179-0C8C-DA95-DA8DD7353C19}"/>
              </a:ext>
            </a:extLst>
          </p:cNvPr>
          <p:cNvSpPr txBox="1"/>
          <p:nvPr/>
        </p:nvSpPr>
        <p:spPr>
          <a:xfrm>
            <a:off x="-851272" y="180011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FA98FCD-4FC2-96BB-60A7-55559E8A769D}"/>
              </a:ext>
            </a:extLst>
          </p:cNvPr>
          <p:cNvSpPr txBox="1"/>
          <p:nvPr/>
        </p:nvSpPr>
        <p:spPr>
          <a:xfrm>
            <a:off x="-1487904" y="3807023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56DB58F-817D-AE1A-0F21-11D4EE451DC1}"/>
              </a:ext>
            </a:extLst>
          </p:cNvPr>
          <p:cNvSpPr txBox="1"/>
          <p:nvPr/>
        </p:nvSpPr>
        <p:spPr>
          <a:xfrm>
            <a:off x="-851274" y="3807023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1D10373-C8C8-62F6-A736-F87700211DB4}"/>
              </a:ext>
            </a:extLst>
          </p:cNvPr>
          <p:cNvSpPr txBox="1"/>
          <p:nvPr/>
        </p:nvSpPr>
        <p:spPr>
          <a:xfrm>
            <a:off x="-1487904" y="4336960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3E0799C-2301-286D-A89A-F5EDACB37B73}"/>
              </a:ext>
            </a:extLst>
          </p:cNvPr>
          <p:cNvSpPr txBox="1"/>
          <p:nvPr/>
        </p:nvSpPr>
        <p:spPr>
          <a:xfrm>
            <a:off x="-851273" y="4336960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F31FEBC-8880-C1E7-2AEF-C62F076DB41B}"/>
              </a:ext>
            </a:extLst>
          </p:cNvPr>
          <p:cNvSpPr txBox="1"/>
          <p:nvPr/>
        </p:nvSpPr>
        <p:spPr>
          <a:xfrm>
            <a:off x="-1487903" y="23244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BA1C20"/>
                </a:solidFill>
              </a:rPr>
              <a:t>红色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22BB1CB-D096-53D5-30B0-96946B253718}"/>
              </a:ext>
            </a:extLst>
          </p:cNvPr>
          <p:cNvSpPr txBox="1"/>
          <p:nvPr/>
        </p:nvSpPr>
        <p:spPr>
          <a:xfrm>
            <a:off x="-1487905" y="486133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28" descr="16 Biggest Bull Bar  But Worst Follow-Through 26m14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0D6E9E00-510D-6B8C-5640-47EFB2A73906}"/>
              </a:ext>
            </a:extLst>
          </p:cNvPr>
          <p:cNvSpPr txBox="1"/>
          <p:nvPr/>
        </p:nvSpPr>
        <p:spPr>
          <a:xfrm>
            <a:off x="-1487903" y="127018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222E536-0202-9EFF-7462-090BB9F0E9C3}"/>
              </a:ext>
            </a:extLst>
          </p:cNvPr>
          <p:cNvSpPr txBox="1"/>
          <p:nvPr/>
        </p:nvSpPr>
        <p:spPr>
          <a:xfrm>
            <a:off x="-851273" y="127018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8D479D9-46AC-C1A7-E04D-05CD2B01E47B}"/>
              </a:ext>
            </a:extLst>
          </p:cNvPr>
          <p:cNvSpPr txBox="1"/>
          <p:nvPr/>
        </p:nvSpPr>
        <p:spPr>
          <a:xfrm>
            <a:off x="-1487903" y="180011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B375715-9FB7-7400-B7BE-D1219F5F759D}"/>
              </a:ext>
            </a:extLst>
          </p:cNvPr>
          <p:cNvSpPr txBox="1"/>
          <p:nvPr/>
        </p:nvSpPr>
        <p:spPr>
          <a:xfrm>
            <a:off x="-851272" y="180011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4E65021-A3DC-395F-D5E1-E5C4A02F7EAE}"/>
              </a:ext>
            </a:extLst>
          </p:cNvPr>
          <p:cNvSpPr txBox="1"/>
          <p:nvPr/>
        </p:nvSpPr>
        <p:spPr>
          <a:xfrm>
            <a:off x="-1487904" y="3807023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04B2399-0795-21FF-0A2C-78C1E9A4D449}"/>
              </a:ext>
            </a:extLst>
          </p:cNvPr>
          <p:cNvSpPr txBox="1"/>
          <p:nvPr/>
        </p:nvSpPr>
        <p:spPr>
          <a:xfrm>
            <a:off x="-851274" y="3807023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4F7DF78-2455-B8B0-7EA2-6777E29F064C}"/>
              </a:ext>
            </a:extLst>
          </p:cNvPr>
          <p:cNvSpPr txBox="1"/>
          <p:nvPr/>
        </p:nvSpPr>
        <p:spPr>
          <a:xfrm>
            <a:off x="-1487904" y="4336960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6C4EAC2-4706-1E30-7466-37124F9802E0}"/>
              </a:ext>
            </a:extLst>
          </p:cNvPr>
          <p:cNvSpPr txBox="1"/>
          <p:nvPr/>
        </p:nvSpPr>
        <p:spPr>
          <a:xfrm>
            <a:off x="-851273" y="4336960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2522E74-089D-1439-EEE7-1A3FA4B090ED}"/>
              </a:ext>
            </a:extLst>
          </p:cNvPr>
          <p:cNvSpPr txBox="1"/>
          <p:nvPr/>
        </p:nvSpPr>
        <p:spPr>
          <a:xfrm>
            <a:off x="-1487903" y="23244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BA1C20"/>
                </a:solidFill>
              </a:rPr>
              <a:t>红色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EEA378F-2677-E778-47AE-700F0CAEB285}"/>
              </a:ext>
            </a:extLst>
          </p:cNvPr>
          <p:cNvSpPr txBox="1"/>
          <p:nvPr/>
        </p:nvSpPr>
        <p:spPr>
          <a:xfrm>
            <a:off x="-1487905" y="486133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0FBF9E5-BD43-2DE9-C70D-402ADE185DA7}"/>
              </a:ext>
            </a:extLst>
          </p:cNvPr>
          <p:cNvSpPr txBox="1"/>
          <p:nvPr/>
        </p:nvSpPr>
        <p:spPr>
          <a:xfrm>
            <a:off x="3359220" y="3653134"/>
            <a:ext cx="12009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CE1DD3"/>
                </a:solidFill>
              </a:rPr>
              <a:t>MM</a:t>
            </a:r>
            <a:r>
              <a:rPr lang="zh-CN" altLang="en-US" dirty="0">
                <a:solidFill>
                  <a:srgbClr val="CE1DD3"/>
                </a:solidFill>
              </a:rPr>
              <a:t>位止盈了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51FA1F6-3A1E-3FDA-AA2B-0CFF0CFAB0CE}"/>
              </a:ext>
            </a:extLst>
          </p:cNvPr>
          <p:cNvSpPr txBox="1"/>
          <p:nvPr/>
        </p:nvSpPr>
        <p:spPr>
          <a:xfrm>
            <a:off x="3540519" y="2216773"/>
            <a:ext cx="20393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开盘的</a:t>
            </a:r>
            <a:r>
              <a:rPr lang="en-US" altLang="zh-CN" dirty="0">
                <a:solidFill>
                  <a:srgbClr val="316B93"/>
                </a:solidFill>
              </a:rPr>
              <a:t>TR</a:t>
            </a:r>
          </a:p>
          <a:p>
            <a:r>
              <a:rPr lang="zh-CN" altLang="en-US" dirty="0">
                <a:solidFill>
                  <a:srgbClr val="316B93"/>
                </a:solidFill>
              </a:rPr>
              <a:t>加大了今天是</a:t>
            </a:r>
            <a:r>
              <a:rPr lang="en-US" altLang="zh-CN" dirty="0">
                <a:solidFill>
                  <a:srgbClr val="316B93"/>
                </a:solidFill>
              </a:rPr>
              <a:t>TR</a:t>
            </a:r>
            <a:r>
              <a:rPr lang="zh-CN" altLang="en-US" dirty="0">
                <a:solidFill>
                  <a:srgbClr val="316B93"/>
                </a:solidFill>
              </a:rPr>
              <a:t>的概率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F4A8E72-0642-7279-B94B-3F13B0703F61}"/>
              </a:ext>
            </a:extLst>
          </p:cNvPr>
          <p:cNvSpPr txBox="1"/>
          <p:nvPr/>
        </p:nvSpPr>
        <p:spPr>
          <a:xfrm>
            <a:off x="2522613" y="3345357"/>
            <a:ext cx="30572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AF8647"/>
                </a:solidFill>
              </a:rPr>
              <a:t>今天最大的阳线，但是没有好的跟随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29" descr="17 Big, Late BO  Measuring Gap or Exhaustion Gap  27m47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FFAF661-E4F3-27E1-5E7A-B11C687669D0}"/>
              </a:ext>
            </a:extLst>
          </p:cNvPr>
          <p:cNvSpPr txBox="1"/>
          <p:nvPr/>
        </p:nvSpPr>
        <p:spPr>
          <a:xfrm>
            <a:off x="-1487903" y="127018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7441599-D102-8DCF-571D-69C93BE9688F}"/>
              </a:ext>
            </a:extLst>
          </p:cNvPr>
          <p:cNvSpPr txBox="1"/>
          <p:nvPr/>
        </p:nvSpPr>
        <p:spPr>
          <a:xfrm>
            <a:off x="-851273" y="127018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68FAB96-91DF-5B9A-217F-3CC5519C27A1}"/>
              </a:ext>
            </a:extLst>
          </p:cNvPr>
          <p:cNvSpPr txBox="1"/>
          <p:nvPr/>
        </p:nvSpPr>
        <p:spPr>
          <a:xfrm>
            <a:off x="-1487903" y="180011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FF1368B-B817-9F6E-D65A-B0D557C9F32E}"/>
              </a:ext>
            </a:extLst>
          </p:cNvPr>
          <p:cNvSpPr txBox="1"/>
          <p:nvPr/>
        </p:nvSpPr>
        <p:spPr>
          <a:xfrm>
            <a:off x="-851272" y="180011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3F10304-0983-C726-6B25-45BEE791B866}"/>
              </a:ext>
            </a:extLst>
          </p:cNvPr>
          <p:cNvSpPr txBox="1"/>
          <p:nvPr/>
        </p:nvSpPr>
        <p:spPr>
          <a:xfrm>
            <a:off x="-1487904" y="3807023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2D39EC4-50D3-46D0-12C1-D25C91FAA9DB}"/>
              </a:ext>
            </a:extLst>
          </p:cNvPr>
          <p:cNvSpPr txBox="1"/>
          <p:nvPr/>
        </p:nvSpPr>
        <p:spPr>
          <a:xfrm>
            <a:off x="-851274" y="3807023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AF0225D-00A8-EDFB-4E0D-1E8B019C7357}"/>
              </a:ext>
            </a:extLst>
          </p:cNvPr>
          <p:cNvSpPr txBox="1"/>
          <p:nvPr/>
        </p:nvSpPr>
        <p:spPr>
          <a:xfrm>
            <a:off x="-1487904" y="4336960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4263520-3CCA-229B-7CE2-4F958E84FB99}"/>
              </a:ext>
            </a:extLst>
          </p:cNvPr>
          <p:cNvSpPr txBox="1"/>
          <p:nvPr/>
        </p:nvSpPr>
        <p:spPr>
          <a:xfrm>
            <a:off x="-851273" y="4336960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839879A-A812-2488-0D9A-9FE57AE0A144}"/>
              </a:ext>
            </a:extLst>
          </p:cNvPr>
          <p:cNvSpPr txBox="1"/>
          <p:nvPr/>
        </p:nvSpPr>
        <p:spPr>
          <a:xfrm>
            <a:off x="-1487903" y="23244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BA1C20"/>
                </a:solidFill>
              </a:rPr>
              <a:t>红色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FC908D7-EA65-C75C-6F2C-81EBB6BA359A}"/>
              </a:ext>
            </a:extLst>
          </p:cNvPr>
          <p:cNvSpPr txBox="1"/>
          <p:nvPr/>
        </p:nvSpPr>
        <p:spPr>
          <a:xfrm>
            <a:off x="-1487905" y="486133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BBB8527-A2A5-DE66-9B43-C80B13DD3CE7}"/>
              </a:ext>
            </a:extLst>
          </p:cNvPr>
          <p:cNvSpPr txBox="1"/>
          <p:nvPr/>
        </p:nvSpPr>
        <p:spPr>
          <a:xfrm>
            <a:off x="9516068" y="2170606"/>
            <a:ext cx="43140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316B93"/>
                </a:solidFill>
              </a:rPr>
              <a:t>大阳线，没有跟随，最好阴线下方离场，然后买回调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CE4BE45-9AE7-2D16-7947-995728B1C82D}"/>
              </a:ext>
            </a:extLst>
          </p:cNvPr>
          <p:cNvSpPr txBox="1"/>
          <p:nvPr/>
        </p:nvSpPr>
        <p:spPr>
          <a:xfrm>
            <a:off x="10795142" y="3076507"/>
            <a:ext cx="21595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BA1C20"/>
                </a:solidFill>
              </a:rPr>
              <a:t>空头剥头皮，会下方卖出</a:t>
            </a:r>
            <a:endParaRPr lang="en-US" altLang="zh-CN" b="1" dirty="0">
              <a:solidFill>
                <a:srgbClr val="BA1C20"/>
              </a:solidFill>
            </a:endParaRPr>
          </a:p>
          <a:p>
            <a:r>
              <a:rPr lang="zh-CN" altLang="en-US" b="1" dirty="0">
                <a:solidFill>
                  <a:srgbClr val="BA1C20"/>
                </a:solidFill>
              </a:rPr>
              <a:t>宽止损，加仓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1B7F95F-7542-0C43-B86A-941005FCE7C0}"/>
              </a:ext>
            </a:extLst>
          </p:cNvPr>
          <p:cNvSpPr txBox="1"/>
          <p:nvPr/>
        </p:nvSpPr>
        <p:spPr>
          <a:xfrm>
            <a:off x="6834923" y="4749978"/>
            <a:ext cx="34163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看到更多测试下方的证据再卖，概率更高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30" descr="18 Top with Consecutive Strong Bear Bars  2 Legs down Likely 29m26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3CAD8232-FA15-16AB-94A5-A41E20BCAB83}"/>
              </a:ext>
            </a:extLst>
          </p:cNvPr>
          <p:cNvSpPr txBox="1"/>
          <p:nvPr/>
        </p:nvSpPr>
        <p:spPr>
          <a:xfrm>
            <a:off x="-1487903" y="127018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10A68E7-43E5-4854-952A-42C4EA995DD7}"/>
              </a:ext>
            </a:extLst>
          </p:cNvPr>
          <p:cNvSpPr txBox="1"/>
          <p:nvPr/>
        </p:nvSpPr>
        <p:spPr>
          <a:xfrm>
            <a:off x="-851273" y="127018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88F67E1-771D-DA67-B980-81BC71EC6B24}"/>
              </a:ext>
            </a:extLst>
          </p:cNvPr>
          <p:cNvSpPr txBox="1"/>
          <p:nvPr/>
        </p:nvSpPr>
        <p:spPr>
          <a:xfrm>
            <a:off x="-1487903" y="180011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03AD61B-2F38-82A7-DACC-8E723BE043E5}"/>
              </a:ext>
            </a:extLst>
          </p:cNvPr>
          <p:cNvSpPr txBox="1"/>
          <p:nvPr/>
        </p:nvSpPr>
        <p:spPr>
          <a:xfrm>
            <a:off x="-851272" y="180011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C934C86-BA2B-4C29-10D2-3BDF0DFD1AF0}"/>
              </a:ext>
            </a:extLst>
          </p:cNvPr>
          <p:cNvSpPr txBox="1"/>
          <p:nvPr/>
        </p:nvSpPr>
        <p:spPr>
          <a:xfrm>
            <a:off x="-1487904" y="3807023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92A8F12-2FDD-8B61-D386-58FFE41743D3}"/>
              </a:ext>
            </a:extLst>
          </p:cNvPr>
          <p:cNvSpPr txBox="1"/>
          <p:nvPr/>
        </p:nvSpPr>
        <p:spPr>
          <a:xfrm>
            <a:off x="-851274" y="3807023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62E0981-6FC6-91F2-AE7A-627528BF80B0}"/>
              </a:ext>
            </a:extLst>
          </p:cNvPr>
          <p:cNvSpPr txBox="1"/>
          <p:nvPr/>
        </p:nvSpPr>
        <p:spPr>
          <a:xfrm>
            <a:off x="-1487904" y="4336960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F8F7163-6EBF-C0F9-A935-4D083988E386}"/>
              </a:ext>
            </a:extLst>
          </p:cNvPr>
          <p:cNvSpPr txBox="1"/>
          <p:nvPr/>
        </p:nvSpPr>
        <p:spPr>
          <a:xfrm>
            <a:off x="-851273" y="4336960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DCA943B-37B5-6A50-B29F-E6858B406246}"/>
              </a:ext>
            </a:extLst>
          </p:cNvPr>
          <p:cNvSpPr txBox="1"/>
          <p:nvPr/>
        </p:nvSpPr>
        <p:spPr>
          <a:xfrm>
            <a:off x="-1487903" y="23244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BA1C20"/>
                </a:solidFill>
              </a:rPr>
              <a:t>红色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AA80CD2-F8D5-D177-BB7D-5242CD2FC8DA}"/>
              </a:ext>
            </a:extLst>
          </p:cNvPr>
          <p:cNvSpPr txBox="1"/>
          <p:nvPr/>
        </p:nvSpPr>
        <p:spPr>
          <a:xfrm>
            <a:off x="-1487905" y="486133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19D5101-1B11-3B3F-B432-811A8D6BB6B8}"/>
              </a:ext>
            </a:extLst>
          </p:cNvPr>
          <p:cNvSpPr txBox="1"/>
          <p:nvPr/>
        </p:nvSpPr>
        <p:spPr>
          <a:xfrm>
            <a:off x="4167295" y="1430786"/>
            <a:ext cx="180049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外包阴线</a:t>
            </a:r>
            <a:endParaRPr lang="en-US" altLang="zh-CN" dirty="0">
              <a:solidFill>
                <a:srgbClr val="AF8647"/>
              </a:solidFill>
            </a:endParaRPr>
          </a:p>
          <a:p>
            <a:r>
              <a:rPr lang="zh-CN" altLang="en-US" dirty="0">
                <a:solidFill>
                  <a:srgbClr val="AF8647"/>
                </a:solidFill>
              </a:rPr>
              <a:t>连续阴线收在低点</a:t>
            </a:r>
            <a:endParaRPr lang="en-US" altLang="zh-CN" dirty="0">
              <a:solidFill>
                <a:srgbClr val="AF8647"/>
              </a:solidFill>
            </a:endParaRPr>
          </a:p>
          <a:p>
            <a:r>
              <a:rPr lang="zh-CN" altLang="en-US" dirty="0">
                <a:solidFill>
                  <a:srgbClr val="AF8647"/>
                </a:solidFill>
              </a:rPr>
              <a:t>完全反转了买入高潮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0B5002A-BBD2-5CFA-42EB-12948F46A481}"/>
              </a:ext>
            </a:extLst>
          </p:cNvPr>
          <p:cNvSpPr txBox="1"/>
          <p:nvPr/>
        </p:nvSpPr>
        <p:spPr>
          <a:xfrm>
            <a:off x="4167295" y="2331092"/>
            <a:ext cx="265489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放弃</a:t>
            </a:r>
            <a:r>
              <a:rPr lang="en-US" altLang="zh-CN" dirty="0">
                <a:solidFill>
                  <a:srgbClr val="CE1DD3"/>
                </a:solidFill>
              </a:rPr>
              <a:t>K</a:t>
            </a:r>
          </a:p>
          <a:p>
            <a:r>
              <a:rPr lang="zh-CN" altLang="en-US" dirty="0">
                <a:solidFill>
                  <a:srgbClr val="CE1DD3"/>
                </a:solidFill>
              </a:rPr>
              <a:t>多头测试了最高收盘价</a:t>
            </a:r>
            <a:endParaRPr lang="en-US" altLang="zh-CN" dirty="0">
              <a:solidFill>
                <a:srgbClr val="CE1DD3"/>
              </a:solidFill>
            </a:endParaRPr>
          </a:p>
          <a:p>
            <a:r>
              <a:rPr lang="zh-CN" altLang="en-US" dirty="0">
                <a:solidFill>
                  <a:srgbClr val="CE1DD3"/>
                </a:solidFill>
              </a:rPr>
              <a:t>买收盘的多头被困然后放弃</a:t>
            </a:r>
            <a:endParaRPr lang="en-US" altLang="zh-CN" dirty="0">
              <a:solidFill>
                <a:srgbClr val="CE1DD3"/>
              </a:solidFill>
            </a:endParaRPr>
          </a:p>
          <a:p>
            <a:r>
              <a:rPr lang="zh-CN" altLang="en-US" dirty="0">
                <a:solidFill>
                  <a:srgbClr val="CE1DD3"/>
                </a:solidFill>
              </a:rPr>
              <a:t>也许是测量型缺口，</a:t>
            </a:r>
            <a:r>
              <a:rPr lang="en-US" altLang="zh-CN" dirty="0">
                <a:solidFill>
                  <a:srgbClr val="CE1DD3"/>
                </a:solidFill>
              </a:rPr>
              <a:t>2legs</a:t>
            </a:r>
            <a:r>
              <a:rPr lang="zh-CN" altLang="en-US" dirty="0">
                <a:solidFill>
                  <a:srgbClr val="CE1DD3"/>
                </a:solidFill>
              </a:rPr>
              <a:t>下跌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4542D16-C92C-31AE-A789-6FB486862D20}"/>
              </a:ext>
            </a:extLst>
          </p:cNvPr>
          <p:cNvSpPr txBox="1"/>
          <p:nvPr/>
        </p:nvSpPr>
        <p:spPr>
          <a:xfrm>
            <a:off x="6822189" y="6263784"/>
            <a:ext cx="287771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一些多头会在</a:t>
            </a:r>
            <a:r>
              <a:rPr lang="en-US" altLang="zh-CN" dirty="0">
                <a:solidFill>
                  <a:srgbClr val="316B93"/>
                </a:solidFill>
              </a:rPr>
              <a:t>50%PB</a:t>
            </a:r>
            <a:r>
              <a:rPr lang="zh-CN" altLang="en-US" dirty="0">
                <a:solidFill>
                  <a:srgbClr val="316B93"/>
                </a:solidFill>
              </a:rPr>
              <a:t>的地方加仓</a:t>
            </a:r>
            <a:endParaRPr lang="en-US" altLang="zh-CN" dirty="0">
              <a:solidFill>
                <a:srgbClr val="316B93"/>
              </a:solidFill>
            </a:endParaRPr>
          </a:p>
          <a:p>
            <a:r>
              <a:rPr lang="zh-CN" altLang="en-US" dirty="0">
                <a:solidFill>
                  <a:srgbClr val="316B93"/>
                </a:solidFill>
              </a:rPr>
              <a:t>或者</a:t>
            </a:r>
            <a:r>
              <a:rPr lang="en-US" altLang="zh-CN" dirty="0">
                <a:solidFill>
                  <a:srgbClr val="316B93"/>
                </a:solidFill>
              </a:rPr>
              <a:t>MTR</a:t>
            </a:r>
            <a:r>
              <a:rPr lang="zh-CN" altLang="en-US" dirty="0">
                <a:solidFill>
                  <a:srgbClr val="316B93"/>
                </a:solidFill>
              </a:rPr>
              <a:t>后出现阳线买入信号</a:t>
            </a:r>
            <a:endParaRPr lang="en-US" altLang="zh-CN" dirty="0">
              <a:solidFill>
                <a:srgbClr val="316B93"/>
              </a:solidFill>
            </a:endParaRPr>
          </a:p>
          <a:p>
            <a:r>
              <a:rPr lang="zh-CN" altLang="en-US" dirty="0">
                <a:solidFill>
                  <a:srgbClr val="316B93"/>
                </a:solidFill>
              </a:rPr>
              <a:t>多头会寻求测试今天的最高收盘价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31" descr="19 HL MTR, but Tight Channel  Minor Reversal and TR 30m09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8510FF5-F1AB-017F-8DDE-7FC0B05B3FF8}"/>
              </a:ext>
            </a:extLst>
          </p:cNvPr>
          <p:cNvSpPr txBox="1"/>
          <p:nvPr/>
        </p:nvSpPr>
        <p:spPr>
          <a:xfrm>
            <a:off x="-157387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3E372D3-30CE-9CD2-AC40-DCE53BC62582}"/>
              </a:ext>
            </a:extLst>
          </p:cNvPr>
          <p:cNvSpPr txBox="1"/>
          <p:nvPr/>
        </p:nvSpPr>
        <p:spPr>
          <a:xfrm>
            <a:off x="-93724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5CA65E2-D6E3-EF2D-53A0-007EF4035E06}"/>
              </a:ext>
            </a:extLst>
          </p:cNvPr>
          <p:cNvSpPr txBox="1"/>
          <p:nvPr/>
        </p:nvSpPr>
        <p:spPr>
          <a:xfrm>
            <a:off x="-1573878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975E4BE-C695-A3B1-D2F3-6988E184AFC3}"/>
              </a:ext>
            </a:extLst>
          </p:cNvPr>
          <p:cNvSpPr txBox="1"/>
          <p:nvPr/>
        </p:nvSpPr>
        <p:spPr>
          <a:xfrm>
            <a:off x="-937247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A867F16-9334-4EA3-96B0-2AF3B0C19A80}"/>
              </a:ext>
            </a:extLst>
          </p:cNvPr>
          <p:cNvSpPr txBox="1"/>
          <p:nvPr/>
        </p:nvSpPr>
        <p:spPr>
          <a:xfrm>
            <a:off x="-1573879" y="187127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80CA3A9-4849-50E1-9717-49112E1A75FB}"/>
              </a:ext>
            </a:extLst>
          </p:cNvPr>
          <p:cNvSpPr txBox="1"/>
          <p:nvPr/>
        </p:nvSpPr>
        <p:spPr>
          <a:xfrm>
            <a:off x="4020530" y="1316348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多头买入</a:t>
            </a:r>
            <a:r>
              <a:rPr lang="en-US" altLang="zh-CN" dirty="0">
                <a:solidFill>
                  <a:srgbClr val="256824"/>
                </a:solidFill>
              </a:rPr>
              <a:t>HL MTR</a:t>
            </a:r>
          </a:p>
          <a:p>
            <a:r>
              <a:rPr lang="en-US" altLang="zh-CN" dirty="0">
                <a:solidFill>
                  <a:srgbClr val="256824"/>
                </a:solidFill>
              </a:rPr>
              <a:t>50%</a:t>
            </a:r>
            <a:r>
              <a:rPr lang="zh-CN" altLang="en-US" dirty="0">
                <a:solidFill>
                  <a:srgbClr val="256824"/>
                </a:solidFill>
              </a:rPr>
              <a:t>回调，测试突破的区间</a:t>
            </a:r>
          </a:p>
        </p:txBody>
      </p:sp>
      <p:sp>
        <p:nvSpPr>
          <p:cNvPr id="39" name="Google Shape;59;p14">
            <a:extLst>
              <a:ext uri="{FF2B5EF4-FFF2-40B4-BE49-F238E27FC236}">
                <a16:creationId xmlns:a16="http://schemas.microsoft.com/office/drawing/2014/main" id="{9044FB7C-3010-0504-4905-AA7C578E195F}"/>
              </a:ext>
            </a:extLst>
          </p:cNvPr>
          <p:cNvSpPr/>
          <p:nvPr/>
        </p:nvSpPr>
        <p:spPr>
          <a:xfrm>
            <a:off x="-607151" y="3639080"/>
            <a:ext cx="365600" cy="1828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40" name="Google Shape;60;p14">
            <a:extLst>
              <a:ext uri="{FF2B5EF4-FFF2-40B4-BE49-F238E27FC236}">
                <a16:creationId xmlns:a16="http://schemas.microsoft.com/office/drawing/2014/main" id="{03229952-AD28-AD7F-DA20-3901553EB701}"/>
              </a:ext>
            </a:extLst>
          </p:cNvPr>
          <p:cNvSpPr/>
          <p:nvPr/>
        </p:nvSpPr>
        <p:spPr>
          <a:xfrm>
            <a:off x="-1608961" y="3623316"/>
            <a:ext cx="365600" cy="18280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41" name="Google Shape;113;p14">
            <a:extLst>
              <a:ext uri="{FF2B5EF4-FFF2-40B4-BE49-F238E27FC236}">
                <a16:creationId xmlns:a16="http://schemas.microsoft.com/office/drawing/2014/main" id="{932F9D04-51C8-4222-3C51-22786C993922}"/>
              </a:ext>
            </a:extLst>
          </p:cNvPr>
          <p:cNvSpPr/>
          <p:nvPr/>
        </p:nvSpPr>
        <p:spPr>
          <a:xfrm>
            <a:off x="-624475" y="3358911"/>
            <a:ext cx="365600" cy="18280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7" dirty="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42" name="Google Shape;114;p14">
            <a:extLst>
              <a:ext uri="{FF2B5EF4-FFF2-40B4-BE49-F238E27FC236}">
                <a16:creationId xmlns:a16="http://schemas.microsoft.com/office/drawing/2014/main" id="{CAB042AC-7734-D080-F11B-69BB4147BF44}"/>
              </a:ext>
            </a:extLst>
          </p:cNvPr>
          <p:cNvSpPr/>
          <p:nvPr/>
        </p:nvSpPr>
        <p:spPr>
          <a:xfrm>
            <a:off x="-1596965" y="3358911"/>
            <a:ext cx="365600" cy="18280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7" dirty="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cxnSp>
        <p:nvCxnSpPr>
          <p:cNvPr id="43" name="Google Shape;115;p14">
            <a:extLst>
              <a:ext uri="{FF2B5EF4-FFF2-40B4-BE49-F238E27FC236}">
                <a16:creationId xmlns:a16="http://schemas.microsoft.com/office/drawing/2014/main" id="{E6F6666D-6755-5703-F232-3760068A9059}"/>
              </a:ext>
            </a:extLst>
          </p:cNvPr>
          <p:cNvCxnSpPr/>
          <p:nvPr/>
        </p:nvCxnSpPr>
        <p:spPr>
          <a:xfrm rot="10800000">
            <a:off x="-1542636" y="4895971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4" name="Google Shape;116;p14">
            <a:extLst>
              <a:ext uri="{FF2B5EF4-FFF2-40B4-BE49-F238E27FC236}">
                <a16:creationId xmlns:a16="http://schemas.microsoft.com/office/drawing/2014/main" id="{9841FF32-2601-F95F-79F7-97206AEAA5D5}"/>
              </a:ext>
            </a:extLst>
          </p:cNvPr>
          <p:cNvCxnSpPr/>
          <p:nvPr/>
        </p:nvCxnSpPr>
        <p:spPr>
          <a:xfrm rot="10800000">
            <a:off x="-1542636" y="5196637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5" name="Google Shape;120;p14">
            <a:extLst>
              <a:ext uri="{FF2B5EF4-FFF2-40B4-BE49-F238E27FC236}">
                <a16:creationId xmlns:a16="http://schemas.microsoft.com/office/drawing/2014/main" id="{EF679BBC-6E25-F2BE-534E-B12F338D0242}"/>
              </a:ext>
            </a:extLst>
          </p:cNvPr>
          <p:cNvCxnSpPr/>
          <p:nvPr/>
        </p:nvCxnSpPr>
        <p:spPr>
          <a:xfrm flipH="1">
            <a:off x="-807470" y="4924388"/>
            <a:ext cx="395611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46" name="Google Shape;121;p14">
            <a:extLst>
              <a:ext uri="{FF2B5EF4-FFF2-40B4-BE49-F238E27FC236}">
                <a16:creationId xmlns:a16="http://schemas.microsoft.com/office/drawing/2014/main" id="{0F952268-7D86-042A-0D19-FCD3C50F8B02}"/>
              </a:ext>
            </a:extLst>
          </p:cNvPr>
          <p:cNvCxnSpPr/>
          <p:nvPr/>
        </p:nvCxnSpPr>
        <p:spPr>
          <a:xfrm flipH="1">
            <a:off x="-813832" y="5204559"/>
            <a:ext cx="390643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47" name="Google Shape;118;p14">
            <a:extLst>
              <a:ext uri="{FF2B5EF4-FFF2-40B4-BE49-F238E27FC236}">
                <a16:creationId xmlns:a16="http://schemas.microsoft.com/office/drawing/2014/main" id="{99DE771C-688B-7A9C-3A1C-40F576B61592}"/>
              </a:ext>
            </a:extLst>
          </p:cNvPr>
          <p:cNvCxnSpPr/>
          <p:nvPr/>
        </p:nvCxnSpPr>
        <p:spPr>
          <a:xfrm rot="10800000">
            <a:off x="-1529765" y="5441261"/>
            <a:ext cx="2984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8" name="Google Shape;119;p14">
            <a:extLst>
              <a:ext uri="{FF2B5EF4-FFF2-40B4-BE49-F238E27FC236}">
                <a16:creationId xmlns:a16="http://schemas.microsoft.com/office/drawing/2014/main" id="{429A052D-E43A-4304-994C-E5E2961713B2}"/>
              </a:ext>
            </a:extLst>
          </p:cNvPr>
          <p:cNvCxnSpPr/>
          <p:nvPr/>
        </p:nvCxnSpPr>
        <p:spPr>
          <a:xfrm rot="10800000">
            <a:off x="-1565436" y="5741161"/>
            <a:ext cx="3124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9" name="Google Shape;123;p14">
            <a:extLst>
              <a:ext uri="{FF2B5EF4-FFF2-40B4-BE49-F238E27FC236}">
                <a16:creationId xmlns:a16="http://schemas.microsoft.com/office/drawing/2014/main" id="{BBDDB216-A85C-EB4A-1654-8448617F0723}"/>
              </a:ext>
            </a:extLst>
          </p:cNvPr>
          <p:cNvCxnSpPr/>
          <p:nvPr/>
        </p:nvCxnSpPr>
        <p:spPr>
          <a:xfrm flipH="1" flipV="1">
            <a:off x="-836080" y="5741162"/>
            <a:ext cx="438413" cy="20229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50" name="Google Shape;124;p14">
            <a:extLst>
              <a:ext uri="{FF2B5EF4-FFF2-40B4-BE49-F238E27FC236}">
                <a16:creationId xmlns:a16="http://schemas.microsoft.com/office/drawing/2014/main" id="{C010FDB0-264B-0CEB-B70D-3194380BB491}"/>
              </a:ext>
            </a:extLst>
          </p:cNvPr>
          <p:cNvCxnSpPr/>
          <p:nvPr/>
        </p:nvCxnSpPr>
        <p:spPr>
          <a:xfrm flipH="1">
            <a:off x="-808260" y="5527265"/>
            <a:ext cx="42594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51" name="Google Shape;65;p14">
            <a:extLst>
              <a:ext uri="{FF2B5EF4-FFF2-40B4-BE49-F238E27FC236}">
                <a16:creationId xmlns:a16="http://schemas.microsoft.com/office/drawing/2014/main" id="{8B55D020-886B-21C3-5FF6-EB1D0CBB5CCC}"/>
              </a:ext>
            </a:extLst>
          </p:cNvPr>
          <p:cNvCxnSpPr/>
          <p:nvPr/>
        </p:nvCxnSpPr>
        <p:spPr>
          <a:xfrm rot="10800000">
            <a:off x="-932676" y="598928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52" name="Google Shape;67;p14">
            <a:extLst>
              <a:ext uri="{FF2B5EF4-FFF2-40B4-BE49-F238E27FC236}">
                <a16:creationId xmlns:a16="http://schemas.microsoft.com/office/drawing/2014/main" id="{820B166D-1386-57A2-F849-714CFD9A6098}"/>
              </a:ext>
            </a:extLst>
          </p:cNvPr>
          <p:cNvCxnSpPr/>
          <p:nvPr/>
        </p:nvCxnSpPr>
        <p:spPr>
          <a:xfrm>
            <a:off x="-734995" y="599146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53" name="Google Shape;98;p14">
            <a:extLst>
              <a:ext uri="{FF2B5EF4-FFF2-40B4-BE49-F238E27FC236}">
                <a16:creationId xmlns:a16="http://schemas.microsoft.com/office/drawing/2014/main" id="{AEDDC1F9-05A2-81EE-E3D7-3EF7582DCBB3}"/>
              </a:ext>
            </a:extLst>
          </p:cNvPr>
          <p:cNvCxnSpPr/>
          <p:nvPr/>
        </p:nvCxnSpPr>
        <p:spPr>
          <a:xfrm rot="10800000">
            <a:off x="-595290" y="6050604"/>
            <a:ext cx="31759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54" name="Google Shape;99;p14">
            <a:extLst>
              <a:ext uri="{FF2B5EF4-FFF2-40B4-BE49-F238E27FC236}">
                <a16:creationId xmlns:a16="http://schemas.microsoft.com/office/drawing/2014/main" id="{8915CAE5-E4F3-26F1-4A38-ADAE8C713538}"/>
              </a:ext>
            </a:extLst>
          </p:cNvPr>
          <p:cNvCxnSpPr/>
          <p:nvPr/>
        </p:nvCxnSpPr>
        <p:spPr>
          <a:xfrm>
            <a:off x="-583948" y="6301604"/>
            <a:ext cx="319196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55" name="Google Shape;74;p14">
            <a:extLst>
              <a:ext uri="{FF2B5EF4-FFF2-40B4-BE49-F238E27FC236}">
                <a16:creationId xmlns:a16="http://schemas.microsoft.com/office/drawing/2014/main" id="{BC690388-80DC-B9BF-F13D-A0327FBB25F0}"/>
              </a:ext>
            </a:extLst>
          </p:cNvPr>
          <p:cNvCxnSpPr/>
          <p:nvPr/>
        </p:nvCxnSpPr>
        <p:spPr>
          <a:xfrm rot="10800000">
            <a:off x="-1689127" y="593088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56" name="Google Shape;75;p14">
            <a:extLst>
              <a:ext uri="{FF2B5EF4-FFF2-40B4-BE49-F238E27FC236}">
                <a16:creationId xmlns:a16="http://schemas.microsoft.com/office/drawing/2014/main" id="{429128C5-E763-C6D7-FD81-71AA2B15EA67}"/>
              </a:ext>
            </a:extLst>
          </p:cNvPr>
          <p:cNvCxnSpPr/>
          <p:nvPr/>
        </p:nvCxnSpPr>
        <p:spPr>
          <a:xfrm>
            <a:off x="-1491444" y="593306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57" name="Google Shape;100;p14">
            <a:extLst>
              <a:ext uri="{FF2B5EF4-FFF2-40B4-BE49-F238E27FC236}">
                <a16:creationId xmlns:a16="http://schemas.microsoft.com/office/drawing/2014/main" id="{17FD9B1B-E4AD-5142-1720-54694AC5A39D}"/>
              </a:ext>
            </a:extLst>
          </p:cNvPr>
          <p:cNvCxnSpPr/>
          <p:nvPr/>
        </p:nvCxnSpPr>
        <p:spPr>
          <a:xfrm rot="10800000">
            <a:off x="-1370120" y="6002309"/>
            <a:ext cx="2948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58" name="Google Shape;101;p14">
            <a:extLst>
              <a:ext uri="{FF2B5EF4-FFF2-40B4-BE49-F238E27FC236}">
                <a16:creationId xmlns:a16="http://schemas.microsoft.com/office/drawing/2014/main" id="{7E66BEF1-7794-718A-099F-C02952E1D4AF}"/>
              </a:ext>
            </a:extLst>
          </p:cNvPr>
          <p:cNvCxnSpPr/>
          <p:nvPr/>
        </p:nvCxnSpPr>
        <p:spPr>
          <a:xfrm>
            <a:off x="-1364853" y="6252039"/>
            <a:ext cx="3120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59" name="Rectangle 218">
            <a:extLst>
              <a:ext uri="{FF2B5EF4-FFF2-40B4-BE49-F238E27FC236}">
                <a16:creationId xmlns:a16="http://schemas.microsoft.com/office/drawing/2014/main" id="{DEAA22DA-F25C-5222-526A-030C9F4116E0}"/>
              </a:ext>
            </a:extLst>
          </p:cNvPr>
          <p:cNvSpPr/>
          <p:nvPr/>
        </p:nvSpPr>
        <p:spPr>
          <a:xfrm>
            <a:off x="-1093333" y="3356241"/>
            <a:ext cx="390144" cy="195072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0" name="Rectangle 328">
            <a:extLst>
              <a:ext uri="{FF2B5EF4-FFF2-40B4-BE49-F238E27FC236}">
                <a16:creationId xmlns:a16="http://schemas.microsoft.com/office/drawing/2014/main" id="{1C50BDDF-AACA-101E-618F-35D35C28CDF1}"/>
              </a:ext>
            </a:extLst>
          </p:cNvPr>
          <p:cNvSpPr/>
          <p:nvPr/>
        </p:nvSpPr>
        <p:spPr>
          <a:xfrm>
            <a:off x="-703189" y="3976810"/>
            <a:ext cx="434213" cy="3722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1" name="Rectangle 331">
            <a:extLst>
              <a:ext uri="{FF2B5EF4-FFF2-40B4-BE49-F238E27FC236}">
                <a16:creationId xmlns:a16="http://schemas.microsoft.com/office/drawing/2014/main" id="{1166AD19-585F-9823-A054-63136D7DD082}"/>
              </a:ext>
            </a:extLst>
          </p:cNvPr>
          <p:cNvSpPr/>
          <p:nvPr/>
        </p:nvSpPr>
        <p:spPr>
          <a:xfrm>
            <a:off x="-1579424" y="3956992"/>
            <a:ext cx="434213" cy="372225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2" name="Rectangle 108">
            <a:extLst>
              <a:ext uri="{FF2B5EF4-FFF2-40B4-BE49-F238E27FC236}">
                <a16:creationId xmlns:a16="http://schemas.microsoft.com/office/drawing/2014/main" id="{0D2B1556-E82A-935E-7779-92AFE1C96B3D}"/>
              </a:ext>
            </a:extLst>
          </p:cNvPr>
          <p:cNvSpPr/>
          <p:nvPr/>
        </p:nvSpPr>
        <p:spPr>
          <a:xfrm>
            <a:off x="-1093333" y="3633309"/>
            <a:ext cx="390144" cy="195072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3" name="Rectangle 220">
            <a:extLst>
              <a:ext uri="{FF2B5EF4-FFF2-40B4-BE49-F238E27FC236}">
                <a16:creationId xmlns:a16="http://schemas.microsoft.com/office/drawing/2014/main" id="{67D34612-AA6E-87C6-3306-269054FF7027}"/>
              </a:ext>
            </a:extLst>
          </p:cNvPr>
          <p:cNvSpPr/>
          <p:nvPr/>
        </p:nvSpPr>
        <p:spPr>
          <a:xfrm>
            <a:off x="-711248" y="4452574"/>
            <a:ext cx="425753" cy="32173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192" name="Google Shape;115;p14">
            <a:extLst>
              <a:ext uri="{FF2B5EF4-FFF2-40B4-BE49-F238E27FC236}">
                <a16:creationId xmlns:a16="http://schemas.microsoft.com/office/drawing/2014/main" id="{92C386A0-F269-F403-AB7B-D5676C09A39D}"/>
              </a:ext>
            </a:extLst>
          </p:cNvPr>
          <p:cNvCxnSpPr/>
          <p:nvPr/>
        </p:nvCxnSpPr>
        <p:spPr>
          <a:xfrm rot="10800000">
            <a:off x="-1536784" y="4577289"/>
            <a:ext cx="2896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3" name="Google Shape;120;p14">
            <a:extLst>
              <a:ext uri="{FF2B5EF4-FFF2-40B4-BE49-F238E27FC236}">
                <a16:creationId xmlns:a16="http://schemas.microsoft.com/office/drawing/2014/main" id="{079A619C-40D8-4DAE-43CA-71C163E3AEC9}"/>
              </a:ext>
            </a:extLst>
          </p:cNvPr>
          <p:cNvCxnSpPr>
            <a:cxnSpLocks/>
          </p:cNvCxnSpPr>
          <p:nvPr/>
        </p:nvCxnSpPr>
        <p:spPr>
          <a:xfrm flipH="1">
            <a:off x="2673860" y="5268357"/>
            <a:ext cx="4531171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95" name="文本框 194">
            <a:extLst>
              <a:ext uri="{FF2B5EF4-FFF2-40B4-BE49-F238E27FC236}">
                <a16:creationId xmlns:a16="http://schemas.microsoft.com/office/drawing/2014/main" id="{B1D45E34-F7F5-4CF5-32D2-A20490617EEF}"/>
              </a:ext>
            </a:extLst>
          </p:cNvPr>
          <p:cNvSpPr txBox="1"/>
          <p:nvPr/>
        </p:nvSpPr>
        <p:spPr>
          <a:xfrm>
            <a:off x="2583452" y="4924388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测试突破点</a:t>
            </a:r>
          </a:p>
        </p:txBody>
      </p:sp>
      <p:sp>
        <p:nvSpPr>
          <p:cNvPr id="196" name="文本框 195">
            <a:extLst>
              <a:ext uri="{FF2B5EF4-FFF2-40B4-BE49-F238E27FC236}">
                <a16:creationId xmlns:a16="http://schemas.microsoft.com/office/drawing/2014/main" id="{463BACFE-DD1E-C5C2-51E7-693D59328C69}"/>
              </a:ext>
            </a:extLst>
          </p:cNvPr>
          <p:cNvSpPr txBox="1"/>
          <p:nvPr/>
        </p:nvSpPr>
        <p:spPr>
          <a:xfrm>
            <a:off x="6742669" y="3835327"/>
            <a:ext cx="47404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下降窄通道，所以可能目前是</a:t>
            </a:r>
            <a:r>
              <a:rPr lang="en-US" altLang="zh-CN" dirty="0">
                <a:solidFill>
                  <a:srgbClr val="BA1C20"/>
                </a:solidFill>
              </a:rPr>
              <a:t>1</a:t>
            </a:r>
            <a:r>
              <a:rPr lang="en-US" altLang="zh-CN" baseline="30000" dirty="0">
                <a:solidFill>
                  <a:srgbClr val="BA1C20"/>
                </a:solidFill>
              </a:rPr>
              <a:t>st</a:t>
            </a:r>
            <a:r>
              <a:rPr lang="zh-CN" altLang="en-US" dirty="0">
                <a:solidFill>
                  <a:srgbClr val="BA1C20"/>
                </a:solidFill>
              </a:rPr>
              <a:t>腿下跌，还有</a:t>
            </a:r>
            <a:r>
              <a:rPr lang="en-US" altLang="zh-CN" dirty="0">
                <a:solidFill>
                  <a:srgbClr val="BA1C20"/>
                </a:solidFill>
              </a:rPr>
              <a:t>2</a:t>
            </a:r>
            <a:r>
              <a:rPr lang="en-US" altLang="zh-CN" baseline="30000" dirty="0">
                <a:solidFill>
                  <a:srgbClr val="BA1C20"/>
                </a:solidFill>
              </a:rPr>
              <a:t>nd</a:t>
            </a:r>
            <a:r>
              <a:rPr lang="zh-CN" altLang="en-US" dirty="0">
                <a:solidFill>
                  <a:srgbClr val="BA1C20"/>
                </a:solidFill>
              </a:rPr>
              <a:t>腿下跌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32" descr="20 TTR  But Bull Leg Stronger Than Bear Leg 31m30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4EC7B00E-A33F-380E-7519-A4BB9FAA82BF}"/>
              </a:ext>
            </a:extLst>
          </p:cNvPr>
          <p:cNvSpPr txBox="1"/>
          <p:nvPr/>
        </p:nvSpPr>
        <p:spPr>
          <a:xfrm>
            <a:off x="-157387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4F09B74-BECA-5A58-8930-DEB0227322A8}"/>
              </a:ext>
            </a:extLst>
          </p:cNvPr>
          <p:cNvSpPr txBox="1"/>
          <p:nvPr/>
        </p:nvSpPr>
        <p:spPr>
          <a:xfrm>
            <a:off x="-93724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29FBEDE-DD35-CC03-8A08-AA7F67D681E2}"/>
              </a:ext>
            </a:extLst>
          </p:cNvPr>
          <p:cNvSpPr txBox="1"/>
          <p:nvPr/>
        </p:nvSpPr>
        <p:spPr>
          <a:xfrm>
            <a:off x="-1573878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6CA5E24-DC23-C55D-49EB-B68C3F0DB8AA}"/>
              </a:ext>
            </a:extLst>
          </p:cNvPr>
          <p:cNvSpPr txBox="1"/>
          <p:nvPr/>
        </p:nvSpPr>
        <p:spPr>
          <a:xfrm>
            <a:off x="-937247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1DB3D02-1210-DCDA-060C-F2574ACE65E0}"/>
              </a:ext>
            </a:extLst>
          </p:cNvPr>
          <p:cNvSpPr txBox="1"/>
          <p:nvPr/>
        </p:nvSpPr>
        <p:spPr>
          <a:xfrm>
            <a:off x="-1573879" y="187127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</a:p>
        </p:txBody>
      </p:sp>
      <p:sp>
        <p:nvSpPr>
          <p:cNvPr id="17" name="Google Shape;59;p14">
            <a:extLst>
              <a:ext uri="{FF2B5EF4-FFF2-40B4-BE49-F238E27FC236}">
                <a16:creationId xmlns:a16="http://schemas.microsoft.com/office/drawing/2014/main" id="{99964CE0-1E3B-7849-6FEB-671C70FDC6B1}"/>
              </a:ext>
            </a:extLst>
          </p:cNvPr>
          <p:cNvSpPr/>
          <p:nvPr/>
        </p:nvSpPr>
        <p:spPr>
          <a:xfrm>
            <a:off x="-607151" y="3639080"/>
            <a:ext cx="365600" cy="1828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8" name="Google Shape;60;p14">
            <a:extLst>
              <a:ext uri="{FF2B5EF4-FFF2-40B4-BE49-F238E27FC236}">
                <a16:creationId xmlns:a16="http://schemas.microsoft.com/office/drawing/2014/main" id="{93388CFC-8BF6-F1E9-19DC-017D65C1C417}"/>
              </a:ext>
            </a:extLst>
          </p:cNvPr>
          <p:cNvSpPr/>
          <p:nvPr/>
        </p:nvSpPr>
        <p:spPr>
          <a:xfrm>
            <a:off x="-1608961" y="3623316"/>
            <a:ext cx="365600" cy="18280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9" name="Google Shape;113;p14">
            <a:extLst>
              <a:ext uri="{FF2B5EF4-FFF2-40B4-BE49-F238E27FC236}">
                <a16:creationId xmlns:a16="http://schemas.microsoft.com/office/drawing/2014/main" id="{D21B0836-79A8-25C3-ECE0-6A631498FF59}"/>
              </a:ext>
            </a:extLst>
          </p:cNvPr>
          <p:cNvSpPr/>
          <p:nvPr/>
        </p:nvSpPr>
        <p:spPr>
          <a:xfrm>
            <a:off x="-624475" y="3358911"/>
            <a:ext cx="365600" cy="18280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7" dirty="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0" name="Google Shape;114;p14">
            <a:extLst>
              <a:ext uri="{FF2B5EF4-FFF2-40B4-BE49-F238E27FC236}">
                <a16:creationId xmlns:a16="http://schemas.microsoft.com/office/drawing/2014/main" id="{F6D1504E-4A43-230B-DC3C-56C87F172903}"/>
              </a:ext>
            </a:extLst>
          </p:cNvPr>
          <p:cNvSpPr/>
          <p:nvPr/>
        </p:nvSpPr>
        <p:spPr>
          <a:xfrm>
            <a:off x="-1596965" y="3358911"/>
            <a:ext cx="365600" cy="18280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7" dirty="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cxnSp>
        <p:nvCxnSpPr>
          <p:cNvPr id="21" name="Google Shape;115;p14">
            <a:extLst>
              <a:ext uri="{FF2B5EF4-FFF2-40B4-BE49-F238E27FC236}">
                <a16:creationId xmlns:a16="http://schemas.microsoft.com/office/drawing/2014/main" id="{EC29FE17-FF22-44B8-D2CB-973F96E29C7A}"/>
              </a:ext>
            </a:extLst>
          </p:cNvPr>
          <p:cNvCxnSpPr/>
          <p:nvPr/>
        </p:nvCxnSpPr>
        <p:spPr>
          <a:xfrm rot="10800000">
            <a:off x="-1542636" y="4895971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" name="Google Shape;116;p14">
            <a:extLst>
              <a:ext uri="{FF2B5EF4-FFF2-40B4-BE49-F238E27FC236}">
                <a16:creationId xmlns:a16="http://schemas.microsoft.com/office/drawing/2014/main" id="{BF34F4FA-0547-6367-16E4-04312C6DD6C7}"/>
              </a:ext>
            </a:extLst>
          </p:cNvPr>
          <p:cNvCxnSpPr/>
          <p:nvPr/>
        </p:nvCxnSpPr>
        <p:spPr>
          <a:xfrm rot="10800000">
            <a:off x="-1542636" y="5196637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120;p14">
            <a:extLst>
              <a:ext uri="{FF2B5EF4-FFF2-40B4-BE49-F238E27FC236}">
                <a16:creationId xmlns:a16="http://schemas.microsoft.com/office/drawing/2014/main" id="{9C54110C-4733-B635-9170-515A428A4E22}"/>
              </a:ext>
            </a:extLst>
          </p:cNvPr>
          <p:cNvCxnSpPr/>
          <p:nvPr/>
        </p:nvCxnSpPr>
        <p:spPr>
          <a:xfrm flipH="1">
            <a:off x="-807470" y="4924388"/>
            <a:ext cx="395611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4" name="Google Shape;121;p14">
            <a:extLst>
              <a:ext uri="{FF2B5EF4-FFF2-40B4-BE49-F238E27FC236}">
                <a16:creationId xmlns:a16="http://schemas.microsoft.com/office/drawing/2014/main" id="{AF218851-B401-693E-F0BA-B9160F6EDFC1}"/>
              </a:ext>
            </a:extLst>
          </p:cNvPr>
          <p:cNvCxnSpPr/>
          <p:nvPr/>
        </p:nvCxnSpPr>
        <p:spPr>
          <a:xfrm flipH="1">
            <a:off x="-813832" y="5204559"/>
            <a:ext cx="390643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5" name="Google Shape;118;p14">
            <a:extLst>
              <a:ext uri="{FF2B5EF4-FFF2-40B4-BE49-F238E27FC236}">
                <a16:creationId xmlns:a16="http://schemas.microsoft.com/office/drawing/2014/main" id="{9DF9BAD4-5C4C-18DC-3889-222C67E5E4D1}"/>
              </a:ext>
            </a:extLst>
          </p:cNvPr>
          <p:cNvCxnSpPr/>
          <p:nvPr/>
        </p:nvCxnSpPr>
        <p:spPr>
          <a:xfrm rot="10800000">
            <a:off x="-1529765" y="5441261"/>
            <a:ext cx="2984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" name="Google Shape;119;p14">
            <a:extLst>
              <a:ext uri="{FF2B5EF4-FFF2-40B4-BE49-F238E27FC236}">
                <a16:creationId xmlns:a16="http://schemas.microsoft.com/office/drawing/2014/main" id="{DD7E784E-55B1-08B8-518C-158FFBB04EAE}"/>
              </a:ext>
            </a:extLst>
          </p:cNvPr>
          <p:cNvCxnSpPr/>
          <p:nvPr/>
        </p:nvCxnSpPr>
        <p:spPr>
          <a:xfrm rot="10800000">
            <a:off x="-1565436" y="5741161"/>
            <a:ext cx="3124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" name="Google Shape;123;p14">
            <a:extLst>
              <a:ext uri="{FF2B5EF4-FFF2-40B4-BE49-F238E27FC236}">
                <a16:creationId xmlns:a16="http://schemas.microsoft.com/office/drawing/2014/main" id="{999584B1-5A19-A00D-6FEB-4230C263FBC2}"/>
              </a:ext>
            </a:extLst>
          </p:cNvPr>
          <p:cNvCxnSpPr/>
          <p:nvPr/>
        </p:nvCxnSpPr>
        <p:spPr>
          <a:xfrm flipH="1" flipV="1">
            <a:off x="-836080" y="5741162"/>
            <a:ext cx="438413" cy="20229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8" name="Google Shape;124;p14">
            <a:extLst>
              <a:ext uri="{FF2B5EF4-FFF2-40B4-BE49-F238E27FC236}">
                <a16:creationId xmlns:a16="http://schemas.microsoft.com/office/drawing/2014/main" id="{DD0AC9E5-8751-83A1-1EA8-2EFAED243719}"/>
              </a:ext>
            </a:extLst>
          </p:cNvPr>
          <p:cNvCxnSpPr/>
          <p:nvPr/>
        </p:nvCxnSpPr>
        <p:spPr>
          <a:xfrm flipH="1">
            <a:off x="-808260" y="5527265"/>
            <a:ext cx="42594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9" name="Google Shape;65;p14">
            <a:extLst>
              <a:ext uri="{FF2B5EF4-FFF2-40B4-BE49-F238E27FC236}">
                <a16:creationId xmlns:a16="http://schemas.microsoft.com/office/drawing/2014/main" id="{D3D49311-CFC0-51A3-9827-076FE886FB26}"/>
              </a:ext>
            </a:extLst>
          </p:cNvPr>
          <p:cNvCxnSpPr/>
          <p:nvPr/>
        </p:nvCxnSpPr>
        <p:spPr>
          <a:xfrm rot="10800000">
            <a:off x="-932676" y="598928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30" name="Google Shape;67;p14">
            <a:extLst>
              <a:ext uri="{FF2B5EF4-FFF2-40B4-BE49-F238E27FC236}">
                <a16:creationId xmlns:a16="http://schemas.microsoft.com/office/drawing/2014/main" id="{CD57F37E-5400-8052-B59A-7D78B51AB6BB}"/>
              </a:ext>
            </a:extLst>
          </p:cNvPr>
          <p:cNvCxnSpPr/>
          <p:nvPr/>
        </p:nvCxnSpPr>
        <p:spPr>
          <a:xfrm>
            <a:off x="-734995" y="599146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31" name="Google Shape;98;p14">
            <a:extLst>
              <a:ext uri="{FF2B5EF4-FFF2-40B4-BE49-F238E27FC236}">
                <a16:creationId xmlns:a16="http://schemas.microsoft.com/office/drawing/2014/main" id="{2F6E257A-7054-3BFD-324A-41B1AB551D6C}"/>
              </a:ext>
            </a:extLst>
          </p:cNvPr>
          <p:cNvCxnSpPr/>
          <p:nvPr/>
        </p:nvCxnSpPr>
        <p:spPr>
          <a:xfrm rot="10800000">
            <a:off x="-595290" y="6050604"/>
            <a:ext cx="31759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32" name="Google Shape;99;p14">
            <a:extLst>
              <a:ext uri="{FF2B5EF4-FFF2-40B4-BE49-F238E27FC236}">
                <a16:creationId xmlns:a16="http://schemas.microsoft.com/office/drawing/2014/main" id="{0D805DA0-7FE1-5DDA-B8F0-677591AB026C}"/>
              </a:ext>
            </a:extLst>
          </p:cNvPr>
          <p:cNvCxnSpPr/>
          <p:nvPr/>
        </p:nvCxnSpPr>
        <p:spPr>
          <a:xfrm>
            <a:off x="-583948" y="6301604"/>
            <a:ext cx="319196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33" name="Google Shape;74;p14">
            <a:extLst>
              <a:ext uri="{FF2B5EF4-FFF2-40B4-BE49-F238E27FC236}">
                <a16:creationId xmlns:a16="http://schemas.microsoft.com/office/drawing/2014/main" id="{FA726A1E-563A-C2AB-5581-09C65859B201}"/>
              </a:ext>
            </a:extLst>
          </p:cNvPr>
          <p:cNvCxnSpPr/>
          <p:nvPr/>
        </p:nvCxnSpPr>
        <p:spPr>
          <a:xfrm rot="10800000">
            <a:off x="-1689127" y="593088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34" name="Google Shape;75;p14">
            <a:extLst>
              <a:ext uri="{FF2B5EF4-FFF2-40B4-BE49-F238E27FC236}">
                <a16:creationId xmlns:a16="http://schemas.microsoft.com/office/drawing/2014/main" id="{602AF6C8-DAE7-A62A-C5FD-9696F453F26F}"/>
              </a:ext>
            </a:extLst>
          </p:cNvPr>
          <p:cNvCxnSpPr/>
          <p:nvPr/>
        </p:nvCxnSpPr>
        <p:spPr>
          <a:xfrm>
            <a:off x="-1491444" y="593306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35" name="Google Shape;100;p14">
            <a:extLst>
              <a:ext uri="{FF2B5EF4-FFF2-40B4-BE49-F238E27FC236}">
                <a16:creationId xmlns:a16="http://schemas.microsoft.com/office/drawing/2014/main" id="{CFF1E286-C996-4CC2-78C4-B7D3B1CAC4FD}"/>
              </a:ext>
            </a:extLst>
          </p:cNvPr>
          <p:cNvCxnSpPr/>
          <p:nvPr/>
        </p:nvCxnSpPr>
        <p:spPr>
          <a:xfrm rot="10800000">
            <a:off x="-1370120" y="6002309"/>
            <a:ext cx="2948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36" name="Google Shape;101;p14">
            <a:extLst>
              <a:ext uri="{FF2B5EF4-FFF2-40B4-BE49-F238E27FC236}">
                <a16:creationId xmlns:a16="http://schemas.microsoft.com/office/drawing/2014/main" id="{BFB34A36-3AA1-612E-1565-6EF31F289098}"/>
              </a:ext>
            </a:extLst>
          </p:cNvPr>
          <p:cNvCxnSpPr/>
          <p:nvPr/>
        </p:nvCxnSpPr>
        <p:spPr>
          <a:xfrm>
            <a:off x="-1364853" y="6252039"/>
            <a:ext cx="3120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37" name="Rectangle 218">
            <a:extLst>
              <a:ext uri="{FF2B5EF4-FFF2-40B4-BE49-F238E27FC236}">
                <a16:creationId xmlns:a16="http://schemas.microsoft.com/office/drawing/2014/main" id="{51444F3A-DEFA-1EA2-E67F-514E5EDC255E}"/>
              </a:ext>
            </a:extLst>
          </p:cNvPr>
          <p:cNvSpPr/>
          <p:nvPr/>
        </p:nvSpPr>
        <p:spPr>
          <a:xfrm>
            <a:off x="-1093333" y="3356241"/>
            <a:ext cx="390144" cy="195072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8" name="Rectangle 328">
            <a:extLst>
              <a:ext uri="{FF2B5EF4-FFF2-40B4-BE49-F238E27FC236}">
                <a16:creationId xmlns:a16="http://schemas.microsoft.com/office/drawing/2014/main" id="{78030762-A1B9-BDBC-1EDB-A77491FECCA4}"/>
              </a:ext>
            </a:extLst>
          </p:cNvPr>
          <p:cNvSpPr/>
          <p:nvPr/>
        </p:nvSpPr>
        <p:spPr>
          <a:xfrm>
            <a:off x="-703189" y="3976810"/>
            <a:ext cx="434213" cy="3722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9" name="Rectangle 331">
            <a:extLst>
              <a:ext uri="{FF2B5EF4-FFF2-40B4-BE49-F238E27FC236}">
                <a16:creationId xmlns:a16="http://schemas.microsoft.com/office/drawing/2014/main" id="{9A466A00-7277-DDB3-14E5-2F5F141B76D0}"/>
              </a:ext>
            </a:extLst>
          </p:cNvPr>
          <p:cNvSpPr/>
          <p:nvPr/>
        </p:nvSpPr>
        <p:spPr>
          <a:xfrm>
            <a:off x="-1579424" y="3956992"/>
            <a:ext cx="434213" cy="372225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0" name="Rectangle 108">
            <a:extLst>
              <a:ext uri="{FF2B5EF4-FFF2-40B4-BE49-F238E27FC236}">
                <a16:creationId xmlns:a16="http://schemas.microsoft.com/office/drawing/2014/main" id="{82930B75-60D0-9A6F-4859-206AF2378AE7}"/>
              </a:ext>
            </a:extLst>
          </p:cNvPr>
          <p:cNvSpPr/>
          <p:nvPr/>
        </p:nvSpPr>
        <p:spPr>
          <a:xfrm>
            <a:off x="-1093333" y="3633309"/>
            <a:ext cx="390144" cy="195072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1" name="Rectangle 220">
            <a:extLst>
              <a:ext uri="{FF2B5EF4-FFF2-40B4-BE49-F238E27FC236}">
                <a16:creationId xmlns:a16="http://schemas.microsoft.com/office/drawing/2014/main" id="{AF3E932A-9D1D-1C77-BCDA-E03D5A79ED02}"/>
              </a:ext>
            </a:extLst>
          </p:cNvPr>
          <p:cNvSpPr/>
          <p:nvPr/>
        </p:nvSpPr>
        <p:spPr>
          <a:xfrm>
            <a:off x="-711248" y="4452574"/>
            <a:ext cx="425753" cy="32173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42" name="Google Shape;115;p14">
            <a:extLst>
              <a:ext uri="{FF2B5EF4-FFF2-40B4-BE49-F238E27FC236}">
                <a16:creationId xmlns:a16="http://schemas.microsoft.com/office/drawing/2014/main" id="{952231DA-8471-16E8-1526-E79E7769C4BF}"/>
              </a:ext>
            </a:extLst>
          </p:cNvPr>
          <p:cNvCxnSpPr/>
          <p:nvPr/>
        </p:nvCxnSpPr>
        <p:spPr>
          <a:xfrm rot="10800000">
            <a:off x="-1536784" y="4577289"/>
            <a:ext cx="2896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33" descr="21 Strong Selloff  Bulls Likely Won't Get Back to Highest Close 34m07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BBC1D02D-64BE-74BF-8276-2AFA825F37E9}"/>
              </a:ext>
            </a:extLst>
          </p:cNvPr>
          <p:cNvSpPr txBox="1"/>
          <p:nvPr/>
        </p:nvSpPr>
        <p:spPr>
          <a:xfrm>
            <a:off x="-157387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6CC9536-F0F9-6B29-AA93-9955AF94B383}"/>
              </a:ext>
            </a:extLst>
          </p:cNvPr>
          <p:cNvSpPr txBox="1"/>
          <p:nvPr/>
        </p:nvSpPr>
        <p:spPr>
          <a:xfrm>
            <a:off x="-93724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3A4BADA-B960-82E9-4EC5-72523E5D8F1A}"/>
              </a:ext>
            </a:extLst>
          </p:cNvPr>
          <p:cNvSpPr txBox="1"/>
          <p:nvPr/>
        </p:nvSpPr>
        <p:spPr>
          <a:xfrm>
            <a:off x="-1573878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D338812-5596-7CEE-93D8-DA6ECF770FB9}"/>
              </a:ext>
            </a:extLst>
          </p:cNvPr>
          <p:cNvSpPr txBox="1"/>
          <p:nvPr/>
        </p:nvSpPr>
        <p:spPr>
          <a:xfrm>
            <a:off x="-937247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3CE891E-2BB8-C72D-7602-1B97F359216D}"/>
              </a:ext>
            </a:extLst>
          </p:cNvPr>
          <p:cNvSpPr txBox="1"/>
          <p:nvPr/>
        </p:nvSpPr>
        <p:spPr>
          <a:xfrm>
            <a:off x="-1573879" y="187127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</a:p>
        </p:txBody>
      </p:sp>
      <p:sp>
        <p:nvSpPr>
          <p:cNvPr id="17" name="Google Shape;59;p14">
            <a:extLst>
              <a:ext uri="{FF2B5EF4-FFF2-40B4-BE49-F238E27FC236}">
                <a16:creationId xmlns:a16="http://schemas.microsoft.com/office/drawing/2014/main" id="{9A844A6C-0DEC-FAA8-B1CD-9F2AD790FE66}"/>
              </a:ext>
            </a:extLst>
          </p:cNvPr>
          <p:cNvSpPr/>
          <p:nvPr/>
        </p:nvSpPr>
        <p:spPr>
          <a:xfrm>
            <a:off x="-607151" y="3639080"/>
            <a:ext cx="365600" cy="1828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8" name="Google Shape;60;p14">
            <a:extLst>
              <a:ext uri="{FF2B5EF4-FFF2-40B4-BE49-F238E27FC236}">
                <a16:creationId xmlns:a16="http://schemas.microsoft.com/office/drawing/2014/main" id="{A2C8A259-D7D4-6FCA-A9C7-6A45B9632E04}"/>
              </a:ext>
            </a:extLst>
          </p:cNvPr>
          <p:cNvSpPr/>
          <p:nvPr/>
        </p:nvSpPr>
        <p:spPr>
          <a:xfrm>
            <a:off x="-1608961" y="3623316"/>
            <a:ext cx="365600" cy="18280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9" name="Google Shape;113;p14">
            <a:extLst>
              <a:ext uri="{FF2B5EF4-FFF2-40B4-BE49-F238E27FC236}">
                <a16:creationId xmlns:a16="http://schemas.microsoft.com/office/drawing/2014/main" id="{FF254160-91FD-261A-E416-3586EA49A6FF}"/>
              </a:ext>
            </a:extLst>
          </p:cNvPr>
          <p:cNvSpPr/>
          <p:nvPr/>
        </p:nvSpPr>
        <p:spPr>
          <a:xfrm>
            <a:off x="-624475" y="3358911"/>
            <a:ext cx="365600" cy="18280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7" dirty="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0" name="Google Shape;114;p14">
            <a:extLst>
              <a:ext uri="{FF2B5EF4-FFF2-40B4-BE49-F238E27FC236}">
                <a16:creationId xmlns:a16="http://schemas.microsoft.com/office/drawing/2014/main" id="{91F4DD1B-14F2-C4D7-2D9C-7B669217B9E8}"/>
              </a:ext>
            </a:extLst>
          </p:cNvPr>
          <p:cNvSpPr/>
          <p:nvPr/>
        </p:nvSpPr>
        <p:spPr>
          <a:xfrm>
            <a:off x="-1596965" y="3358911"/>
            <a:ext cx="365600" cy="18280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7" dirty="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cxnSp>
        <p:nvCxnSpPr>
          <p:cNvPr id="21" name="Google Shape;115;p14">
            <a:extLst>
              <a:ext uri="{FF2B5EF4-FFF2-40B4-BE49-F238E27FC236}">
                <a16:creationId xmlns:a16="http://schemas.microsoft.com/office/drawing/2014/main" id="{19D4B05E-CA54-6D96-B066-981F5B213613}"/>
              </a:ext>
            </a:extLst>
          </p:cNvPr>
          <p:cNvCxnSpPr/>
          <p:nvPr/>
        </p:nvCxnSpPr>
        <p:spPr>
          <a:xfrm rot="10800000">
            <a:off x="-1542636" y="4895971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" name="Google Shape;116;p14">
            <a:extLst>
              <a:ext uri="{FF2B5EF4-FFF2-40B4-BE49-F238E27FC236}">
                <a16:creationId xmlns:a16="http://schemas.microsoft.com/office/drawing/2014/main" id="{F3E53029-B778-6E7B-81AC-0509E99B9576}"/>
              </a:ext>
            </a:extLst>
          </p:cNvPr>
          <p:cNvCxnSpPr/>
          <p:nvPr/>
        </p:nvCxnSpPr>
        <p:spPr>
          <a:xfrm rot="10800000">
            <a:off x="-1542636" y="5196637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120;p14">
            <a:extLst>
              <a:ext uri="{FF2B5EF4-FFF2-40B4-BE49-F238E27FC236}">
                <a16:creationId xmlns:a16="http://schemas.microsoft.com/office/drawing/2014/main" id="{90AF3E85-0383-E677-3A12-3749CBFE3F61}"/>
              </a:ext>
            </a:extLst>
          </p:cNvPr>
          <p:cNvCxnSpPr/>
          <p:nvPr/>
        </p:nvCxnSpPr>
        <p:spPr>
          <a:xfrm flipH="1">
            <a:off x="-807470" y="4924388"/>
            <a:ext cx="395611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4" name="Google Shape;121;p14">
            <a:extLst>
              <a:ext uri="{FF2B5EF4-FFF2-40B4-BE49-F238E27FC236}">
                <a16:creationId xmlns:a16="http://schemas.microsoft.com/office/drawing/2014/main" id="{4E9CB639-5CED-172A-0204-F107B413FBF4}"/>
              </a:ext>
            </a:extLst>
          </p:cNvPr>
          <p:cNvCxnSpPr/>
          <p:nvPr/>
        </p:nvCxnSpPr>
        <p:spPr>
          <a:xfrm flipH="1">
            <a:off x="-813832" y="5204559"/>
            <a:ext cx="390643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5" name="Google Shape;118;p14">
            <a:extLst>
              <a:ext uri="{FF2B5EF4-FFF2-40B4-BE49-F238E27FC236}">
                <a16:creationId xmlns:a16="http://schemas.microsoft.com/office/drawing/2014/main" id="{DCB9F9CE-FE02-0272-CDA3-0BDB247BB6A0}"/>
              </a:ext>
            </a:extLst>
          </p:cNvPr>
          <p:cNvCxnSpPr/>
          <p:nvPr/>
        </p:nvCxnSpPr>
        <p:spPr>
          <a:xfrm rot="10800000">
            <a:off x="-1529765" y="5441261"/>
            <a:ext cx="2984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" name="Google Shape;119;p14">
            <a:extLst>
              <a:ext uri="{FF2B5EF4-FFF2-40B4-BE49-F238E27FC236}">
                <a16:creationId xmlns:a16="http://schemas.microsoft.com/office/drawing/2014/main" id="{8DC0589E-8E52-F7F2-11F0-8DF76A361E68}"/>
              </a:ext>
            </a:extLst>
          </p:cNvPr>
          <p:cNvCxnSpPr/>
          <p:nvPr/>
        </p:nvCxnSpPr>
        <p:spPr>
          <a:xfrm rot="10800000">
            <a:off x="-1565436" y="5741161"/>
            <a:ext cx="3124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" name="Google Shape;123;p14">
            <a:extLst>
              <a:ext uri="{FF2B5EF4-FFF2-40B4-BE49-F238E27FC236}">
                <a16:creationId xmlns:a16="http://schemas.microsoft.com/office/drawing/2014/main" id="{F7919D02-03D1-C0A8-7FF8-6015B6AD7980}"/>
              </a:ext>
            </a:extLst>
          </p:cNvPr>
          <p:cNvCxnSpPr/>
          <p:nvPr/>
        </p:nvCxnSpPr>
        <p:spPr>
          <a:xfrm flipH="1" flipV="1">
            <a:off x="-836080" y="5741162"/>
            <a:ext cx="438413" cy="20229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8" name="Google Shape;124;p14">
            <a:extLst>
              <a:ext uri="{FF2B5EF4-FFF2-40B4-BE49-F238E27FC236}">
                <a16:creationId xmlns:a16="http://schemas.microsoft.com/office/drawing/2014/main" id="{0B1795A4-D735-4D90-6A0C-9E3F73C75EDA}"/>
              </a:ext>
            </a:extLst>
          </p:cNvPr>
          <p:cNvCxnSpPr/>
          <p:nvPr/>
        </p:nvCxnSpPr>
        <p:spPr>
          <a:xfrm flipH="1">
            <a:off x="-808260" y="5527265"/>
            <a:ext cx="42594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9" name="Google Shape;65;p14">
            <a:extLst>
              <a:ext uri="{FF2B5EF4-FFF2-40B4-BE49-F238E27FC236}">
                <a16:creationId xmlns:a16="http://schemas.microsoft.com/office/drawing/2014/main" id="{99234BD7-5BE8-E1E5-1A17-F3EF12DD8FDA}"/>
              </a:ext>
            </a:extLst>
          </p:cNvPr>
          <p:cNvCxnSpPr/>
          <p:nvPr/>
        </p:nvCxnSpPr>
        <p:spPr>
          <a:xfrm rot="10800000">
            <a:off x="-932676" y="598928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30" name="Google Shape;67;p14">
            <a:extLst>
              <a:ext uri="{FF2B5EF4-FFF2-40B4-BE49-F238E27FC236}">
                <a16:creationId xmlns:a16="http://schemas.microsoft.com/office/drawing/2014/main" id="{0E7942BF-1EAA-3C44-E0E3-9065C956317B}"/>
              </a:ext>
            </a:extLst>
          </p:cNvPr>
          <p:cNvCxnSpPr/>
          <p:nvPr/>
        </p:nvCxnSpPr>
        <p:spPr>
          <a:xfrm>
            <a:off x="-734995" y="599146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31" name="Google Shape;98;p14">
            <a:extLst>
              <a:ext uri="{FF2B5EF4-FFF2-40B4-BE49-F238E27FC236}">
                <a16:creationId xmlns:a16="http://schemas.microsoft.com/office/drawing/2014/main" id="{EE0C79E1-2B21-2DE9-0593-DF247A87D897}"/>
              </a:ext>
            </a:extLst>
          </p:cNvPr>
          <p:cNvCxnSpPr/>
          <p:nvPr/>
        </p:nvCxnSpPr>
        <p:spPr>
          <a:xfrm rot="10800000">
            <a:off x="-595290" y="6050604"/>
            <a:ext cx="31759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32" name="Google Shape;99;p14">
            <a:extLst>
              <a:ext uri="{FF2B5EF4-FFF2-40B4-BE49-F238E27FC236}">
                <a16:creationId xmlns:a16="http://schemas.microsoft.com/office/drawing/2014/main" id="{9CE636D7-55C0-A1CA-92B5-23895491F242}"/>
              </a:ext>
            </a:extLst>
          </p:cNvPr>
          <p:cNvCxnSpPr/>
          <p:nvPr/>
        </p:nvCxnSpPr>
        <p:spPr>
          <a:xfrm>
            <a:off x="-583948" y="6301604"/>
            <a:ext cx="319196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33" name="Google Shape;74;p14">
            <a:extLst>
              <a:ext uri="{FF2B5EF4-FFF2-40B4-BE49-F238E27FC236}">
                <a16:creationId xmlns:a16="http://schemas.microsoft.com/office/drawing/2014/main" id="{2BC9D42B-C0B2-FB05-A383-7F70091A50AB}"/>
              </a:ext>
            </a:extLst>
          </p:cNvPr>
          <p:cNvCxnSpPr/>
          <p:nvPr/>
        </p:nvCxnSpPr>
        <p:spPr>
          <a:xfrm rot="10800000">
            <a:off x="-1689127" y="593088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34" name="Google Shape;75;p14">
            <a:extLst>
              <a:ext uri="{FF2B5EF4-FFF2-40B4-BE49-F238E27FC236}">
                <a16:creationId xmlns:a16="http://schemas.microsoft.com/office/drawing/2014/main" id="{2FA8015D-95B8-BD97-A567-709B02E5D57D}"/>
              </a:ext>
            </a:extLst>
          </p:cNvPr>
          <p:cNvCxnSpPr/>
          <p:nvPr/>
        </p:nvCxnSpPr>
        <p:spPr>
          <a:xfrm>
            <a:off x="-1491444" y="593306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35" name="Google Shape;100;p14">
            <a:extLst>
              <a:ext uri="{FF2B5EF4-FFF2-40B4-BE49-F238E27FC236}">
                <a16:creationId xmlns:a16="http://schemas.microsoft.com/office/drawing/2014/main" id="{EED4EB83-BA96-F653-097A-C51FA7BAF637}"/>
              </a:ext>
            </a:extLst>
          </p:cNvPr>
          <p:cNvCxnSpPr/>
          <p:nvPr/>
        </p:nvCxnSpPr>
        <p:spPr>
          <a:xfrm rot="10800000">
            <a:off x="-1370120" y="6002309"/>
            <a:ext cx="2948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36" name="Google Shape;101;p14">
            <a:extLst>
              <a:ext uri="{FF2B5EF4-FFF2-40B4-BE49-F238E27FC236}">
                <a16:creationId xmlns:a16="http://schemas.microsoft.com/office/drawing/2014/main" id="{83F2FDFA-DE3F-BA10-6DDE-643B7459CD54}"/>
              </a:ext>
            </a:extLst>
          </p:cNvPr>
          <p:cNvCxnSpPr/>
          <p:nvPr/>
        </p:nvCxnSpPr>
        <p:spPr>
          <a:xfrm>
            <a:off x="-1364853" y="6252039"/>
            <a:ext cx="3120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37" name="Rectangle 218">
            <a:extLst>
              <a:ext uri="{FF2B5EF4-FFF2-40B4-BE49-F238E27FC236}">
                <a16:creationId xmlns:a16="http://schemas.microsoft.com/office/drawing/2014/main" id="{96888C27-BC01-94E8-C0C4-96FEB2D26CE8}"/>
              </a:ext>
            </a:extLst>
          </p:cNvPr>
          <p:cNvSpPr/>
          <p:nvPr/>
        </p:nvSpPr>
        <p:spPr>
          <a:xfrm>
            <a:off x="-1093333" y="3356241"/>
            <a:ext cx="390144" cy="195072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8" name="Rectangle 328">
            <a:extLst>
              <a:ext uri="{FF2B5EF4-FFF2-40B4-BE49-F238E27FC236}">
                <a16:creationId xmlns:a16="http://schemas.microsoft.com/office/drawing/2014/main" id="{C8EA29FB-962C-C979-7DDC-B2BF97A6DC61}"/>
              </a:ext>
            </a:extLst>
          </p:cNvPr>
          <p:cNvSpPr/>
          <p:nvPr/>
        </p:nvSpPr>
        <p:spPr>
          <a:xfrm>
            <a:off x="-703189" y="3976810"/>
            <a:ext cx="434213" cy="3722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9" name="Rectangle 331">
            <a:extLst>
              <a:ext uri="{FF2B5EF4-FFF2-40B4-BE49-F238E27FC236}">
                <a16:creationId xmlns:a16="http://schemas.microsoft.com/office/drawing/2014/main" id="{9B3D444B-55E1-458D-009E-553DA8152441}"/>
              </a:ext>
            </a:extLst>
          </p:cNvPr>
          <p:cNvSpPr/>
          <p:nvPr/>
        </p:nvSpPr>
        <p:spPr>
          <a:xfrm>
            <a:off x="-1579424" y="3956992"/>
            <a:ext cx="434213" cy="372225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0" name="Rectangle 108">
            <a:extLst>
              <a:ext uri="{FF2B5EF4-FFF2-40B4-BE49-F238E27FC236}">
                <a16:creationId xmlns:a16="http://schemas.microsoft.com/office/drawing/2014/main" id="{43174CD2-1B3E-3833-2479-087648ABA2A7}"/>
              </a:ext>
            </a:extLst>
          </p:cNvPr>
          <p:cNvSpPr/>
          <p:nvPr/>
        </p:nvSpPr>
        <p:spPr>
          <a:xfrm>
            <a:off x="-1093333" y="3633309"/>
            <a:ext cx="390144" cy="195072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1" name="Rectangle 220">
            <a:extLst>
              <a:ext uri="{FF2B5EF4-FFF2-40B4-BE49-F238E27FC236}">
                <a16:creationId xmlns:a16="http://schemas.microsoft.com/office/drawing/2014/main" id="{213865B7-FD5E-58C6-AD38-33E7BE0F280C}"/>
              </a:ext>
            </a:extLst>
          </p:cNvPr>
          <p:cNvSpPr/>
          <p:nvPr/>
        </p:nvSpPr>
        <p:spPr>
          <a:xfrm>
            <a:off x="-711248" y="4452574"/>
            <a:ext cx="425753" cy="32173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42" name="Google Shape;115;p14">
            <a:extLst>
              <a:ext uri="{FF2B5EF4-FFF2-40B4-BE49-F238E27FC236}">
                <a16:creationId xmlns:a16="http://schemas.microsoft.com/office/drawing/2014/main" id="{4E431D94-F6FB-F62D-75C2-A12EFFD42799}"/>
              </a:ext>
            </a:extLst>
          </p:cNvPr>
          <p:cNvCxnSpPr/>
          <p:nvPr/>
        </p:nvCxnSpPr>
        <p:spPr>
          <a:xfrm rot="10800000">
            <a:off x="-1536784" y="4577289"/>
            <a:ext cx="2896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Google Shape;124;p14">
            <a:extLst>
              <a:ext uri="{FF2B5EF4-FFF2-40B4-BE49-F238E27FC236}">
                <a16:creationId xmlns:a16="http://schemas.microsoft.com/office/drawing/2014/main" id="{B715F57D-DD13-6530-2C26-6DD6F8C578D2}"/>
              </a:ext>
            </a:extLst>
          </p:cNvPr>
          <p:cNvCxnSpPr>
            <a:cxnSpLocks/>
          </p:cNvCxnSpPr>
          <p:nvPr/>
        </p:nvCxnSpPr>
        <p:spPr>
          <a:xfrm flipH="1">
            <a:off x="6613265" y="4988186"/>
            <a:ext cx="2211758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03B30916-55C1-814E-F650-316AA7BA745B}"/>
              </a:ext>
            </a:extLst>
          </p:cNvPr>
          <p:cNvSpPr txBox="1"/>
          <p:nvPr/>
        </p:nvSpPr>
        <p:spPr>
          <a:xfrm>
            <a:off x="6792623" y="4622982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测试到了这个高点</a:t>
            </a:r>
          </a:p>
        </p:txBody>
      </p:sp>
      <p:cxnSp>
        <p:nvCxnSpPr>
          <p:cNvPr id="46" name="Google Shape;123;p14">
            <a:extLst>
              <a:ext uri="{FF2B5EF4-FFF2-40B4-BE49-F238E27FC236}">
                <a16:creationId xmlns:a16="http://schemas.microsoft.com/office/drawing/2014/main" id="{784FF6B1-8565-E28A-F92B-CC205009D4D7}"/>
              </a:ext>
            </a:extLst>
          </p:cNvPr>
          <p:cNvCxnSpPr>
            <a:cxnSpLocks/>
          </p:cNvCxnSpPr>
          <p:nvPr/>
        </p:nvCxnSpPr>
        <p:spPr>
          <a:xfrm flipH="1" flipV="1">
            <a:off x="4777911" y="5283962"/>
            <a:ext cx="1282647" cy="10114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0EFA50F8-0208-B0EC-D3D4-BB94A7BC1405}"/>
              </a:ext>
            </a:extLst>
          </p:cNvPr>
          <p:cNvSpPr txBox="1"/>
          <p:nvPr/>
        </p:nvSpPr>
        <p:spPr>
          <a:xfrm>
            <a:off x="4698524" y="5441261"/>
            <a:ext cx="144142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如果是</a:t>
            </a:r>
            <a:r>
              <a:rPr lang="en-US" altLang="zh-CN" dirty="0">
                <a:solidFill>
                  <a:srgbClr val="AF8647"/>
                </a:solidFill>
              </a:rPr>
              <a:t>ExGap</a:t>
            </a:r>
          </a:p>
          <a:p>
            <a:r>
              <a:rPr lang="zh-CN" altLang="en-US" dirty="0">
                <a:solidFill>
                  <a:srgbClr val="AF8647"/>
                </a:solidFill>
              </a:rPr>
              <a:t>那么这个起涨点</a:t>
            </a:r>
            <a:endParaRPr lang="en-US" altLang="zh-CN" dirty="0">
              <a:solidFill>
                <a:srgbClr val="AF8647"/>
              </a:solidFill>
            </a:endParaRPr>
          </a:p>
          <a:p>
            <a:r>
              <a:rPr lang="zh-CN" altLang="en-US" dirty="0">
                <a:solidFill>
                  <a:srgbClr val="AF8647"/>
                </a:solidFill>
              </a:rPr>
              <a:t>被测试到了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34" descr="22 Review 34m20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0A69A33B-8D3E-D1B1-4D64-DF17CE997401}"/>
              </a:ext>
            </a:extLst>
          </p:cNvPr>
          <p:cNvSpPr txBox="1"/>
          <p:nvPr/>
        </p:nvSpPr>
        <p:spPr>
          <a:xfrm>
            <a:off x="-1487903" y="127018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3E39B4F-7CE0-71D7-9E03-C50C7B9863C2}"/>
              </a:ext>
            </a:extLst>
          </p:cNvPr>
          <p:cNvSpPr txBox="1"/>
          <p:nvPr/>
        </p:nvSpPr>
        <p:spPr>
          <a:xfrm>
            <a:off x="-851273" y="127018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E0810E9-0DCA-C11B-E7BF-93B561011E9C}"/>
              </a:ext>
            </a:extLst>
          </p:cNvPr>
          <p:cNvSpPr txBox="1"/>
          <p:nvPr/>
        </p:nvSpPr>
        <p:spPr>
          <a:xfrm>
            <a:off x="-1487903" y="180011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0B8BB97-9EEE-8024-403C-30321BF21F8B}"/>
              </a:ext>
            </a:extLst>
          </p:cNvPr>
          <p:cNvSpPr txBox="1"/>
          <p:nvPr/>
        </p:nvSpPr>
        <p:spPr>
          <a:xfrm>
            <a:off x="-851272" y="180011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6B56CC6-A5A5-C9B7-6637-87F1710EA469}"/>
              </a:ext>
            </a:extLst>
          </p:cNvPr>
          <p:cNvSpPr txBox="1"/>
          <p:nvPr/>
        </p:nvSpPr>
        <p:spPr>
          <a:xfrm>
            <a:off x="-1487904" y="3807023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0627C02-77F3-E9A7-8F9E-F5D487410438}"/>
              </a:ext>
            </a:extLst>
          </p:cNvPr>
          <p:cNvSpPr txBox="1"/>
          <p:nvPr/>
        </p:nvSpPr>
        <p:spPr>
          <a:xfrm>
            <a:off x="-851274" y="3807023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7116BC9-F05C-1412-DF97-A5CCFAC6EA0E}"/>
              </a:ext>
            </a:extLst>
          </p:cNvPr>
          <p:cNvSpPr txBox="1"/>
          <p:nvPr/>
        </p:nvSpPr>
        <p:spPr>
          <a:xfrm>
            <a:off x="-1487904" y="4336960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8243CBC-722A-3D32-25F6-627B044C8947}"/>
              </a:ext>
            </a:extLst>
          </p:cNvPr>
          <p:cNvSpPr txBox="1"/>
          <p:nvPr/>
        </p:nvSpPr>
        <p:spPr>
          <a:xfrm>
            <a:off x="-851273" y="4336960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E50D78A-696C-A667-73D7-FC3943F09885}"/>
              </a:ext>
            </a:extLst>
          </p:cNvPr>
          <p:cNvSpPr txBox="1"/>
          <p:nvPr/>
        </p:nvSpPr>
        <p:spPr>
          <a:xfrm>
            <a:off x="-1487903" y="23244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BA1C20"/>
                </a:solidFill>
              </a:rPr>
              <a:t>红色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3ED7802-0D95-A37B-A93E-D45055585A68}"/>
              </a:ext>
            </a:extLst>
          </p:cNvPr>
          <p:cNvSpPr txBox="1"/>
          <p:nvPr/>
        </p:nvSpPr>
        <p:spPr>
          <a:xfrm>
            <a:off x="-1487905" y="486133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1121</Words>
  <Application>Microsoft Office PowerPoint</Application>
  <PresentationFormat>自定义</PresentationFormat>
  <Paragraphs>228</Paragraphs>
  <Slides>22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6" baseType="lpstr">
      <vt:lpstr>Arial</vt:lpstr>
      <vt:lpstr>Calibri</vt:lpstr>
      <vt:lpstr>Constantia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润庭 邓</cp:lastModifiedBy>
  <cp:revision>1</cp:revision>
  <dcterms:modified xsi:type="dcterms:W3CDTF">2024-11-17T02:40:52Z</dcterms:modified>
</cp:coreProperties>
</file>