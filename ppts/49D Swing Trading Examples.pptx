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07" autoAdjust="0"/>
    <p:restoredTop sz="94660"/>
  </p:normalViewPr>
  <p:slideViewPr>
    <p:cSldViewPr snapToGrid="0">
      <p:cViewPr>
        <p:scale>
          <a:sx n="110" d="100"/>
          <a:sy n="110" d="100"/>
        </p:scale>
        <p:origin x="1764" y="7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润庭 邓" userId="dd4ed0c4d3e1c47b" providerId="LiveId" clId="{26F4DDBE-AFAE-4AB6-86B8-BC4D74FB8082}"/>
    <pc:docChg chg="custSel modSld">
      <pc:chgData name="润庭 邓" userId="dd4ed0c4d3e1c47b" providerId="LiveId" clId="{26F4DDBE-AFAE-4AB6-86B8-BC4D74FB8082}" dt="2024-11-17T12:30:29.447" v="2610" actId="1076"/>
      <pc:docMkLst>
        <pc:docMk/>
      </pc:docMkLst>
      <pc:sldChg chg="addSp modSp mod modNotes">
        <pc:chgData name="润庭 邓" userId="dd4ed0c4d3e1c47b" providerId="LiveId" clId="{26F4DDBE-AFAE-4AB6-86B8-BC4D74FB8082}" dt="2024-11-17T02:51:45.646" v="5" actId="1035"/>
        <pc:sldMkLst>
          <pc:docMk/>
          <pc:sldMk cId="0" sldId="256"/>
        </pc:sldMkLst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2" creationId="{305EFB37-4289-A45D-1EF6-881538E60894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3" creationId="{A2C5E148-8FA6-6CE1-B3CD-CDA5CA28F6A9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4" creationId="{F4F95E1A-CCDB-0DA8-DBCE-8F9F7B5D2881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5" creationId="{BBA784B1-7903-29B8-A0AC-F570387EAE22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6" creationId="{16E65FAA-E750-FD59-7B6C-D694C235227C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7" creationId="{053EAC51-C781-D505-C5D4-291D117499F1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8" creationId="{38F953F0-C26D-305E-4B2A-636EAFEF2609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9" creationId="{746F0ADB-FA89-20E3-BCAB-614B02137422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10" creationId="{7F07B2FD-5B4D-1148-7ACE-27D52D401822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27" creationId="{8FA28A21-E1EA-2BEE-80D6-255971CA8EEF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28" creationId="{88CC5052-B875-E831-637B-FB7C52E8D63F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29" creationId="{36C5360F-D76C-A169-C986-964330DE527F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30" creationId="{A77C0EBB-4160-CB53-0711-7F85E0969A6E}"/>
          </ac:spMkLst>
        </pc:spChg>
        <pc:spChg chg="add mod">
          <ac:chgData name="润庭 邓" userId="dd4ed0c4d3e1c47b" providerId="LiveId" clId="{26F4DDBE-AFAE-4AB6-86B8-BC4D74FB8082}" dt="2024-11-17T02:51:45.646" v="5" actId="1035"/>
          <ac:spMkLst>
            <pc:docMk/>
            <pc:sldMk cId="0" sldId="256"/>
            <ac:spMk id="31" creationId="{74F48075-BC03-5C38-B90B-02BBBB2C97E3}"/>
          </ac:spMkLst>
        </pc:sp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1" creationId="{3E1CC6DC-C892-0DC9-17C3-21DF2670F88E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2" creationId="{BF764BCA-2782-E9B5-66AB-845EDF8B5FB8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3" creationId="{B052A105-9FB0-C07A-5740-A8BB82E2BD4C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4" creationId="{D3B44D6A-3D50-DC4F-53F0-A26931D5D814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5" creationId="{2041886A-2A52-451C-D47C-C10425BC526D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6" creationId="{3EF5C20A-4C72-992B-DA19-FCE184B30EE9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7" creationId="{FA51B6EF-B976-7855-4C13-E1186C5C2F0E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8" creationId="{6949E032-D27E-318B-AE5F-1F5BE5251B1F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19" creationId="{68BF9C52-EDA8-7230-711C-8270B06F0CD4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0" creationId="{E46DAA28-CBBC-B7BF-1CBF-E176FFA47708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1" creationId="{0416C369-7869-6E39-9B93-7CACDF928B10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2" creationId="{8A22C2AB-1BCF-F2E6-D42C-75872B1FDCA6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3" creationId="{ED419B29-7A73-C51E-EBC9-1B01519CAF71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4" creationId="{4888C609-1800-3B75-574A-F937AF3D1E02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5" creationId="{F012BAAB-FDC7-9249-4A43-774691BC663C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26" creationId="{4EAB664E-09E1-97CF-B26F-32323D0976BD}"/>
          </ac:cxnSpMkLst>
        </pc:cxnChg>
        <pc:cxnChg chg="add mod">
          <ac:chgData name="润庭 邓" userId="dd4ed0c4d3e1c47b" providerId="LiveId" clId="{26F4DDBE-AFAE-4AB6-86B8-BC4D74FB8082}" dt="2024-11-17T02:51:45.646" v="5" actId="1035"/>
          <ac:cxnSpMkLst>
            <pc:docMk/>
            <pc:sldMk cId="0" sldId="256"/>
            <ac:cxnSpMk id="32" creationId="{9DC9AF2A-B640-45A6-AD07-7EA4C34986AD}"/>
          </ac:cxnSpMkLst>
        </pc:cxnChg>
      </pc:sldChg>
      <pc:sldChg chg="addSp modSp modNotes">
        <pc:chgData name="润庭 邓" userId="dd4ed0c4d3e1c47b" providerId="LiveId" clId="{26F4DDBE-AFAE-4AB6-86B8-BC4D74FB8082}" dt="2024-11-17T02:51:48.017" v="6"/>
        <pc:sldMkLst>
          <pc:docMk/>
          <pc:sldMk cId="0" sldId="257"/>
        </pc:sldMkLst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2" creationId="{2B5F9370-C26F-7968-BA7A-2CCF9F9BBF75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3" creationId="{84B0A868-6655-EAF3-D57C-6F5DCCD6D8DA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4" creationId="{6FA7C022-7774-5E4E-DEF5-D2F7986A40CE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5" creationId="{22C095FC-06B1-7355-5112-AF8F2CC30596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6" creationId="{41847051-7B47-F128-BBF2-C0C3940DBBBB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7" creationId="{48C65AC2-4B4D-3F16-3725-1D33A273A6A4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8" creationId="{66D0DCC9-7A21-BC73-CD30-FE87F0F17B5E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9" creationId="{0579C3D6-1C44-62AF-6D88-E2E9F8FCC5CF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10" creationId="{2BE154F4-75CA-2721-7C33-CBC5D5BB8E9D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27" creationId="{4489462E-DF9F-24CC-B7E2-EB0982DC76E3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28" creationId="{ACE464B5-5C35-9DE1-C476-843A2F09DF49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29" creationId="{C380DF96-0F2B-73DA-6D52-9041633EB6C8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30" creationId="{7898A600-A2AA-6268-1A67-B8BA29D233A7}"/>
          </ac:spMkLst>
        </pc:spChg>
        <pc:spChg chg="add mod">
          <ac:chgData name="润庭 邓" userId="dd4ed0c4d3e1c47b" providerId="LiveId" clId="{26F4DDBE-AFAE-4AB6-86B8-BC4D74FB8082}" dt="2024-11-17T02:51:48.017" v="6"/>
          <ac:spMkLst>
            <pc:docMk/>
            <pc:sldMk cId="0" sldId="257"/>
            <ac:spMk id="31" creationId="{29A92630-C30F-3529-5EC0-F76C8AF521DF}"/>
          </ac:spMkLst>
        </pc:sp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1" creationId="{04F33337-6819-3562-F9B6-8A7024782EA5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2" creationId="{0E1A14A4-783F-2958-FBD2-C05E73E209E3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3" creationId="{BE6F1205-64F6-9196-8962-A8FF63C0B64F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4" creationId="{56C77702-49E4-A98C-3875-D3010A03E29B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5" creationId="{005921CF-8EB2-8B05-1EE8-282F9049F223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6" creationId="{1EA9E115-C06A-2A0E-DC1E-132E779FD4AB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7" creationId="{1ACC355F-77E2-B063-6799-06723591FEDF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8" creationId="{81675532-59E5-D95C-908D-E8DB066B82A5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19" creationId="{CCBF738C-A266-FBDD-6CE0-22A714B68740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0" creationId="{8032D8CF-37D1-5D26-574A-0AFAC053C50E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1" creationId="{F7828438-C282-E976-8B60-32F2F95EECB9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2" creationId="{BD40D1B2-F7D1-769C-F09B-A0C94A44931F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3" creationId="{8C28B627-E5DC-C00A-DF82-26C3248E97CF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4" creationId="{90168157-4BD9-A99F-69D2-1580F43647EE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5" creationId="{CDC94135-4692-F990-941B-7896C91B7CEB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26" creationId="{C788954D-BC75-BC01-B42A-CD8FF7CB840C}"/>
          </ac:cxnSpMkLst>
        </pc:cxnChg>
        <pc:cxnChg chg="add mod">
          <ac:chgData name="润庭 邓" userId="dd4ed0c4d3e1c47b" providerId="LiveId" clId="{26F4DDBE-AFAE-4AB6-86B8-BC4D74FB8082}" dt="2024-11-17T02:51:48.017" v="6"/>
          <ac:cxnSpMkLst>
            <pc:docMk/>
            <pc:sldMk cId="0" sldId="257"/>
            <ac:cxnSpMk id="32" creationId="{CBCF0B92-F84F-4AE1-18DA-F38EA67EB04A}"/>
          </ac:cxnSpMkLst>
        </pc:cxnChg>
      </pc:sldChg>
      <pc:sldChg chg="addSp modSp mod modNotes">
        <pc:chgData name="润庭 邓" userId="dd4ed0c4d3e1c47b" providerId="LiveId" clId="{26F4DDBE-AFAE-4AB6-86B8-BC4D74FB8082}" dt="2024-11-17T02:58:44.468" v="501" actId="14100"/>
        <pc:sldMkLst>
          <pc:docMk/>
          <pc:sldMk cId="0" sldId="258"/>
        </pc:sldMkLst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2" creationId="{2A68A07E-4312-3375-CFD9-6AE61893C513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3" creationId="{EBE6D425-1F18-D8AD-5672-DFADD68A2779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4" creationId="{297FEA45-5697-FEB4-E1EC-978476A8ACC0}"/>
          </ac:spMkLst>
        </pc:spChg>
        <pc:spChg chg="add mod">
          <ac:chgData name="润庭 邓" userId="dd4ed0c4d3e1c47b" providerId="LiveId" clId="{26F4DDBE-AFAE-4AB6-86B8-BC4D74FB8082}" dt="2024-11-17T02:55:46.542" v="322" actId="20577"/>
          <ac:spMkLst>
            <pc:docMk/>
            <pc:sldMk cId="0" sldId="258"/>
            <ac:spMk id="5" creationId="{32D3D3D4-57E3-4DE8-EC0E-187F8D5EC0F3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6" creationId="{807E5E80-30FD-3204-2E19-78AB30B0D09E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7" creationId="{A3C363FD-C07C-3521-59E8-DADF50E61500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8" creationId="{9F4ECE14-4CCC-40A1-8B08-809AB0A305A8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9" creationId="{E3258FED-5797-73D2-6A86-749C1133EC87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10" creationId="{B1A510F9-814F-2A6C-5C85-48B6BB118B69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27" creationId="{1D984F63-918A-829C-01D3-934A8FD89384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28" creationId="{6D8FB4E3-3FAD-7432-2C92-FC9D96E19EC8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29" creationId="{D6B1064B-30FF-E67B-2C67-81A8865D31E4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30" creationId="{658CBD64-C7B6-61BA-7486-0AFFE89C190D}"/>
          </ac:spMkLst>
        </pc:spChg>
        <pc:spChg chg="add mod">
          <ac:chgData name="润庭 邓" userId="dd4ed0c4d3e1c47b" providerId="LiveId" clId="{26F4DDBE-AFAE-4AB6-86B8-BC4D74FB8082}" dt="2024-11-17T02:51:35.504" v="0"/>
          <ac:spMkLst>
            <pc:docMk/>
            <pc:sldMk cId="0" sldId="258"/>
            <ac:spMk id="31" creationId="{7A8EFA21-D0EC-A80D-A127-921DECDF5AD0}"/>
          </ac:spMkLst>
        </pc:spChg>
        <pc:spChg chg="add mod">
          <ac:chgData name="润庭 邓" userId="dd4ed0c4d3e1c47b" providerId="LiveId" clId="{26F4DDBE-AFAE-4AB6-86B8-BC4D74FB8082}" dt="2024-11-17T02:55:05.251" v="213" actId="20577"/>
          <ac:spMkLst>
            <pc:docMk/>
            <pc:sldMk cId="0" sldId="258"/>
            <ac:spMk id="33" creationId="{88D9AE36-D28E-A476-548E-C803BB48A524}"/>
          </ac:spMkLst>
        </pc:spChg>
        <pc:spChg chg="add mod">
          <ac:chgData name="润庭 邓" userId="dd4ed0c4d3e1c47b" providerId="LiveId" clId="{26F4DDBE-AFAE-4AB6-86B8-BC4D74FB8082}" dt="2024-11-17T02:56:14.380" v="323"/>
          <ac:spMkLst>
            <pc:docMk/>
            <pc:sldMk cId="0" sldId="258"/>
            <ac:spMk id="34" creationId="{098AA3C3-058B-CD7F-816F-76EA7B39766A}"/>
          </ac:spMkLst>
        </pc:spChg>
        <pc:spChg chg="add mod">
          <ac:chgData name="润庭 邓" userId="dd4ed0c4d3e1c47b" providerId="LiveId" clId="{26F4DDBE-AFAE-4AB6-86B8-BC4D74FB8082}" dt="2024-11-17T02:57:04.172" v="459" actId="1076"/>
          <ac:spMkLst>
            <pc:docMk/>
            <pc:sldMk cId="0" sldId="258"/>
            <ac:spMk id="35" creationId="{E88018CD-3819-A1A3-CB64-6DA2DB6314CC}"/>
          </ac:spMkLst>
        </pc:spChg>
        <pc:spChg chg="add mod">
          <ac:chgData name="润庭 邓" userId="dd4ed0c4d3e1c47b" providerId="LiveId" clId="{26F4DDBE-AFAE-4AB6-86B8-BC4D74FB8082}" dt="2024-11-17T02:57:31.096" v="499" actId="1076"/>
          <ac:spMkLst>
            <pc:docMk/>
            <pc:sldMk cId="0" sldId="258"/>
            <ac:spMk id="36" creationId="{F61F3563-A04B-C4DE-E138-26F33DA2FF02}"/>
          </ac:spMkLst>
        </pc:sp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1" creationId="{195BC019-734A-50A3-E2D2-DAA8D5214D15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2" creationId="{07A00E5E-F7AD-7061-003A-BF693F66B814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3" creationId="{272DCDBB-2853-A05B-2FC1-F1790F7524C1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4" creationId="{1CBA4BDC-0D86-0FE9-3757-D419D0DE9889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5" creationId="{DF7FE3C6-6414-5C69-609E-ADD51EA99A7A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6" creationId="{9E648B95-9004-65EE-E95A-90BD4A60467A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7" creationId="{44C6F338-C384-DC7A-DA26-362B696F0984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8" creationId="{B76C0BB9-D9A4-305E-4DA1-F8613C8B925D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19" creationId="{2F169C6F-13FD-7622-2E0D-8A9F8C7E920F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0" creationId="{CB2AFDCF-783E-A362-A712-42D251DECAD7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1" creationId="{4383F9EA-D9C1-3528-4D12-B8A7FBB31783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2" creationId="{D70770A9-8D31-DF17-1438-96CEB227DD33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3" creationId="{3913BB50-BE1A-40B4-80A4-0B7BA02372D6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4" creationId="{B15B594B-C7B9-752D-97C5-A89510855984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5" creationId="{08EB1DFE-416B-FB2C-1DDE-A6870E03BCD2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26" creationId="{1777D710-76A5-0D9A-7B03-3DD5B50BC849}"/>
          </ac:cxnSpMkLst>
        </pc:cxnChg>
        <pc:cxnChg chg="add mod">
          <ac:chgData name="润庭 邓" userId="dd4ed0c4d3e1c47b" providerId="LiveId" clId="{26F4DDBE-AFAE-4AB6-86B8-BC4D74FB8082}" dt="2024-11-17T02:51:35.504" v="0"/>
          <ac:cxnSpMkLst>
            <pc:docMk/>
            <pc:sldMk cId="0" sldId="258"/>
            <ac:cxnSpMk id="32" creationId="{5F5BD78A-4834-18B1-E68F-F39A519C623F}"/>
          </ac:cxnSpMkLst>
        </pc:cxnChg>
        <pc:cxnChg chg="add mod">
          <ac:chgData name="润庭 邓" userId="dd4ed0c4d3e1c47b" providerId="LiveId" clId="{26F4DDBE-AFAE-4AB6-86B8-BC4D74FB8082}" dt="2024-11-17T02:58:44.468" v="501" actId="14100"/>
          <ac:cxnSpMkLst>
            <pc:docMk/>
            <pc:sldMk cId="0" sldId="258"/>
            <ac:cxnSpMk id="37" creationId="{0D9F8C08-D9A0-B9B0-3811-B3E3A8F94BFA}"/>
          </ac:cxnSpMkLst>
        </pc:cxnChg>
      </pc:sldChg>
      <pc:sldChg chg="addSp modSp mod modNotes">
        <pc:chgData name="润庭 邓" userId="dd4ed0c4d3e1c47b" providerId="LiveId" clId="{26F4DDBE-AFAE-4AB6-86B8-BC4D74FB8082}" dt="2024-11-17T03:05:02.608" v="805" actId="1076"/>
        <pc:sldMkLst>
          <pc:docMk/>
          <pc:sldMk cId="0" sldId="259"/>
        </pc:sldMkLst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2" creationId="{F0B06E42-1F0A-DB38-FAFC-CA10D58E2733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3" creationId="{090060CA-6143-CD37-D56F-3197065A40BA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4" creationId="{06412309-0AEE-DD24-2976-A18C35FFF6A8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5" creationId="{3C643098-18B0-E33E-A4F0-06D90B0D5B02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6" creationId="{9F4D4276-38B0-7AFB-B407-3258FCDDF0DD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7" creationId="{7A3973B1-8CD2-FEC1-D72A-5BBBCAA88616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8" creationId="{B6488024-2FB3-BA10-130E-1C4EBE2DD5A5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9" creationId="{0AB5B2D1-4B54-1FD4-2192-842608EC628E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10" creationId="{9ED4B0D6-536B-CAE8-05D2-7760C7A43F8E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27" creationId="{B7000429-5F37-211E-AC46-6BA488433BD7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28" creationId="{2BE834F2-9073-9FA1-92AB-364DB76BEBEA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29" creationId="{2A30BA20-DAA4-CC37-8F13-2EE9BA0799BA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30" creationId="{0DFDD397-A64F-56D0-B434-3361DB0C13D6}"/>
          </ac:spMkLst>
        </pc:spChg>
        <pc:spChg chg="add mod">
          <ac:chgData name="润庭 邓" userId="dd4ed0c4d3e1c47b" providerId="LiveId" clId="{26F4DDBE-AFAE-4AB6-86B8-BC4D74FB8082}" dt="2024-11-17T02:51:38.390" v="1"/>
          <ac:spMkLst>
            <pc:docMk/>
            <pc:sldMk cId="0" sldId="259"/>
            <ac:spMk id="31" creationId="{E6F699E2-EF2F-BA92-2FDB-F3C058CB1B5C}"/>
          </ac:spMkLst>
        </pc:spChg>
        <pc:spChg chg="add mod">
          <ac:chgData name="润庭 邓" userId="dd4ed0c4d3e1c47b" providerId="LiveId" clId="{26F4DDBE-AFAE-4AB6-86B8-BC4D74FB8082}" dt="2024-11-17T03:03:06.106" v="598" actId="20577"/>
          <ac:spMkLst>
            <pc:docMk/>
            <pc:sldMk cId="0" sldId="259"/>
            <ac:spMk id="33" creationId="{1E61F993-2CC2-70D5-B0DB-646C1D7748C0}"/>
          </ac:spMkLst>
        </pc:spChg>
        <pc:spChg chg="add mod">
          <ac:chgData name="润庭 邓" userId="dd4ed0c4d3e1c47b" providerId="LiveId" clId="{26F4DDBE-AFAE-4AB6-86B8-BC4D74FB8082}" dt="2024-11-17T03:05:02.608" v="805" actId="1076"/>
          <ac:spMkLst>
            <pc:docMk/>
            <pc:sldMk cId="0" sldId="259"/>
            <ac:spMk id="34" creationId="{0D306951-142A-87C0-68D9-F7C7D0AFC396}"/>
          </ac:spMkLst>
        </pc:sp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1" creationId="{8EDB7B1D-62F1-7897-6696-660A16AFD355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2" creationId="{3EE2718D-3907-5878-FF6B-07638A42519B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3" creationId="{DD01A708-26F6-E8A1-3D23-6C777F52567F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4" creationId="{25AA78AD-5E7A-8C0E-E477-B390F542E672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5" creationId="{8CEC117D-2F37-0242-4CA8-B1A2C1064D3E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6" creationId="{5A9DEDC6-A5AF-CFF7-EB1C-EE8795225E97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7" creationId="{C2355B21-3777-2497-15E3-F210849C09EB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8" creationId="{FA504C43-ED55-93D5-DBA5-F8C6112FF1B1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19" creationId="{B6DBACDE-4279-1B17-B088-D59DD1652C62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0" creationId="{6567E3CE-6BDD-F87F-43A4-F9834E5B6D1B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1" creationId="{C01336B6-4D94-E679-C37C-D65FF0AA6057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2" creationId="{B02D9A98-4202-BF20-647D-D35200FAFD74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3" creationId="{7BDDB86E-662F-4E91-0472-A492269D57B2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4" creationId="{087CB92C-5035-9267-3A9B-F7DF7258EB74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5" creationId="{4A5E8184-FE0B-09C4-8CCD-80D6BA75543A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26" creationId="{9218F143-EE41-4DF2-0570-9F52D491551B}"/>
          </ac:cxnSpMkLst>
        </pc:cxnChg>
        <pc:cxnChg chg="add mod">
          <ac:chgData name="润庭 邓" userId="dd4ed0c4d3e1c47b" providerId="LiveId" clId="{26F4DDBE-AFAE-4AB6-86B8-BC4D74FB8082}" dt="2024-11-17T02:51:38.390" v="1"/>
          <ac:cxnSpMkLst>
            <pc:docMk/>
            <pc:sldMk cId="0" sldId="259"/>
            <ac:cxnSpMk id="32" creationId="{DB66DC8D-7678-F0B2-D1A4-A8A0ABE2A87F}"/>
          </ac:cxnSpMkLst>
        </pc:cxnChg>
      </pc:sldChg>
      <pc:sldChg chg="addSp modSp mod modNotes">
        <pc:chgData name="润庭 邓" userId="dd4ed0c4d3e1c47b" providerId="LiveId" clId="{26F4DDBE-AFAE-4AB6-86B8-BC4D74FB8082}" dt="2024-11-17T05:16:01.523" v="1270" actId="1076"/>
        <pc:sldMkLst>
          <pc:docMk/>
          <pc:sldMk cId="0" sldId="260"/>
        </pc:sldMkLst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2" creationId="{1DD0D00C-7428-CB69-C683-CCA78DAF5D26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3" creationId="{B0EE3527-8D42-EFE0-152D-D38BA327E853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4" creationId="{C93D6C6A-ACE4-B2A4-3D1C-E7EA655CAF09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5" creationId="{77B85F37-FC41-EDF7-6B61-9EFAD8C7B0CF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6" creationId="{8D090854-793B-FB8E-3820-9D1A7908AADB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7" creationId="{85627AA4-C2FF-336F-8E10-D40C6F51BDF7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8" creationId="{34F325B6-AAD1-88C1-88EB-DE4196A60C10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9" creationId="{8346EF23-1C3E-346E-6B87-D686984BD88A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10" creationId="{8319EDF0-9853-6BC0-0CD5-2E27EDF1B660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27" creationId="{3EEBBAA5-746D-612F-B479-8EF7004B34C0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28" creationId="{25F61073-0570-2BBE-43B5-C13DE91C7A44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29" creationId="{749A0D85-2058-9F0D-8671-DC22378BDBA2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30" creationId="{92B7DD5B-0910-4732-3638-47D906F953F8}"/>
          </ac:spMkLst>
        </pc:spChg>
        <pc:spChg chg="add mod">
          <ac:chgData name="润庭 邓" userId="dd4ed0c4d3e1c47b" providerId="LiveId" clId="{26F4DDBE-AFAE-4AB6-86B8-BC4D74FB8082}" dt="2024-11-17T02:51:51.127" v="7"/>
          <ac:spMkLst>
            <pc:docMk/>
            <pc:sldMk cId="0" sldId="260"/>
            <ac:spMk id="31" creationId="{FCB20049-59DA-75F9-0FE3-44DDD335FE21}"/>
          </ac:spMkLst>
        </pc:spChg>
        <pc:spChg chg="add mod">
          <ac:chgData name="润庭 邓" userId="dd4ed0c4d3e1c47b" providerId="LiveId" clId="{26F4DDBE-AFAE-4AB6-86B8-BC4D74FB8082}" dt="2024-11-17T05:12:52.479" v="972" actId="1076"/>
          <ac:spMkLst>
            <pc:docMk/>
            <pc:sldMk cId="0" sldId="260"/>
            <ac:spMk id="33" creationId="{56E495B9-AD51-9D57-6BD5-8547317CD2AC}"/>
          </ac:spMkLst>
        </pc:spChg>
        <pc:spChg chg="add mod">
          <ac:chgData name="润庭 邓" userId="dd4ed0c4d3e1c47b" providerId="LiveId" clId="{26F4DDBE-AFAE-4AB6-86B8-BC4D74FB8082}" dt="2024-11-17T05:13:40.460" v="1090" actId="20577"/>
          <ac:spMkLst>
            <pc:docMk/>
            <pc:sldMk cId="0" sldId="260"/>
            <ac:spMk id="34" creationId="{D8C44408-4415-EBA3-CF71-0FBC1C39E0CF}"/>
          </ac:spMkLst>
        </pc:spChg>
        <pc:spChg chg="add mod">
          <ac:chgData name="润庭 邓" userId="dd4ed0c4d3e1c47b" providerId="LiveId" clId="{26F4DDBE-AFAE-4AB6-86B8-BC4D74FB8082}" dt="2024-11-17T05:14:40.164" v="1199" actId="1076"/>
          <ac:spMkLst>
            <pc:docMk/>
            <pc:sldMk cId="0" sldId="260"/>
            <ac:spMk id="35" creationId="{FE9AF377-72E5-30DE-B9A5-430C546E9F5F}"/>
          </ac:spMkLst>
        </pc:spChg>
        <pc:spChg chg="add mod">
          <ac:chgData name="润庭 邓" userId="dd4ed0c4d3e1c47b" providerId="LiveId" clId="{26F4DDBE-AFAE-4AB6-86B8-BC4D74FB8082}" dt="2024-11-17T05:16:01.523" v="1270" actId="1076"/>
          <ac:spMkLst>
            <pc:docMk/>
            <pc:sldMk cId="0" sldId="260"/>
            <ac:spMk id="36" creationId="{E45126E2-30EC-FFDF-ED38-9709AE0576F4}"/>
          </ac:spMkLst>
        </pc:sp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1" creationId="{2BDE67E8-082C-E34C-03E7-A5643316B43E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2" creationId="{E239132D-CD6B-8ED3-EF36-FC6C79EE979F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3" creationId="{188C3066-0263-FED6-56E4-BB479037DE6F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4" creationId="{BF2B390E-9210-0369-44E4-879B040BCFD6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5" creationId="{D22A773A-86D8-F9F9-CC46-E3A40088DAE7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6" creationId="{A4B03D1C-1D24-647F-5CBB-84E54FC6BB8A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7" creationId="{83FAAF36-76CA-F4B0-BF23-FDF2F362DCE0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8" creationId="{4EB20CFC-DEBE-5DBC-BCBD-C58E8AC641B6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19" creationId="{14348711-FA08-BFE4-53EC-85075F03AD6F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0" creationId="{F5AF1FC7-D7BA-7E9A-DB6C-E66F1AB9A314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1" creationId="{E89A1515-D3B4-046A-FCFC-132F67E69EC6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2" creationId="{C6CCE365-AD57-E9A0-6BD8-430F8B5FE8DB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3" creationId="{E23DA78F-E062-B023-46A6-ECDFCB67C5BD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4" creationId="{195174E1-0C83-D825-7FA8-B817871E675D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5" creationId="{6FD69FA2-A76A-4345-7CDA-0A0CD615140F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26" creationId="{3BF314FD-F4AE-5788-C9DE-E64941BFA5A4}"/>
          </ac:cxnSpMkLst>
        </pc:cxnChg>
        <pc:cxnChg chg="add mod">
          <ac:chgData name="润庭 邓" userId="dd4ed0c4d3e1c47b" providerId="LiveId" clId="{26F4DDBE-AFAE-4AB6-86B8-BC4D74FB8082}" dt="2024-11-17T02:51:51.127" v="7"/>
          <ac:cxnSpMkLst>
            <pc:docMk/>
            <pc:sldMk cId="0" sldId="260"/>
            <ac:cxnSpMk id="32" creationId="{9B0589B9-AF65-A7D1-27D1-F7A68FE9E423}"/>
          </ac:cxnSpMkLst>
        </pc:cxnChg>
      </pc:sldChg>
      <pc:sldChg chg="addSp delSp modSp mod modNotes">
        <pc:chgData name="润庭 邓" userId="dd4ed0c4d3e1c47b" providerId="LiveId" clId="{26F4DDBE-AFAE-4AB6-86B8-BC4D74FB8082}" dt="2024-11-17T05:20:13.649" v="1494"/>
        <pc:sldMkLst>
          <pc:docMk/>
          <pc:sldMk cId="0" sldId="261"/>
        </pc:sldMkLst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2" creationId="{F9CF2A8D-19AB-C637-2847-9EEEF60A410E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" creationId="{D573529D-98A3-59B5-34AF-3883160D6957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4" creationId="{147CFDF3-D022-83BC-629A-9795C3F6EB14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5" creationId="{3097BE13-0519-0F4E-5F21-A988BD6D6E67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6" creationId="{89B556EE-EBBE-4A4F-AE68-FCE6F6877EB5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7" creationId="{6F79ECDB-8AA2-D42A-8D0C-E4D338BE8848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8" creationId="{C3F33078-85A5-86B4-65DD-82A7C2159893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9" creationId="{1CB4F6A0-5FC0-15EC-1135-7FE69773AAAD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10" creationId="{6583DCF5-01A4-A19D-F75C-C164B9FED8BF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27" creationId="{E77CCA40-EDAF-122E-0C25-10EB8E2F506F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28" creationId="{5A476AFD-E2D0-D40A-B58D-D488D5DC9AF0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29" creationId="{30C52653-4AEF-0DE6-7D7E-0F60423D5042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0" creationId="{30444F34-3191-8D32-F45D-B0D05FBEA506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1" creationId="{E4B14689-94B9-2E33-7D4F-FDC86EAC8605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3" creationId="{D22191DA-475A-7E94-417B-14BEC6BB8630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4" creationId="{D6C1C4F8-2CD5-6A97-55DB-E6333A8875BF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5" creationId="{DE3C24A6-0065-B351-39FA-82761DAE622E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6" creationId="{9BF4469A-948B-B4CC-8FA4-4CEB59BD57AE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7" creationId="{2B5AC752-2271-9095-174C-350315A44F35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8" creationId="{AD7C691A-63F8-E92C-04D0-4AAD463417D9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39" creationId="{682D6AD0-D88B-7F4C-0898-32F5AA590165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40" creationId="{3C12CBC8-E92C-A169-903E-9DB8A5CAC47F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41" creationId="{74795475-BF6B-1215-3DDA-60B87EE3048A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58" creationId="{1D3FB9EB-52FA-6906-9051-7A52654DE8D5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59" creationId="{33C18A62-11A9-3463-80EA-34AEB78A673E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60" creationId="{E10DD572-98D7-6D08-47AF-BEC2CA5E47F1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61" creationId="{B2AFCD78-AAC3-5CC0-3490-3B702E153F52}"/>
          </ac:spMkLst>
        </pc:spChg>
        <pc:spChg chg="add del mod">
          <ac:chgData name="润庭 邓" userId="dd4ed0c4d3e1c47b" providerId="LiveId" clId="{26F4DDBE-AFAE-4AB6-86B8-BC4D74FB8082}" dt="2024-11-17T05:16:46.022" v="1271" actId="478"/>
          <ac:spMkLst>
            <pc:docMk/>
            <pc:sldMk cId="0" sldId="261"/>
            <ac:spMk id="62" creationId="{966F09DC-C8B1-C03C-4A7A-C8674F053231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64" creationId="{8E24E521-593C-2019-491B-AB457222CE7C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65" creationId="{0B55B75F-8AB1-DBCB-EB26-B7C53149FBF5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66" creationId="{CE98A055-1EE4-9866-3F2D-135AC1F2D5DD}"/>
          </ac:spMkLst>
        </pc:spChg>
        <pc:spChg chg="add mod">
          <ac:chgData name="润庭 邓" userId="dd4ed0c4d3e1c47b" providerId="LiveId" clId="{26F4DDBE-AFAE-4AB6-86B8-BC4D74FB8082}" dt="2024-11-17T05:19:12.309" v="1437" actId="1076"/>
          <ac:spMkLst>
            <pc:docMk/>
            <pc:sldMk cId="0" sldId="261"/>
            <ac:spMk id="67" creationId="{2F7A27F7-D94A-9CAC-9FAC-C3394F436B84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68" creationId="{BB262693-BEE4-89FC-F992-4DA0BA502C66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69" creationId="{FF4D873E-2DEE-40C7-2C6F-927CD33DEC01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70" creationId="{87409277-8F83-D9E2-8EE9-CD4CDC7158B1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71" creationId="{E6C2A026-0DAE-DD7D-8804-EE8377D512CB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72" creationId="{FAF5E60C-12E7-8BDC-43B6-131AB16F8AE0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89" creationId="{92448153-FF12-762E-E8DE-F1423C2AAB17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90" creationId="{CB0C9757-08E2-64E1-4914-CA46F414CF06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91" creationId="{AFC7F86D-A42E-C0DF-BB89-4EE0C0AA974A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92" creationId="{827A0B13-2F46-8982-C1E2-93443C383364}"/>
          </ac:spMkLst>
        </pc:spChg>
        <pc:spChg chg="add mod">
          <ac:chgData name="润庭 邓" userId="dd4ed0c4d3e1c47b" providerId="LiveId" clId="{26F4DDBE-AFAE-4AB6-86B8-BC4D74FB8082}" dt="2024-11-17T05:16:52.378" v="1272"/>
          <ac:spMkLst>
            <pc:docMk/>
            <pc:sldMk cId="0" sldId="261"/>
            <ac:spMk id="93" creationId="{C37C663B-ED20-419C-2AE4-BE940CEEEDDB}"/>
          </ac:spMkLst>
        </pc:spChg>
        <pc:spChg chg="add mod">
          <ac:chgData name="润庭 邓" userId="dd4ed0c4d3e1c47b" providerId="LiveId" clId="{26F4DDBE-AFAE-4AB6-86B8-BC4D74FB8082}" dt="2024-11-17T05:18:09.717" v="1312" actId="1076"/>
          <ac:spMkLst>
            <pc:docMk/>
            <pc:sldMk cId="0" sldId="261"/>
            <ac:spMk id="95" creationId="{FC968E1E-0309-579D-A810-B7C6B6E2F6F7}"/>
          </ac:spMkLst>
        </pc:spChg>
        <pc:spChg chg="add mod">
          <ac:chgData name="润庭 邓" userId="dd4ed0c4d3e1c47b" providerId="LiveId" clId="{26F4DDBE-AFAE-4AB6-86B8-BC4D74FB8082}" dt="2024-11-17T05:18:28.323" v="1341" actId="1076"/>
          <ac:spMkLst>
            <pc:docMk/>
            <pc:sldMk cId="0" sldId="261"/>
            <ac:spMk id="96" creationId="{1DCC80D2-F289-C355-28FB-53628A9145B9}"/>
          </ac:spMkLst>
        </pc:spChg>
        <pc:spChg chg="add mod">
          <ac:chgData name="润庭 邓" userId="dd4ed0c4d3e1c47b" providerId="LiveId" clId="{26F4DDBE-AFAE-4AB6-86B8-BC4D74FB8082}" dt="2024-11-17T05:19:45.086" v="1493" actId="20577"/>
          <ac:spMkLst>
            <pc:docMk/>
            <pc:sldMk cId="0" sldId="261"/>
            <ac:spMk id="97" creationId="{21F6BBB2-7520-D727-A858-F837DA939BCD}"/>
          </ac:spMkLst>
        </pc:spChg>
        <pc:spChg chg="add mod">
          <ac:chgData name="润庭 邓" userId="dd4ed0c4d3e1c47b" providerId="LiveId" clId="{26F4DDBE-AFAE-4AB6-86B8-BC4D74FB8082}" dt="2024-11-17T05:20:13.649" v="1494"/>
          <ac:spMkLst>
            <pc:docMk/>
            <pc:sldMk cId="0" sldId="261"/>
            <ac:spMk id="98" creationId="{7BFD8F0A-9C86-8ECE-E7E9-A3DA26DC85C0}"/>
          </ac:spMkLst>
        </pc:sp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1" creationId="{DC44160D-2503-AEB4-855C-91A03F41237C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2" creationId="{814015FB-C958-A461-F2ED-44E131E955E7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3" creationId="{016F63F1-4A0A-294C-2148-EF494C3D0266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4" creationId="{93C478CB-26A9-9C85-39E8-78722F4EA3C2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5" creationId="{5987B7F1-FE59-2BED-F476-6C4309964A41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6" creationId="{4BD1B5A4-7A59-56DD-1622-AE9FD5246EDB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7" creationId="{A0756681-F537-E943-2195-4A163DFE2450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8" creationId="{583E0B5A-845C-4235-035E-A120BEF8FFBE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19" creationId="{5BEC9F81-AA00-5EAF-7650-6B1E1A1C24B7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0" creationId="{8AB600E5-81BA-7239-7D03-65C749314858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1" creationId="{ED362E2D-C234-DAF4-99AC-384B360B8A30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2" creationId="{8B5C942A-9E08-27D3-3B6E-72E1456EDDE1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3" creationId="{36BC3034-E204-2557-2B20-85EC7E4FAEB3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4" creationId="{4CA087C9-A866-6B79-B7E2-9C4E871B13A0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5" creationId="{78EFAC5B-A858-FB1A-A999-C74CEC890B82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26" creationId="{484939D7-2613-16FC-2B10-617674A69E64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32" creationId="{91AFBAAD-A677-8D26-919A-F31C129597B8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2" creationId="{9A18F641-DD79-EEF4-DE0F-B7D60CD380AA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3" creationId="{242370F5-276F-EB14-170B-C42961CB65CD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4" creationId="{13C4D82C-77F0-E0F0-3C77-24A7C714E87B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5" creationId="{E11C5976-BBBA-FD4C-DB64-0AE5E1959412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6" creationId="{A98AC8EB-9CFE-0040-6C63-E896AEE53AA4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7" creationId="{8D0D7580-182C-2CCC-7CF9-E648F5C4B021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8" creationId="{91068D90-E9DF-1686-4EF2-D731803BC955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49" creationId="{FF1EF335-22BE-4813-EAE7-27DF1223A617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0" creationId="{F7CB7DC8-6999-A7E9-C942-011A7F834C85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1" creationId="{3B37DD12-6886-9E68-3BFB-4CD5B00D2F28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2" creationId="{EB2F2F76-8E90-C2ED-AD62-22214DCB3ECE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3" creationId="{BBEE6205-52BF-AD66-8D80-BB44AB103EFD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4" creationId="{80C5DFFB-89DE-1E79-1F80-4439E606207C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5" creationId="{DE89A0E5-8F79-FB21-2C42-619BC83B8631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6" creationId="{8590EDAC-FA4C-38D2-65BA-346F4C8518F7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57" creationId="{7CCF0B27-551C-8582-5622-789592B4679C}"/>
          </ac:cxnSpMkLst>
        </pc:cxnChg>
        <pc:cxnChg chg="add del mod">
          <ac:chgData name="润庭 邓" userId="dd4ed0c4d3e1c47b" providerId="LiveId" clId="{26F4DDBE-AFAE-4AB6-86B8-BC4D74FB8082}" dt="2024-11-17T05:16:46.022" v="1271" actId="478"/>
          <ac:cxnSpMkLst>
            <pc:docMk/>
            <pc:sldMk cId="0" sldId="261"/>
            <ac:cxnSpMk id="63" creationId="{DDCB1A7C-B413-D990-44D5-AF60CD8D739A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3" creationId="{AE769ECD-DC24-5210-0EAC-49113D29D7C1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4" creationId="{3471711B-C0AA-82D3-84DB-E89833D0EA71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5" creationId="{1C5D330D-BEC4-F058-10BF-46D8FBA8209B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6" creationId="{B413F1EB-FB1B-F90C-603C-DE4736E8F264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7" creationId="{20CC0EC8-8CD7-C251-7FFF-1101B4758A30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8" creationId="{E9C5E2CB-99CD-3BC9-AD62-B24FB3A16E77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79" creationId="{47121BC3-06E1-8B70-6950-AE47EB13E52B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0" creationId="{98D6179B-5D7D-A576-C5A1-216D29E870EE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1" creationId="{43D09B21-6FAF-622B-8E76-E8B206F2D78A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2" creationId="{6B6BF622-9668-F445-1CB5-3758708848FD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3" creationId="{84909C41-395E-9436-9543-7F9686872DB6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4" creationId="{729317C5-DEB1-711A-8285-6F5398108D0E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5" creationId="{DE23F2D7-6EC5-6E9C-CB08-DD7C975B65E1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6" creationId="{FC5138C7-B1D6-2B77-BB51-4512532CA948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7" creationId="{3E05FFD3-E9F6-7243-4EF7-B27B69FF91D0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88" creationId="{06171DDB-8F67-1B95-0E02-488008FA1EE9}"/>
          </ac:cxnSpMkLst>
        </pc:cxnChg>
        <pc:cxnChg chg="add mod">
          <ac:chgData name="润庭 邓" userId="dd4ed0c4d3e1c47b" providerId="LiveId" clId="{26F4DDBE-AFAE-4AB6-86B8-BC4D74FB8082}" dt="2024-11-17T05:16:52.378" v="1272"/>
          <ac:cxnSpMkLst>
            <pc:docMk/>
            <pc:sldMk cId="0" sldId="261"/>
            <ac:cxnSpMk id="94" creationId="{FE3F0C90-9060-5FFE-3435-CA19CCE079DF}"/>
          </ac:cxnSpMkLst>
        </pc:cxnChg>
      </pc:sldChg>
      <pc:sldChg chg="addSp modSp mod modNotes">
        <pc:chgData name="润庭 邓" userId="dd4ed0c4d3e1c47b" providerId="LiveId" clId="{26F4DDBE-AFAE-4AB6-86B8-BC4D74FB8082}" dt="2024-11-17T05:35:25.934" v="1760" actId="1076"/>
        <pc:sldMkLst>
          <pc:docMk/>
          <pc:sldMk cId="0" sldId="262"/>
        </pc:sldMkLst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2" creationId="{0A65A6E8-0BB3-6FB0-F77C-9088F517364F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3" creationId="{D4F4E0C0-5B70-B58F-AEA0-249DED97A52C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4" creationId="{57B37D3C-DDA5-9F1F-C5CB-51A3FC4A6282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5" creationId="{045B84CD-DA2B-19FF-7B70-EB85742BB277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6" creationId="{677AA6DC-267C-D4CB-D21C-1490532416C6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7" creationId="{51038A81-6D26-ADC5-ECCC-220DC0D111BF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8" creationId="{5BDC0921-03AE-A7CA-5E68-CBC99137D988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9" creationId="{B31FF29E-7A3D-865D-5D47-097B7610AC6F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10" creationId="{FE3AB088-9A80-8FAB-51FB-D27BFA64FC97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27" creationId="{13A034EE-0F06-AE22-1ADF-EE1DFC50D096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28" creationId="{C2243700-9432-722C-3076-114BDC7795CD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29" creationId="{1903D2DB-A755-46E9-67F1-13EABA6559A5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30" creationId="{0A363433-19DF-4F31-CA76-4E3AD5A53CE3}"/>
          </ac:spMkLst>
        </pc:spChg>
        <pc:spChg chg="add mod">
          <ac:chgData name="润庭 邓" userId="dd4ed0c4d3e1c47b" providerId="LiveId" clId="{26F4DDBE-AFAE-4AB6-86B8-BC4D74FB8082}" dt="2024-11-17T02:51:53.053" v="9"/>
          <ac:spMkLst>
            <pc:docMk/>
            <pc:sldMk cId="0" sldId="262"/>
            <ac:spMk id="31" creationId="{F4121AB2-3336-2F42-30F2-76FFE290FEA0}"/>
          </ac:spMkLst>
        </pc:spChg>
        <pc:spChg chg="add mod">
          <ac:chgData name="润庭 邓" userId="dd4ed0c4d3e1c47b" providerId="LiveId" clId="{26F4DDBE-AFAE-4AB6-86B8-BC4D74FB8082}" dt="2024-11-17T05:35:25.934" v="1760" actId="1076"/>
          <ac:spMkLst>
            <pc:docMk/>
            <pc:sldMk cId="0" sldId="262"/>
            <ac:spMk id="33" creationId="{011F018C-9C82-59C8-8B49-743F29FDFE77}"/>
          </ac:spMkLst>
        </pc:sp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1" creationId="{F543332D-72D8-C4B6-167E-9814F23CC184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2" creationId="{495644DB-25EB-EA03-A6AA-C43E8C77202E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3" creationId="{C6A6FC1C-2651-6600-2D23-02E0BD0A0EC2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4" creationId="{BFB86C55-08DC-6937-BF9C-2A069717B716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5" creationId="{8D58D104-6EE9-626E-951B-C2BA1CABBEE0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6" creationId="{01953BD1-936B-7D56-5B45-E7EF873B964C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7" creationId="{950B3D60-B60F-8A11-2A58-1DEEB39A46F5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8" creationId="{1602D6FA-7ADA-B615-91B3-0620EEE054E1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19" creationId="{F55BEC2E-28DE-633C-EF23-A18ECE80752D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0" creationId="{2DFF5501-AA9A-6782-A8C7-09A8F440D050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1" creationId="{3E5AF72A-A1C2-9B6F-BDA7-7799536EB1CF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2" creationId="{C8A6D0CF-04BF-5A2C-8AD9-FCC607A94004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3" creationId="{979EA029-1E65-FF59-7C12-38C6F370DE61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4" creationId="{AB706D20-532D-F0DE-5559-C781DABC5A4E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5" creationId="{F083ADAF-3D53-62D2-7753-6C83D71E84F0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26" creationId="{1315138A-0028-8690-24A2-AD18B4FE626A}"/>
          </ac:cxnSpMkLst>
        </pc:cxnChg>
        <pc:cxnChg chg="add mod">
          <ac:chgData name="润庭 邓" userId="dd4ed0c4d3e1c47b" providerId="LiveId" clId="{26F4DDBE-AFAE-4AB6-86B8-BC4D74FB8082}" dt="2024-11-17T02:51:53.053" v="9"/>
          <ac:cxnSpMkLst>
            <pc:docMk/>
            <pc:sldMk cId="0" sldId="262"/>
            <ac:cxnSpMk id="32" creationId="{1921A008-0AAF-D94D-51C8-89B7F54D4554}"/>
          </ac:cxnSpMkLst>
        </pc:cxnChg>
      </pc:sldChg>
      <pc:sldChg chg="addSp modSp mod modNotes">
        <pc:chgData name="润庭 邓" userId="dd4ed0c4d3e1c47b" providerId="LiveId" clId="{26F4DDBE-AFAE-4AB6-86B8-BC4D74FB8082}" dt="2024-11-17T05:32:44.553" v="1558" actId="20577"/>
        <pc:sldMkLst>
          <pc:docMk/>
          <pc:sldMk cId="0" sldId="263"/>
        </pc:sldMkLst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2" creationId="{BE1DC95B-5496-0B78-CCC2-D088BBF95DC4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3" creationId="{05781562-FA20-23EE-9D67-923A131FE39C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4" creationId="{34920E94-206C-261B-BF36-66AD29D62532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5" creationId="{2FB5D20F-46F7-CECF-BFC8-694112ADC479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6" creationId="{8FF9500C-44E4-0C35-EC5B-09300966F0CD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7" creationId="{64CC5646-C4FD-E505-089B-315922CD1D65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8" creationId="{48055CD0-0855-7EB4-1FC1-ECCEEFB2291A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9" creationId="{5CA31596-67AF-69E8-67D2-B5A6BA7D9D52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10" creationId="{DD55B3A6-53DD-56C9-346C-37E3AF2E6DD0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27" creationId="{C0805E2B-FD3A-1210-CDD4-C715F3A7362D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28" creationId="{C005CA84-751A-6816-F883-3413D55E8396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29" creationId="{ACAB2723-9654-9E60-CA45-2076365EFC6A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30" creationId="{C9055DE9-A194-B240-87BF-DC36D5189EA5}"/>
          </ac:spMkLst>
        </pc:spChg>
        <pc:spChg chg="add mod">
          <ac:chgData name="润庭 邓" userId="dd4ed0c4d3e1c47b" providerId="LiveId" clId="{26F4DDBE-AFAE-4AB6-86B8-BC4D74FB8082}" dt="2024-11-17T02:51:54.112" v="10"/>
          <ac:spMkLst>
            <pc:docMk/>
            <pc:sldMk cId="0" sldId="263"/>
            <ac:spMk id="31" creationId="{DB8E63E2-5A40-88FD-EA72-32362AB95AF1}"/>
          </ac:spMkLst>
        </pc:spChg>
        <pc:spChg chg="add mod">
          <ac:chgData name="润庭 邓" userId="dd4ed0c4d3e1c47b" providerId="LiveId" clId="{26F4DDBE-AFAE-4AB6-86B8-BC4D74FB8082}" dt="2024-11-17T05:32:44.553" v="1558" actId="20577"/>
          <ac:spMkLst>
            <pc:docMk/>
            <pc:sldMk cId="0" sldId="263"/>
            <ac:spMk id="33" creationId="{6F9B17D3-B61F-05E0-5103-B1A73A631E9D}"/>
          </ac:spMkLst>
        </pc:sp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1" creationId="{622116EF-E6C8-7787-EEF6-06F3DB2D5215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2" creationId="{89ED5A55-F539-699A-29BB-06580BF3B1CC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3" creationId="{10B599DF-EDC1-9348-7519-3197196A20AC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4" creationId="{7935BC96-AA7F-FEF9-B421-2C0CB0D31D62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5" creationId="{25062384-80AB-430B-8A17-1C11CD864CB2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6" creationId="{6A38B514-07E7-0883-ED3A-AD3D316C9AD9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7" creationId="{2B654FC2-B5EF-A51D-81F7-20812109F053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8" creationId="{4475429F-CA38-1ECC-2949-79753A539893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19" creationId="{E31E94A0-F34A-790A-C6D5-86642AB0B31A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0" creationId="{F39293A6-C8C4-4940-98B3-ECFFAEC60DA5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1" creationId="{29751808-9983-A21A-2CE5-F69FD35432AB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2" creationId="{A98B931D-8431-A814-ABE8-3E75CEC408C4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3" creationId="{43A4E78D-EA1B-D81F-0E1B-785EF2CFCC58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4" creationId="{6BD11F5B-3EDA-6D49-6119-064E78512B65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5" creationId="{41EE0863-0106-39A2-9212-4BA61305675E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26" creationId="{2A77F7E9-A187-71F2-C859-339E2A2550B7}"/>
          </ac:cxnSpMkLst>
        </pc:cxnChg>
        <pc:cxnChg chg="add mod">
          <ac:chgData name="润庭 邓" userId="dd4ed0c4d3e1c47b" providerId="LiveId" clId="{26F4DDBE-AFAE-4AB6-86B8-BC4D74FB8082}" dt="2024-11-17T02:51:54.112" v="10"/>
          <ac:cxnSpMkLst>
            <pc:docMk/>
            <pc:sldMk cId="0" sldId="263"/>
            <ac:cxnSpMk id="32" creationId="{678F9082-938A-C263-BA25-85BC407B61CD}"/>
          </ac:cxnSpMkLst>
        </pc:cxnChg>
      </pc:sldChg>
      <pc:sldChg chg="addSp modSp mod modNotes">
        <pc:chgData name="润庭 邓" userId="dd4ed0c4d3e1c47b" providerId="LiveId" clId="{26F4DDBE-AFAE-4AB6-86B8-BC4D74FB8082}" dt="2024-11-17T05:42:09.321" v="2143" actId="1076"/>
        <pc:sldMkLst>
          <pc:docMk/>
          <pc:sldMk cId="0" sldId="264"/>
        </pc:sldMkLst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2" creationId="{D9D6FCC9-F888-E4FB-FC6B-206B5DD9DB6D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3" creationId="{5AF1EDF4-0039-106D-16B6-42D182DD327B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4" creationId="{8AC40A91-3D46-97E4-27D3-E70D947DB8E4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5" creationId="{EFEA2BFA-1D64-90A4-AD16-BC8008DED9F0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6" creationId="{0CF98B5A-F40B-31BB-AE53-4C425DDD5E8E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7" creationId="{4C1F6097-87EB-E6C0-5A9E-305E9A287689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8" creationId="{ABC05B85-90B8-481E-2CD4-CA030DC905D4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9" creationId="{CCC6CB5D-017F-D409-8784-735E6496C973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10" creationId="{8E1E2BF4-0C15-8470-E7E5-C96B09D4FB4B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27" creationId="{D9982B86-8384-9241-D359-84FFAB6E9EBE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28" creationId="{E60F91B2-29D1-4FB2-864F-5EDEEED7A669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29" creationId="{A6EB5CB7-DF8A-E20B-9CA3-2383B10E6551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30" creationId="{3D67B033-77B3-A0AE-C8A6-81C0D3721720}"/>
          </ac:spMkLst>
        </pc:spChg>
        <pc:spChg chg="add mod">
          <ac:chgData name="润庭 邓" userId="dd4ed0c4d3e1c47b" providerId="LiveId" clId="{26F4DDBE-AFAE-4AB6-86B8-BC4D74FB8082}" dt="2024-11-17T02:51:55.108" v="11"/>
          <ac:spMkLst>
            <pc:docMk/>
            <pc:sldMk cId="0" sldId="264"/>
            <ac:spMk id="31" creationId="{B8D61B8A-B9F7-AC7D-A1F0-1608BA899947}"/>
          </ac:spMkLst>
        </pc:spChg>
        <pc:spChg chg="add mod">
          <ac:chgData name="润庭 邓" userId="dd4ed0c4d3e1c47b" providerId="LiveId" clId="{26F4DDBE-AFAE-4AB6-86B8-BC4D74FB8082}" dt="2024-11-17T05:39:53.372" v="1885" actId="1076"/>
          <ac:spMkLst>
            <pc:docMk/>
            <pc:sldMk cId="0" sldId="264"/>
            <ac:spMk id="33" creationId="{EC06E6EC-3AD7-9387-3DD9-9CE3780F4939}"/>
          </ac:spMkLst>
        </pc:spChg>
        <pc:spChg chg="add mod">
          <ac:chgData name="润庭 邓" userId="dd4ed0c4d3e1c47b" providerId="LiveId" clId="{26F4DDBE-AFAE-4AB6-86B8-BC4D74FB8082}" dt="2024-11-17T05:40:08.896" v="1887" actId="571"/>
          <ac:spMkLst>
            <pc:docMk/>
            <pc:sldMk cId="0" sldId="264"/>
            <ac:spMk id="34" creationId="{6B729E4D-4369-617E-9247-E3106CF1A082}"/>
          </ac:spMkLst>
        </pc:spChg>
        <pc:spChg chg="add mod">
          <ac:chgData name="润庭 邓" userId="dd4ed0c4d3e1c47b" providerId="LiveId" clId="{26F4DDBE-AFAE-4AB6-86B8-BC4D74FB8082}" dt="2024-11-17T05:41:05.127" v="2036" actId="1076"/>
          <ac:spMkLst>
            <pc:docMk/>
            <pc:sldMk cId="0" sldId="264"/>
            <ac:spMk id="35" creationId="{2606BE34-82C0-79A0-A627-4B1FEC5C048F}"/>
          </ac:spMkLst>
        </pc:spChg>
        <pc:spChg chg="add mod">
          <ac:chgData name="润庭 邓" userId="dd4ed0c4d3e1c47b" providerId="LiveId" clId="{26F4DDBE-AFAE-4AB6-86B8-BC4D74FB8082}" dt="2024-11-17T05:42:09.321" v="2143" actId="1076"/>
          <ac:spMkLst>
            <pc:docMk/>
            <pc:sldMk cId="0" sldId="264"/>
            <ac:spMk id="36" creationId="{26E02DFD-348D-55BF-91B8-C85A1FD468D2}"/>
          </ac:spMkLst>
        </pc:sp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1" creationId="{0DC1EDB7-C3EB-C6BD-112E-616E4266CBA4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2" creationId="{3B28ACEE-7908-8790-0DEA-DB0F95D33665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3" creationId="{F0666E47-9FDC-A9F3-9DB2-DD57993E37E4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4" creationId="{501BCE0A-FABC-5FF9-90D7-9E349584F898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5" creationId="{33FDB698-827B-2171-34D5-8716B3C2D023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6" creationId="{3C068E80-E2B2-87BE-DAA8-1B7D3146F3E6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7" creationId="{F112303C-13BB-594B-1A6B-412D63A8E252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8" creationId="{47B9813E-4A7C-028C-9A84-76D3D12C90AC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19" creationId="{21AC4303-08E8-8849-2408-FAB95E5625BC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0" creationId="{1E2DB66A-3B87-84E1-2966-04F340F65485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1" creationId="{BC3E977A-CCA3-EBA9-DC87-6AC8CF6A146A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2" creationId="{75C24FA5-7242-76BB-3DEE-6967EA84AAC7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3" creationId="{C0C797EE-E333-70FF-C802-813C27571170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4" creationId="{54DFA8A7-C5D9-0A2D-6D4D-CFE435B972F6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5" creationId="{FBC83B48-4C5C-97F1-FFB2-81336FE9DADA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26" creationId="{37BDCAE7-86DC-6D8C-BA87-85969F56C84A}"/>
          </ac:cxnSpMkLst>
        </pc:cxnChg>
        <pc:cxnChg chg="add mod">
          <ac:chgData name="润庭 邓" userId="dd4ed0c4d3e1c47b" providerId="LiveId" clId="{26F4DDBE-AFAE-4AB6-86B8-BC4D74FB8082}" dt="2024-11-17T02:51:55.108" v="11"/>
          <ac:cxnSpMkLst>
            <pc:docMk/>
            <pc:sldMk cId="0" sldId="264"/>
            <ac:cxnSpMk id="32" creationId="{BE17B6CE-8E3D-6E99-6463-DCF6D0438DBD}"/>
          </ac:cxnSpMkLst>
        </pc:cxnChg>
      </pc:sldChg>
      <pc:sldChg chg="addSp modSp mod modNotes">
        <pc:chgData name="润庭 邓" userId="dd4ed0c4d3e1c47b" providerId="LiveId" clId="{26F4DDBE-AFAE-4AB6-86B8-BC4D74FB8082}" dt="2024-11-17T12:17:54.785" v="2489" actId="1076"/>
        <pc:sldMkLst>
          <pc:docMk/>
          <pc:sldMk cId="0" sldId="265"/>
        </pc:sldMkLst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2" creationId="{768B4A8C-202B-E757-F50D-5AF661E102BA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3" creationId="{2245509C-A4FD-ACD2-E562-8F42E3A30A96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4" creationId="{E327C97F-D2B1-6AF1-2AA6-9815AFB938C5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5" creationId="{67F83CC5-C6E0-481F-52C7-731F97208C77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6" creationId="{F9180ABE-40E5-9020-8102-3073D464E6AB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7" creationId="{A1DE30EB-6EE6-4D6B-6779-EEECEED30CBD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8" creationId="{8B31068C-EEBE-ED1E-F4B7-C1801E5C67A3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9" creationId="{6C5C7454-914F-4F03-28A8-0F9F89A71BFE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10" creationId="{C608C6B5-A828-D098-413D-E337768CC99B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27" creationId="{90F235CA-D533-AA59-E09E-366DF259CCCB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28" creationId="{424FE76E-56E1-9FFD-3168-A142E8AA8357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29" creationId="{29F8317E-9E32-A8A1-9677-321880C4745B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30" creationId="{06F99132-660F-182D-1A25-24AB2C7228F6}"/>
          </ac:spMkLst>
        </pc:spChg>
        <pc:spChg chg="add mod">
          <ac:chgData name="润庭 邓" userId="dd4ed0c4d3e1c47b" providerId="LiveId" clId="{26F4DDBE-AFAE-4AB6-86B8-BC4D74FB8082}" dt="2024-11-17T02:51:56.195" v="12"/>
          <ac:spMkLst>
            <pc:docMk/>
            <pc:sldMk cId="0" sldId="265"/>
            <ac:spMk id="31" creationId="{814BBBD1-B476-C380-563B-0A1689DF3BD2}"/>
          </ac:spMkLst>
        </pc:spChg>
        <pc:spChg chg="add mod">
          <ac:chgData name="润庭 邓" userId="dd4ed0c4d3e1c47b" providerId="LiveId" clId="{26F4DDBE-AFAE-4AB6-86B8-BC4D74FB8082}" dt="2024-11-17T12:15:16.169" v="2150" actId="1076"/>
          <ac:spMkLst>
            <pc:docMk/>
            <pc:sldMk cId="0" sldId="265"/>
            <ac:spMk id="33" creationId="{F68922BA-5565-62E7-98D0-7B1F406772C4}"/>
          </ac:spMkLst>
        </pc:spChg>
        <pc:spChg chg="add mod">
          <ac:chgData name="润庭 邓" userId="dd4ed0c4d3e1c47b" providerId="LiveId" clId="{26F4DDBE-AFAE-4AB6-86B8-BC4D74FB8082}" dt="2024-11-17T12:15:44.682" v="2208" actId="1076"/>
          <ac:spMkLst>
            <pc:docMk/>
            <pc:sldMk cId="0" sldId="265"/>
            <ac:spMk id="34" creationId="{EC559325-10CA-C421-D0DF-FCC01445519A}"/>
          </ac:spMkLst>
        </pc:spChg>
        <pc:spChg chg="add mod">
          <ac:chgData name="润庭 邓" userId="dd4ed0c4d3e1c47b" providerId="LiveId" clId="{26F4DDBE-AFAE-4AB6-86B8-BC4D74FB8082}" dt="2024-11-17T12:16:59.602" v="2349" actId="1076"/>
          <ac:spMkLst>
            <pc:docMk/>
            <pc:sldMk cId="0" sldId="265"/>
            <ac:spMk id="35" creationId="{28CC619E-AE64-9556-C553-F96B09C611A6}"/>
          </ac:spMkLst>
        </pc:spChg>
        <pc:spChg chg="add mod">
          <ac:chgData name="润庭 邓" userId="dd4ed0c4d3e1c47b" providerId="LiveId" clId="{26F4DDBE-AFAE-4AB6-86B8-BC4D74FB8082}" dt="2024-11-17T12:17:54.785" v="2489" actId="1076"/>
          <ac:spMkLst>
            <pc:docMk/>
            <pc:sldMk cId="0" sldId="265"/>
            <ac:spMk id="36" creationId="{F01D8DB4-B46D-27DD-D6FE-3A04F82249FD}"/>
          </ac:spMkLst>
        </pc:sp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1" creationId="{1F2B1686-2DE0-4480-4C00-195E0864AF52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2" creationId="{C5EA9DC3-8AEC-7658-227C-92B89CA89A2F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3" creationId="{96348068-3D69-CA42-796A-D98C1FC9C75E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4" creationId="{E6F1745D-422E-C9CC-9FC0-829832BF377C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5" creationId="{74E07DA6-0D81-3F41-65F6-9B2105648FEF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6" creationId="{31B194B8-E6FB-5A4C-2941-B560D83FA073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7" creationId="{6C1653A6-E192-29D8-9B27-8D15266326AD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8" creationId="{5B41F2D8-F515-86E3-089F-38BCCDCF7E3D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19" creationId="{BA459A41-098B-AEB6-83A5-204C26BDDF8A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0" creationId="{191E7074-FDFB-E3BB-D11A-554C594A5691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1" creationId="{2E482836-19B9-76AC-05FE-EAE70E08E8FE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2" creationId="{4BD3B799-8CC9-F798-004A-D711620604D6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3" creationId="{1F9F6D47-DEC8-9661-A467-A7693AE3C385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4" creationId="{03FDEC0E-D7E0-1613-A8E3-E25C98A522B6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5" creationId="{D3FC8F39-89A1-099C-1B1C-C7A4C2DFC9EC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26" creationId="{5BEFBB69-DFC9-B3F9-CD2A-B53E53364E6D}"/>
          </ac:cxnSpMkLst>
        </pc:cxnChg>
        <pc:cxnChg chg="add mod">
          <ac:chgData name="润庭 邓" userId="dd4ed0c4d3e1c47b" providerId="LiveId" clId="{26F4DDBE-AFAE-4AB6-86B8-BC4D74FB8082}" dt="2024-11-17T02:51:56.195" v="12"/>
          <ac:cxnSpMkLst>
            <pc:docMk/>
            <pc:sldMk cId="0" sldId="265"/>
            <ac:cxnSpMk id="32" creationId="{381A591B-ACDE-C784-6F7D-8E56D037EA28}"/>
          </ac:cxnSpMkLst>
        </pc:cxnChg>
      </pc:sldChg>
      <pc:sldChg chg="addSp modSp mod modNotes">
        <pc:chgData name="润庭 邓" userId="dd4ed0c4d3e1c47b" providerId="LiveId" clId="{26F4DDBE-AFAE-4AB6-86B8-BC4D74FB8082}" dt="2024-11-17T12:22:36.112" v="2608" actId="20577"/>
        <pc:sldMkLst>
          <pc:docMk/>
          <pc:sldMk cId="0" sldId="266"/>
        </pc:sldMkLst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2" creationId="{EC9BE5EB-8F78-E237-9A42-6ABDF658660E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3" creationId="{E0981B58-6122-9CCB-4C69-BAE5979F10EE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4" creationId="{FCE7DE50-78FB-E77F-CB4B-E9AB9A3EF477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5" creationId="{17BB39FE-FA96-9F54-FCFE-5356816D1789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6" creationId="{CBFE8AE7-694E-56EC-5135-AE6340A91E33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7" creationId="{E89FFF20-E36C-3EDC-03B1-658C6808A3BC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8" creationId="{5A16095E-E2E6-06B3-FEA0-A97F59B91EA4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9" creationId="{C89F8E39-8D76-501D-737B-EB36BD3BFDA3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10" creationId="{61D3FA93-3115-1791-EDBE-74B92E78A92F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27" creationId="{ACC36247-B838-F253-3691-F2839C070A75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28" creationId="{F7E27A6F-704E-6BC8-5A6D-CD004A27C52A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29" creationId="{665DA435-312B-75AB-7EF5-BD0DD08B9CAE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30" creationId="{FE669DB8-1263-CB57-326E-04B9B70136CF}"/>
          </ac:spMkLst>
        </pc:spChg>
        <pc:spChg chg="add mod">
          <ac:chgData name="润庭 邓" userId="dd4ed0c4d3e1c47b" providerId="LiveId" clId="{26F4DDBE-AFAE-4AB6-86B8-BC4D74FB8082}" dt="2024-11-17T02:51:57.152" v="13"/>
          <ac:spMkLst>
            <pc:docMk/>
            <pc:sldMk cId="0" sldId="266"/>
            <ac:spMk id="31" creationId="{256254B2-05EE-EBCF-3EA1-2722606568CD}"/>
          </ac:spMkLst>
        </pc:spChg>
        <pc:spChg chg="add mod">
          <ac:chgData name="润庭 邓" userId="dd4ed0c4d3e1c47b" providerId="LiveId" clId="{26F4DDBE-AFAE-4AB6-86B8-BC4D74FB8082}" dt="2024-11-17T12:22:36.112" v="2608" actId="20577"/>
          <ac:spMkLst>
            <pc:docMk/>
            <pc:sldMk cId="0" sldId="266"/>
            <ac:spMk id="33" creationId="{F3E91D99-0CC3-20D9-6EE2-F8E96B2C161C}"/>
          </ac:spMkLst>
        </pc:sp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1" creationId="{3FA58626-8BC8-AC55-E65B-C81CFB809BFE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2" creationId="{09A25EFE-3799-2AC7-6348-9DE9BC1D7643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3" creationId="{ED3798E7-DF66-F147-B9F5-F0C1341DCEA5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4" creationId="{E3CE5F6A-0DA9-0CFC-6D96-7E15824C6BA3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5" creationId="{C19CBE36-4457-B887-201C-DE40C12A5240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6" creationId="{929B7F64-5FC3-C594-BB2B-AC7B5C9F8FDE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7" creationId="{18ABBA31-9AEB-7C24-42B1-AA407CB7164F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8" creationId="{4F66C921-8A19-34C1-63F1-6DD07C146403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19" creationId="{E5228244-4FBA-48B4-83A7-9DFD7FF624C9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0" creationId="{0151AB03-9A3D-301E-BEBF-29A32658C342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1" creationId="{961EC8DD-6D70-BB24-47B5-8D59A096EBE2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2" creationId="{4CA5748C-10F3-D1B9-16C2-FAED35437508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3" creationId="{26037957-2DDF-4290-2267-A5AD41BBD6C7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4" creationId="{DCFE5654-7611-6126-7961-7660DA5B7117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5" creationId="{97C5AAA9-C8E1-B307-C4C6-E0D06290D7CC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26" creationId="{2A69CA0C-C0B5-8D3F-6ABA-73E0C28CED7E}"/>
          </ac:cxnSpMkLst>
        </pc:cxnChg>
        <pc:cxnChg chg="add mod">
          <ac:chgData name="润庭 邓" userId="dd4ed0c4d3e1c47b" providerId="LiveId" clId="{26F4DDBE-AFAE-4AB6-86B8-BC4D74FB8082}" dt="2024-11-17T02:51:57.152" v="13"/>
          <ac:cxnSpMkLst>
            <pc:docMk/>
            <pc:sldMk cId="0" sldId="266"/>
            <ac:cxnSpMk id="32" creationId="{7BC4702E-65F9-88DD-0C39-E5CCC928D4C7}"/>
          </ac:cxnSpMkLst>
        </pc:cxnChg>
      </pc:sldChg>
      <pc:sldChg chg="addSp modSp mod modNotes">
        <pc:chgData name="润庭 邓" userId="dd4ed0c4d3e1c47b" providerId="LiveId" clId="{26F4DDBE-AFAE-4AB6-86B8-BC4D74FB8082}" dt="2024-11-17T12:30:29.447" v="2610" actId="1076"/>
        <pc:sldMkLst>
          <pc:docMk/>
          <pc:sldMk cId="0" sldId="267"/>
        </pc:sldMkLst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2" creationId="{90FB4AB8-7578-484D-65D7-0A3D52DB7E5C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3" creationId="{06FD0F05-F9D2-44D1-F438-9768EFA80B09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4" creationId="{97E750BA-48FB-75BA-27F5-6F55A8F80B4E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5" creationId="{92D88DE7-27F7-1100-8319-F089D30FA8AA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6" creationId="{6136B582-5B38-E307-CB97-802862BAC35A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7" creationId="{AAA503F5-FF29-1D6E-57D6-FF119DEA75F5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8" creationId="{7FF6718F-4B84-231D-2FA6-6CB20C88A0BC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9" creationId="{D8E64522-FA3D-0F17-786B-47BC329B1DEC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10" creationId="{6295D2F9-CC72-719A-2961-93931E43B737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27" creationId="{8675A1BF-93D3-F61C-8E45-46569B31490F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28" creationId="{74D590FD-63C0-CBD0-A091-DFC1D3C08A09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29" creationId="{A58A68EC-13F5-00E7-5EAA-B73183EBDAF7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30" creationId="{C8D69B7C-486A-4A9F-AED9-C6C49427A66D}"/>
          </ac:spMkLst>
        </pc:spChg>
        <pc:spChg chg="add mod">
          <ac:chgData name="润庭 邓" userId="dd4ed0c4d3e1c47b" providerId="LiveId" clId="{26F4DDBE-AFAE-4AB6-86B8-BC4D74FB8082}" dt="2024-11-17T02:51:58.313" v="14"/>
          <ac:spMkLst>
            <pc:docMk/>
            <pc:sldMk cId="0" sldId="267"/>
            <ac:spMk id="31" creationId="{B7BAE137-E658-28FC-8E0B-3FFF95C26852}"/>
          </ac:spMkLst>
        </pc:spChg>
        <pc:picChg chg="add mod">
          <ac:chgData name="润庭 邓" userId="dd4ed0c4d3e1c47b" providerId="LiveId" clId="{26F4DDBE-AFAE-4AB6-86B8-BC4D74FB8082}" dt="2024-11-17T12:30:29.447" v="2610" actId="1076"/>
          <ac:picMkLst>
            <pc:docMk/>
            <pc:sldMk cId="0" sldId="267"/>
            <ac:picMk id="34" creationId="{5342552C-FE33-C1B6-308C-AD12BD2C7EC1}"/>
          </ac:picMkLst>
        </pc:pic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1" creationId="{241F74AC-2333-98E0-987E-B4C37BD846B5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2" creationId="{A7F1DDB9-DE2F-61EA-F7D3-5E52533CC475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3" creationId="{6D66E744-8C6E-1D47-3CEC-87DD3B07ECC4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4" creationId="{5DBFA8C4-9B51-4832-51AA-55B5D461F2E8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5" creationId="{CBA8DE65-18D3-E66A-8C2F-27DD0789810A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6" creationId="{D9B975EF-7D91-A798-3F7C-72CD675A08A4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7" creationId="{AC0E9CE0-8040-0CA0-7240-6F7D5C3F8EAE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8" creationId="{DE96D061-E8E3-336B-FB3D-330E6BA23928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19" creationId="{73C7B075-FB41-C5ED-86F5-375E6D935ACD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0" creationId="{78935065-86B5-A6B6-768A-A31CC647DD93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1" creationId="{F78330EA-B506-A0FB-E7C7-447898EC39E4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2" creationId="{2855C691-090E-2A62-0600-DCA0AF38563A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3" creationId="{BF30C9B0-64E2-F1E4-47B7-1ED952338C66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4" creationId="{7451DEB0-3D7D-D5D0-1B34-407AA070827E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5" creationId="{28EE3628-C2CA-6338-52FD-A51FBB45237B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26" creationId="{6927B2AD-4B74-6BD3-FDB5-22BDDBD8F796}"/>
          </ac:cxnSpMkLst>
        </pc:cxnChg>
        <pc:cxnChg chg="add mod">
          <ac:chgData name="润庭 邓" userId="dd4ed0c4d3e1c47b" providerId="LiveId" clId="{26F4DDBE-AFAE-4AB6-86B8-BC4D74FB8082}" dt="2024-11-17T02:51:58.313" v="14"/>
          <ac:cxnSpMkLst>
            <pc:docMk/>
            <pc:sldMk cId="0" sldId="267"/>
            <ac:cxnSpMk id="32" creationId="{CD1C1AEE-35B8-ED0C-1E32-822B6A08D654}"/>
          </ac:cxnSpMkLst>
        </pc:cxnChg>
      </pc:sldChg>
      <pc:sldChg chg="addSp modSp modNotes">
        <pc:chgData name="润庭 邓" userId="dd4ed0c4d3e1c47b" providerId="LiveId" clId="{26F4DDBE-AFAE-4AB6-86B8-BC4D74FB8082}" dt="2024-11-17T02:51:59.487" v="15"/>
        <pc:sldMkLst>
          <pc:docMk/>
          <pc:sldMk cId="0" sldId="268"/>
        </pc:sldMkLst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2" creationId="{511FE9F2-3F50-79FD-5603-3176CBD201FE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3" creationId="{1CC67D83-93AC-1EF2-29CC-ED00F6CC02CB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4" creationId="{74263204-725B-4A2A-C6C2-74EDCD43A304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5" creationId="{407DE064-3B60-F833-964D-5CAE0DB505B0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6" creationId="{D19CD1D2-BC8A-C922-101E-A83153BEE28D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7" creationId="{40F30833-B74D-2F41-7889-6E002B4E3970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8" creationId="{4EFDB9DA-E3CA-D5F8-206F-D25DB96798D6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9" creationId="{6BA126B4-DF4D-D97C-8024-AF74BCA7900F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10" creationId="{ED85C638-2CFF-DF60-4FE5-229BE5C3C568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27" creationId="{AF3BB451-B231-9BB4-4716-73735C6384C7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28" creationId="{60FCB978-B347-424F-1241-85B0D98A0260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29" creationId="{D13E4F19-FF61-6E6D-A2C4-253C20ECD130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30" creationId="{F25A8050-1E1D-DAC1-865D-3F895231F109}"/>
          </ac:spMkLst>
        </pc:spChg>
        <pc:spChg chg="add mod">
          <ac:chgData name="润庭 邓" userId="dd4ed0c4d3e1c47b" providerId="LiveId" clId="{26F4DDBE-AFAE-4AB6-86B8-BC4D74FB8082}" dt="2024-11-17T02:51:59.487" v="15"/>
          <ac:spMkLst>
            <pc:docMk/>
            <pc:sldMk cId="0" sldId="268"/>
            <ac:spMk id="31" creationId="{05712394-93A8-505F-7970-BDBBC4E6B790}"/>
          </ac:spMkLst>
        </pc:sp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1" creationId="{13256F93-1E20-78BD-FC26-60565D18D950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2" creationId="{D2F874E9-5396-4347-9D31-D631E4A3D679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3" creationId="{B60DD291-402A-C208-F1F4-B95F0D3A3DAC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4" creationId="{78511CCF-EF8E-AC65-4C28-1101D837A75C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5" creationId="{35C22796-3ECD-8E8B-4DD9-C64372D35E17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6" creationId="{51DD6DED-1616-0F3B-8041-B786108E26FF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7" creationId="{5FBC628C-70ED-13E7-EE37-D96B6F6FCE2D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8" creationId="{4ED3CFBF-8A42-9D83-B332-1249B3F187D2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19" creationId="{BFBA11F7-2EE3-2D3E-FD6A-D8A92135CA66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0" creationId="{0461A317-2DBC-61CF-A838-A0D1476E5B35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1" creationId="{27A0821C-FE2F-3321-241F-C2BBE1B957D9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2" creationId="{9A212A42-81E6-F896-8036-C216EE81C60E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3" creationId="{0D374F23-C987-ED34-451E-92ACBE8BC451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4" creationId="{C29654DA-5924-0CB5-87F2-3352310335EE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5" creationId="{11B63BD6-744C-4A96-7E1D-23196B8A469E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26" creationId="{95B07042-DFA4-C316-4E94-9274FDD1A73E}"/>
          </ac:cxnSpMkLst>
        </pc:cxnChg>
        <pc:cxnChg chg="add mod">
          <ac:chgData name="润庭 邓" userId="dd4ed0c4d3e1c47b" providerId="LiveId" clId="{26F4DDBE-AFAE-4AB6-86B8-BC4D74FB8082}" dt="2024-11-17T02:51:59.487" v="15"/>
          <ac:cxnSpMkLst>
            <pc:docMk/>
            <pc:sldMk cId="0" sldId="268"/>
            <ac:cxnSpMk id="32" creationId="{8582B53D-166E-4872-8FD1-EAFF4F2F7125}"/>
          </ac:cxnSpMkLst>
        </pc:cxnChg>
      </pc:sldChg>
      <pc:sldChg chg="addSp modSp modNotes">
        <pc:chgData name="润庭 邓" userId="dd4ed0c4d3e1c47b" providerId="LiveId" clId="{26F4DDBE-AFAE-4AB6-86B8-BC4D74FB8082}" dt="2024-11-17T02:52:00.355" v="16"/>
        <pc:sldMkLst>
          <pc:docMk/>
          <pc:sldMk cId="0" sldId="269"/>
        </pc:sldMkLst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2" creationId="{1CE70F47-333D-BC2D-B6B7-F522F2548354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3" creationId="{393A75EC-897E-92A3-D89A-EF344B403855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4" creationId="{372275C7-44D4-7F49-822E-FE16424824FB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5" creationId="{97AA2B53-0EE9-89B9-BF09-8D7C93CBC4FE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6" creationId="{14F4E927-8005-D70D-DE4F-11EA20A917A2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7" creationId="{878B4070-CBFF-9FD1-4799-531B1716FC78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8" creationId="{D752AD2F-D014-8EE5-A1CB-05F5837C39DB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9" creationId="{46CBA64C-3CE4-E604-5CC2-F972218ECFD2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10" creationId="{5EA156A4-0BDF-12D5-CDBD-6B8FDA59EEE1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27" creationId="{0DFAED82-E80C-EC7E-DEFA-8622FF4FBDC5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28" creationId="{F99EE8BD-2810-8AB7-E5D9-404AE22898E0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29" creationId="{4301E0CE-068F-09AC-A8EF-7BE6FE4677A2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30" creationId="{68A4EF48-D173-9D27-9722-D906FB517821}"/>
          </ac:spMkLst>
        </pc:spChg>
        <pc:spChg chg="add mod">
          <ac:chgData name="润庭 邓" userId="dd4ed0c4d3e1c47b" providerId="LiveId" clId="{26F4DDBE-AFAE-4AB6-86B8-BC4D74FB8082}" dt="2024-11-17T02:52:00.355" v="16"/>
          <ac:spMkLst>
            <pc:docMk/>
            <pc:sldMk cId="0" sldId="269"/>
            <ac:spMk id="31" creationId="{B70191A4-2F8A-0ADC-1990-33F8B69977EE}"/>
          </ac:spMkLst>
        </pc:sp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1" creationId="{012A3784-C210-478A-DE3F-BA0E5F450901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2" creationId="{508CB1C3-763B-77B8-3F50-475D949CB31E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3" creationId="{29E72864-8E71-23E5-CABA-6024974E4F35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4" creationId="{7B74E8CE-75FA-A166-AC3F-9161455F1CCC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5" creationId="{BC2F0307-C632-1258-6A7F-4BB899339216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6" creationId="{57219871-938B-A37F-B46C-5137C8B3258A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7" creationId="{607137B2-08E4-818A-E20C-F3D9ED28AA16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8" creationId="{D8640212-FF43-3F1D-6200-0990E273C89F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19" creationId="{E2848B36-C529-E2A2-0D4F-5EC99A87AC50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0" creationId="{FEA26034-1A5F-E8FC-E642-A0AE282BECA0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1" creationId="{A580343A-E682-B3B3-F65F-F9770FE64E10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2" creationId="{6376FB98-D053-21D3-1F45-C8C414C643EE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3" creationId="{D79D8FCE-8922-31DD-73A0-C2C7C11E9021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4" creationId="{F10A5C51-B417-A1FB-1DF3-DB5B4E546C5C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5" creationId="{A3C823E2-342E-4A31-2D38-7E195C741F09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26" creationId="{AEA9D006-1E09-8FBA-BFED-4FFE7B80D1D5}"/>
          </ac:cxnSpMkLst>
        </pc:cxnChg>
        <pc:cxnChg chg="add mod">
          <ac:chgData name="润庭 邓" userId="dd4ed0c4d3e1c47b" providerId="LiveId" clId="{26F4DDBE-AFAE-4AB6-86B8-BC4D74FB8082}" dt="2024-11-17T02:52:00.355" v="16"/>
          <ac:cxnSpMkLst>
            <pc:docMk/>
            <pc:sldMk cId="0" sldId="269"/>
            <ac:cxnSpMk id="32" creationId="{3A57873D-807F-BD41-D076-5D794F0DE861}"/>
          </ac:cxnSpMkLst>
        </pc:cxnChg>
      </pc:sldChg>
      <pc:sldChg chg="addSp modSp modNotes">
        <pc:chgData name="润庭 邓" userId="dd4ed0c4d3e1c47b" providerId="LiveId" clId="{26F4DDBE-AFAE-4AB6-86B8-BC4D74FB8082}" dt="2024-11-17T02:52:01.540" v="17"/>
        <pc:sldMkLst>
          <pc:docMk/>
          <pc:sldMk cId="0" sldId="270"/>
        </pc:sldMkLst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2" creationId="{EDAAD673-A807-9C0E-9171-E035C09665DE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3" creationId="{5205AF97-4599-9923-2CD1-3F4ABBE86B6E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4" creationId="{853A281C-679F-137F-2088-CEBCF6D73516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5" creationId="{9DA9EBB3-BFBB-BBE7-A01A-CF39B4413988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6" creationId="{13A305DE-7141-B6BC-9745-0EEBE6110D8E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7" creationId="{0BA7AD03-6176-4BA4-6673-D5A73A514BA9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8" creationId="{A6701114-EAA0-2C86-BA92-41EAE088E94D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9" creationId="{451D391E-98A6-4887-9270-46867B9340B7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10" creationId="{57C58F82-2183-88F1-5AA0-F05847287689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27" creationId="{B018BD74-8003-7ED1-9C76-AB30149CFFF9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28" creationId="{8B0D5BA0-0CB0-6649-B55F-9B6D85FC1B5F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29" creationId="{2BBC9E72-8AF4-B515-B075-6A7B7C845328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30" creationId="{F6971B39-9D1C-7143-FBB6-B73761B5FEAC}"/>
          </ac:spMkLst>
        </pc:spChg>
        <pc:spChg chg="add mod">
          <ac:chgData name="润庭 邓" userId="dd4ed0c4d3e1c47b" providerId="LiveId" clId="{26F4DDBE-AFAE-4AB6-86B8-BC4D74FB8082}" dt="2024-11-17T02:52:01.540" v="17"/>
          <ac:spMkLst>
            <pc:docMk/>
            <pc:sldMk cId="0" sldId="270"/>
            <ac:spMk id="31" creationId="{EDBB42F7-0461-DFD6-2908-365AFF757790}"/>
          </ac:spMkLst>
        </pc:sp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1" creationId="{9BD9854E-3F2C-DF25-31DB-8F66997EB2B9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2" creationId="{1CA3EF99-5AB0-D986-5AD2-6ACA746403A4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3" creationId="{2C6A130F-9752-F404-93AF-6F08DAFDD8EE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4" creationId="{6C27A46C-9A25-DCFA-4C5F-BDA890EAFF88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5" creationId="{614B26EA-2D0C-0429-C5A3-31797E9742E9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6" creationId="{57A2C86F-A066-C626-5804-E12ED2253932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7" creationId="{66A24E72-B154-4505-1FD2-462D54ABF9C0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8" creationId="{DC75B0FA-959A-1974-DF99-88C33E83CE66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19" creationId="{1A91485B-797A-AFDF-44F6-D4B92E84B732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0" creationId="{7AAB5EDA-4B2F-7394-937E-5F21C216D91B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1" creationId="{174F320F-FA8B-B35D-B8E6-A368A08A829F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2" creationId="{D7B8D6AE-1B11-5711-BBAE-355403E3BF3C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3" creationId="{87C8E285-58A1-4613-501B-017CAE0147A5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4" creationId="{1A24AD10-3047-555D-2472-CA10346F1E59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5" creationId="{95E0FD6C-1DF3-E31C-C116-50AF0389F412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26" creationId="{8EE2BB22-8FD6-669F-F12B-F1416F2F4925}"/>
          </ac:cxnSpMkLst>
        </pc:cxnChg>
        <pc:cxnChg chg="add mod">
          <ac:chgData name="润庭 邓" userId="dd4ed0c4d3e1c47b" providerId="LiveId" clId="{26F4DDBE-AFAE-4AB6-86B8-BC4D74FB8082}" dt="2024-11-17T02:52:01.540" v="17"/>
          <ac:cxnSpMkLst>
            <pc:docMk/>
            <pc:sldMk cId="0" sldId="270"/>
            <ac:cxnSpMk id="32" creationId="{9A4D8F9D-7D1D-C621-C2AB-77AA593F716F}"/>
          </ac:cxnSpMkLst>
        </pc:cxnChg>
      </pc:sldChg>
      <pc:sldChg chg="addSp modSp modNotes">
        <pc:chgData name="润庭 邓" userId="dd4ed0c4d3e1c47b" providerId="LiveId" clId="{26F4DDBE-AFAE-4AB6-86B8-BC4D74FB8082}" dt="2024-11-17T02:52:02.769" v="18"/>
        <pc:sldMkLst>
          <pc:docMk/>
          <pc:sldMk cId="0" sldId="271"/>
        </pc:sldMkLst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2" creationId="{E8A93E53-5D8A-DFD4-0789-46575C2C3756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3" creationId="{26654248-B998-20E2-1C32-58E335F93735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4" creationId="{D36CB26F-80DC-288F-617E-80802ECEAD2C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5" creationId="{170EE913-AF9D-135E-7582-6FC6B5367FAD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6" creationId="{FBD82ABB-5161-B348-04C3-507CFB1A2F3F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7" creationId="{51851241-8856-F35F-9727-92489773E01A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8" creationId="{3CCDCD6F-9910-214E-F20F-FF535BC1D832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9" creationId="{97B82C53-D29C-9AC0-7E43-0CECA6FBEA88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10" creationId="{6EE7AA69-9D16-D1A2-B7AA-635F4AF7AF7D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27" creationId="{D5A8B351-DB7E-DDFF-1F72-9A23490049D7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28" creationId="{7D0E1D25-0A7E-715F-E3C0-54CB1048AA4B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29" creationId="{F2A20260-429D-3FFB-7F39-37E3239CAD63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30" creationId="{79803A3A-EE68-E312-4661-D747E6F1E6BE}"/>
          </ac:spMkLst>
        </pc:spChg>
        <pc:spChg chg="add mod">
          <ac:chgData name="润庭 邓" userId="dd4ed0c4d3e1c47b" providerId="LiveId" clId="{26F4DDBE-AFAE-4AB6-86B8-BC4D74FB8082}" dt="2024-11-17T02:52:02.769" v="18"/>
          <ac:spMkLst>
            <pc:docMk/>
            <pc:sldMk cId="0" sldId="271"/>
            <ac:spMk id="31" creationId="{8AB9A3A8-B176-1A95-6313-EB83A9A84FA3}"/>
          </ac:spMkLst>
        </pc:sp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1" creationId="{748D7AB4-AAA8-069E-835B-3E97D902E3FA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2" creationId="{F39646CC-CE8E-F0EC-4A6D-5E2577223AEE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3" creationId="{5A85B73B-EA36-92E5-E5A4-07696244D5E4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4" creationId="{4634402E-11CC-EAA4-0787-69F68D8E1274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5" creationId="{1F733AB2-6358-F5B0-C4ED-F0B39A576FA0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6" creationId="{FA2968F8-01CB-3613-6545-AFC40CC6BA54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7" creationId="{08AC319C-343B-30C0-634A-9B2E9AD3494D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8" creationId="{B321D8C4-549E-E091-F1AA-5476F3ADAFA5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19" creationId="{12492129-2228-024A-5DC2-E96079992587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0" creationId="{B5342D5E-3A50-E879-EF5C-8842ECAB2A4C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1" creationId="{61A4E34F-9ECC-DCB7-211E-93637DE2F871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2" creationId="{67DCBCF3-4F84-AB8D-38CE-45612DC09061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3" creationId="{8BF8A66D-0C7C-7AE3-3E15-5FB9FA6CE511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4" creationId="{B0B807A9-FA71-8C8C-646F-1A67C1D8BFE7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5" creationId="{45AB4AAF-897D-E993-36F3-EEAC44B2B898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26" creationId="{051DCDC6-EF60-7962-72A1-C99527298438}"/>
          </ac:cxnSpMkLst>
        </pc:cxnChg>
        <pc:cxnChg chg="add mod">
          <ac:chgData name="润庭 邓" userId="dd4ed0c4d3e1c47b" providerId="LiveId" clId="{26F4DDBE-AFAE-4AB6-86B8-BC4D74FB8082}" dt="2024-11-17T02:52:02.769" v="18"/>
          <ac:cxnSpMkLst>
            <pc:docMk/>
            <pc:sldMk cId="0" sldId="271"/>
            <ac:cxnSpMk id="32" creationId="{6D9681D2-B1E8-69D3-1247-ADD0AFA58C6E}"/>
          </ac:cxnSpMkLst>
        </pc:cxnChg>
      </pc:sldChg>
      <pc:sldChg chg="addSp modSp modNotes">
        <pc:chgData name="润庭 邓" userId="dd4ed0c4d3e1c47b" providerId="LiveId" clId="{26F4DDBE-AFAE-4AB6-86B8-BC4D74FB8082}" dt="2024-11-17T02:52:03.976" v="19"/>
        <pc:sldMkLst>
          <pc:docMk/>
          <pc:sldMk cId="0" sldId="272"/>
        </pc:sldMkLst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2" creationId="{2278F9A2-81DF-8E4A-165E-5BB8C2A3E906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3" creationId="{C9AFE714-2FD0-7B3F-55EA-F3B4CCD304D0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4" creationId="{FEF93600-2994-8F16-C50D-0FBCAA23CB5E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5" creationId="{02C8DAF6-1AE3-0728-4DAF-B1E933DA0AAF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6" creationId="{37106611-F7E5-C0A9-FFB1-055350D6CBAB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7" creationId="{D92FBBCC-6410-DD6B-F9CB-F62727AF7F6C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8" creationId="{C0F14C21-EAC4-D7A3-5D2C-3855F5762A37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9" creationId="{9DC92802-199D-FDE6-E13D-D51AF0EE2743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10" creationId="{409E3D7C-4651-A2CD-1029-560C32C7A244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27" creationId="{67D357A3-7F73-0FB6-8D87-D22CDC592415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28" creationId="{B2EEF34B-D9AC-6AB3-491A-0C49211CA188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29" creationId="{A2036312-5800-FD86-7228-617418E2FB81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30" creationId="{B09742E0-A6D1-6EF4-B73D-3510F130AA92}"/>
          </ac:spMkLst>
        </pc:spChg>
        <pc:spChg chg="add mod">
          <ac:chgData name="润庭 邓" userId="dd4ed0c4d3e1c47b" providerId="LiveId" clId="{26F4DDBE-AFAE-4AB6-86B8-BC4D74FB8082}" dt="2024-11-17T02:52:03.976" v="19"/>
          <ac:spMkLst>
            <pc:docMk/>
            <pc:sldMk cId="0" sldId="272"/>
            <ac:spMk id="31" creationId="{9EE0588D-44AD-F73A-B812-D4CFD36C8888}"/>
          </ac:spMkLst>
        </pc:sp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1" creationId="{91E0271D-B6A6-9C31-0ABD-B286CE15DD08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2" creationId="{810E2454-0385-468E-0322-53C7FA99A245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3" creationId="{9EFACDBD-564F-005C-C73D-3DF1DA4B96C4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4" creationId="{21C6E7F5-8BCD-B36F-1ADC-78B8BBC1856B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5" creationId="{692970AD-6DF3-1D5A-D3C0-5408DD23F39E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6" creationId="{55C14036-22CE-FE7A-927E-487C7CB573F2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7" creationId="{9BD96754-528F-F6FE-B9ED-214F655AEA4D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8" creationId="{F2D1D4DE-16B0-2178-DD79-0F63DF145A5F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19" creationId="{4D7547F2-AE8B-C401-340A-B86B579731CF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0" creationId="{86026133-D49A-2F97-2932-EA23A6F03F2F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1" creationId="{DE086E07-D2D9-D53D-2F93-7543920C3370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2" creationId="{0CA93B25-9CD6-B10C-16A4-F6A9592D0F3D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3" creationId="{76C47551-F184-6517-6AB2-9E6B24352FBE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4" creationId="{DFB35612-E7A1-6254-F510-F46BB7427ED6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5" creationId="{D2EE29D1-7B72-8B5B-991B-11A945C2D78E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26" creationId="{E916BE96-9EA2-48F3-62E2-6C6BB40BAD25}"/>
          </ac:cxnSpMkLst>
        </pc:cxnChg>
        <pc:cxnChg chg="add mod">
          <ac:chgData name="润庭 邓" userId="dd4ed0c4d3e1c47b" providerId="LiveId" clId="{26F4DDBE-AFAE-4AB6-86B8-BC4D74FB8082}" dt="2024-11-17T02:52:03.976" v="19"/>
          <ac:cxnSpMkLst>
            <pc:docMk/>
            <pc:sldMk cId="0" sldId="272"/>
            <ac:cxnSpMk id="32" creationId="{9A5633CC-C422-2990-9691-CD80C92DEB33}"/>
          </ac:cxnSpMkLst>
        </pc:cxnChg>
      </pc:sldChg>
      <pc:sldChg chg="addSp modSp modNotes">
        <pc:chgData name="润庭 邓" userId="dd4ed0c4d3e1c47b" providerId="LiveId" clId="{26F4DDBE-AFAE-4AB6-86B8-BC4D74FB8082}" dt="2024-11-17T02:52:05.100" v="20"/>
        <pc:sldMkLst>
          <pc:docMk/>
          <pc:sldMk cId="0" sldId="273"/>
        </pc:sldMkLst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2" creationId="{43E097DF-F5B8-3C1E-231A-D38E86F6FB26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3" creationId="{7925DB99-3CCA-6575-2DB1-01467BC2C9A9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4" creationId="{B7089E59-728A-0416-39BD-75CF965B7C67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5" creationId="{23703052-B347-1A9E-6622-5E5AF69FA885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6" creationId="{8E3EF2CB-FC19-013F-CF0D-9EC41D3193F3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7" creationId="{9FF83BED-D941-109E-9FCD-07B1838E48A9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8" creationId="{FEF6A12E-EB97-5743-19DF-4121B3FDB2E7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9" creationId="{A85E8FD7-6AF6-2B10-D505-7447362CBF18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10" creationId="{9D545C30-6C90-CCAA-3891-725C7432DED5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27" creationId="{4F6B971D-4615-60F5-F77D-B0E89DD631B3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28" creationId="{C8956B87-7B6C-9B01-343E-D418D14BEE01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29" creationId="{2191560D-50AB-31D1-E026-5520D7BDDF38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30" creationId="{BBB31AB5-6EDC-1023-2E92-1F58690BB8E0}"/>
          </ac:spMkLst>
        </pc:spChg>
        <pc:spChg chg="add mod">
          <ac:chgData name="润庭 邓" userId="dd4ed0c4d3e1c47b" providerId="LiveId" clId="{26F4DDBE-AFAE-4AB6-86B8-BC4D74FB8082}" dt="2024-11-17T02:52:05.100" v="20"/>
          <ac:spMkLst>
            <pc:docMk/>
            <pc:sldMk cId="0" sldId="273"/>
            <ac:spMk id="31" creationId="{B71A8E31-4E9E-89CE-0919-EE1622FDD923}"/>
          </ac:spMkLst>
        </pc:sp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1" creationId="{62FCE594-FA2D-08A2-4946-7805A715384A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2" creationId="{0747A5E3-4682-88E5-591B-F3B51906D243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3" creationId="{0F4DE9A5-9A33-D339-B7EF-9282CA0DC931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4" creationId="{50A2953C-A06E-B56A-12D9-5BE69CF8D447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5" creationId="{D5A932D0-B56E-1580-06EA-3259DC3ED4AD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6" creationId="{BFF0429B-CDEE-D9CB-6E3C-FF4B3CAA021E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7" creationId="{2F284447-B05D-0344-B25A-9BCA87EEA5D4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8" creationId="{CF595622-EDA7-D147-6C7C-DD6D7CEDEC64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19" creationId="{9E8C445C-42DE-A34F-F594-6568EDDD75BD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0" creationId="{50437571-066E-BC76-FD4F-DD07B2638CBF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1" creationId="{EA547F60-7EA0-8046-EC0A-A7A6D3F05D49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2" creationId="{3AE13CA6-5094-6CD6-5D93-D30FE83EE43E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3" creationId="{CF0EBD00-FC60-5746-3B29-4058CE5DF1E7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4" creationId="{3076DCF8-33BC-3350-7283-1CF85C93F817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5" creationId="{74A2E53D-93F5-F146-9711-686E99C04245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26" creationId="{D071D6BE-97B9-D521-1D10-944675BBF403}"/>
          </ac:cxnSpMkLst>
        </pc:cxnChg>
        <pc:cxnChg chg="add mod">
          <ac:chgData name="润庭 邓" userId="dd4ed0c4d3e1c47b" providerId="LiveId" clId="{26F4DDBE-AFAE-4AB6-86B8-BC4D74FB8082}" dt="2024-11-17T02:52:05.100" v="20"/>
          <ac:cxnSpMkLst>
            <pc:docMk/>
            <pc:sldMk cId="0" sldId="273"/>
            <ac:cxnSpMk id="32" creationId="{845BB51A-1E18-EDDC-7A55-E9934AB40810}"/>
          </ac:cxnSpMkLst>
        </pc:cxnChg>
      </pc:sldChg>
      <pc:sldChg chg="addSp modSp modNotes">
        <pc:chgData name="润庭 邓" userId="dd4ed0c4d3e1c47b" providerId="LiveId" clId="{26F4DDBE-AFAE-4AB6-86B8-BC4D74FB8082}" dt="2024-11-17T02:52:06.119" v="21"/>
        <pc:sldMkLst>
          <pc:docMk/>
          <pc:sldMk cId="0" sldId="274"/>
        </pc:sldMkLst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2" creationId="{781D7FFE-47E9-80CC-2202-7A9B06F813AB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3" creationId="{D3B8BB7D-71F1-6659-812F-0DCCB23C5F62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4" creationId="{61AAAA4B-2BB9-5DF6-95C5-2D440FE14A4B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5" creationId="{745C4161-29F3-0C1B-D16D-94C54246FCF1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6" creationId="{001D5A56-A37E-8700-22D5-EB36017E7947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7" creationId="{62238244-791F-9D08-3987-3BA50B95E3E8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8" creationId="{7BF2D1D7-DD0C-DDDC-BECD-4860085D63A3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9" creationId="{9333A98A-40DC-FC98-1BFD-FAC3A58A68AA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10" creationId="{2D04E8C2-FDE9-2DC5-D81A-60EA4871824F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27" creationId="{ED7269E6-9930-E60F-83E5-4BD2728DA08E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28" creationId="{C339FE96-82A5-4649-5597-9F8BFAD87240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29" creationId="{22D30636-D458-5E52-CE21-BAFAC5FF3CBD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30" creationId="{87FC45D1-56D5-920E-442F-B54BB7B4A600}"/>
          </ac:spMkLst>
        </pc:spChg>
        <pc:spChg chg="add mod">
          <ac:chgData name="润庭 邓" userId="dd4ed0c4d3e1c47b" providerId="LiveId" clId="{26F4DDBE-AFAE-4AB6-86B8-BC4D74FB8082}" dt="2024-11-17T02:52:06.119" v="21"/>
          <ac:spMkLst>
            <pc:docMk/>
            <pc:sldMk cId="0" sldId="274"/>
            <ac:spMk id="31" creationId="{DD6C3A22-A3EC-8411-C858-5EE4EF286F6B}"/>
          </ac:spMkLst>
        </pc:sp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1" creationId="{B984C4CA-40FF-137E-F9DD-6750EB43354D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2" creationId="{7638E250-6258-3D08-B201-49F8795C6321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3" creationId="{67F2A774-09D3-C2AC-6C5E-6A57D47B3F5B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4" creationId="{313F9D23-2348-21E5-5ED5-77F0D8E08A5E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5" creationId="{52081A46-9333-1635-30B0-7FE038753A27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6" creationId="{9384F886-8F5E-AF4B-A1B0-E8C391521198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7" creationId="{1841813B-12F4-0828-EE37-CA99808EB54D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8" creationId="{8B514391-54E5-DCB0-2F15-B8A3CEDB7575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19" creationId="{C42CA49D-6048-3434-1728-FFF375CD39F3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0" creationId="{C2DB6932-04E7-3366-95D0-532635FAB86F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1" creationId="{EF85E50C-1A2B-C0D8-A801-143934F05007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2" creationId="{27080D1E-5E38-64E0-25D5-4AD7BF4A92AE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3" creationId="{A5BA5131-5BB0-EC79-DF98-BED9673CC3B0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4" creationId="{4E99548A-9E60-DF1F-CD01-B14D1405BE0A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5" creationId="{4A66F882-F3A0-C493-A9A1-F648CEC7FFC1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26" creationId="{FAB167A7-1584-FD5F-B5BE-D094B9DEE0B2}"/>
          </ac:cxnSpMkLst>
        </pc:cxnChg>
        <pc:cxnChg chg="add mod">
          <ac:chgData name="润庭 邓" userId="dd4ed0c4d3e1c47b" providerId="LiveId" clId="{26F4DDBE-AFAE-4AB6-86B8-BC4D74FB8082}" dt="2024-11-17T02:52:06.119" v="21"/>
          <ac:cxnSpMkLst>
            <pc:docMk/>
            <pc:sldMk cId="0" sldId="274"/>
            <ac:cxnSpMk id="32" creationId="{65C9C2A8-E40F-3CB5-9ACE-232500848CAF}"/>
          </ac:cxnSpMkLst>
        </pc:cxnChg>
      </pc:sldChg>
      <pc:sldChg chg="addSp modSp modNotes">
        <pc:chgData name="润庭 邓" userId="dd4ed0c4d3e1c47b" providerId="LiveId" clId="{26F4DDBE-AFAE-4AB6-86B8-BC4D74FB8082}" dt="2024-11-17T02:52:07.139" v="22"/>
        <pc:sldMkLst>
          <pc:docMk/>
          <pc:sldMk cId="0" sldId="275"/>
        </pc:sldMkLst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2" creationId="{D6C26D3A-8E86-5F9D-FB31-0CE10EE81D3A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3" creationId="{E5D0C734-1472-EBDA-A5F3-320CFDD76E96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4" creationId="{096917D1-5FB4-C1A9-AE27-72EC5986AF52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5" creationId="{DF9D079F-DD57-A062-8A41-1EF395542D5D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6" creationId="{97096115-2E9C-A6CD-C40A-191C60F601D2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7" creationId="{5ED1E704-C56A-AF1E-BBD3-AE93E2A8E7C4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8" creationId="{984D9695-5730-C94C-B015-278A23AFDA54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9" creationId="{65BDE388-3B37-A768-9483-32BB1EADCF30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10" creationId="{12DADC90-E4E6-0C21-0CEB-D880A1586D8D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27" creationId="{C86AFA73-9FC5-3615-4229-19BF76B096E1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28" creationId="{DD8AA7CC-F144-EEB9-E807-5A06313D1C2D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29" creationId="{0E0967FA-5D9F-D556-A286-B9A1BD24019F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30" creationId="{E2911EE8-7022-0A2B-3880-C06187F70066}"/>
          </ac:spMkLst>
        </pc:spChg>
        <pc:spChg chg="add mod">
          <ac:chgData name="润庭 邓" userId="dd4ed0c4d3e1c47b" providerId="LiveId" clId="{26F4DDBE-AFAE-4AB6-86B8-BC4D74FB8082}" dt="2024-11-17T02:52:07.139" v="22"/>
          <ac:spMkLst>
            <pc:docMk/>
            <pc:sldMk cId="0" sldId="275"/>
            <ac:spMk id="31" creationId="{A1B9A66D-7EC7-FA58-5ADB-02EC75998346}"/>
          </ac:spMkLst>
        </pc:sp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1" creationId="{2101D5BD-EE2B-5B0E-9F7E-966F3767F2AF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2" creationId="{8B3D6833-43C3-223E-EF79-8D3BBA1CD5AB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3" creationId="{C0DBB321-6DA4-CC45-DEE7-3726E2B3A614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4" creationId="{815550A0-0AF7-01A3-B125-07BDBE8DF249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5" creationId="{7C308C3D-DF82-59C3-A10B-B501BE58AF79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6" creationId="{44CEF418-60AE-5D38-89F9-5ACBFB2FF04F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7" creationId="{2EA9F0D1-B31B-D6E1-2D1F-B54404B2DACE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8" creationId="{5F6C9BDB-8ACE-97BB-D2E9-2D3D00564552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19" creationId="{BDA3EB1C-F934-1EAE-CEF0-705CC6E70765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0" creationId="{79664412-8817-8260-6825-4AD59614B4BE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1" creationId="{70249AD2-9279-FC6D-23E5-35CB16C87238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2" creationId="{E65847CD-F786-6362-1159-F0A3539D5494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3" creationId="{0CD6D9F9-9AF9-431A-C914-1BE3BC8C5802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4" creationId="{8EDA19A5-4393-E049-8E1E-E71D8D9D4398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5" creationId="{00949A23-96F3-884F-88C5-36D81D021938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26" creationId="{03B9091D-AA64-677D-C0A6-22DF2916A027}"/>
          </ac:cxnSpMkLst>
        </pc:cxnChg>
        <pc:cxnChg chg="add mod">
          <ac:chgData name="润庭 邓" userId="dd4ed0c4d3e1c47b" providerId="LiveId" clId="{26F4DDBE-AFAE-4AB6-86B8-BC4D74FB8082}" dt="2024-11-17T02:52:07.139" v="22"/>
          <ac:cxnSpMkLst>
            <pc:docMk/>
            <pc:sldMk cId="0" sldId="275"/>
            <ac:cxnSpMk id="32" creationId="{40918EED-5BFC-1674-16CD-6D892583CBA4}"/>
          </ac:cxnSpMkLst>
        </pc:cxnChg>
      </pc:sldChg>
      <pc:sldChg chg="addSp modSp modNotes">
        <pc:chgData name="润庭 邓" userId="dd4ed0c4d3e1c47b" providerId="LiveId" clId="{26F4DDBE-AFAE-4AB6-86B8-BC4D74FB8082}" dt="2024-11-17T02:52:08.159" v="23"/>
        <pc:sldMkLst>
          <pc:docMk/>
          <pc:sldMk cId="0" sldId="276"/>
        </pc:sldMkLst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2" creationId="{F47FA042-8E95-8A7F-1AF6-190CA090EEBA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3" creationId="{5BC5565D-8920-A2C2-8A75-D81F211B129F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4" creationId="{E4CF1D1D-88B7-65F9-0F2D-700EA1ADB635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5" creationId="{8630A18A-E733-0ED5-B49B-67AC7E1A5FFD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6" creationId="{62834BFA-CD3B-760B-818A-0A446B7EA875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7" creationId="{4DC28E54-7FF1-DEA8-E47B-DA2603681073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8" creationId="{D3B832E7-D9F7-3CEC-6BCA-07192E75467E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9" creationId="{A65ECF1E-3E8E-BA5A-BDB7-73100990A554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10" creationId="{A824DC58-0148-EF4D-29A1-526011086A66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27" creationId="{5D681182-D3C4-35AB-2EB6-52F88606B7F6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28" creationId="{7224C8B2-5AB7-9D69-DA57-9797B851B5FC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29" creationId="{F06F72A5-B63E-B8DF-6046-B24D437C8F8C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30" creationId="{D9CB4137-A7AA-DFF6-953D-CAF872836AE2}"/>
          </ac:spMkLst>
        </pc:spChg>
        <pc:spChg chg="add mod">
          <ac:chgData name="润庭 邓" userId="dd4ed0c4d3e1c47b" providerId="LiveId" clId="{26F4DDBE-AFAE-4AB6-86B8-BC4D74FB8082}" dt="2024-11-17T02:52:08.159" v="23"/>
          <ac:spMkLst>
            <pc:docMk/>
            <pc:sldMk cId="0" sldId="276"/>
            <ac:spMk id="31" creationId="{2A080E61-D3D3-D6F3-13F9-145058785ED2}"/>
          </ac:spMkLst>
        </pc:sp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1" creationId="{FD4FDAFA-676F-0CCC-1595-3DAC328D6D86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2" creationId="{6C714B6C-6866-D526-891A-512AEED31FE5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3" creationId="{7086F30E-78EA-F85D-03DF-7C03B4A08300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4" creationId="{1C7AC296-3043-A2EB-297B-9AD003C580EE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5" creationId="{46F57FEA-9E61-9C4A-1CD0-1AE4DFFCEE1E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6" creationId="{E631D3A4-2D0A-68E1-4ACB-4A81D554FF98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7" creationId="{6F1C0FD8-99F1-C68F-E3E7-A2E3D712E60D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8" creationId="{91E09412-4B4B-F3B9-9237-070E0D6F88E5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19" creationId="{C9288AE2-C5DE-7C9F-E63C-196139D6C631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0" creationId="{C6C3E447-684B-EC21-7219-C983C8296F75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1" creationId="{6983E0A5-34B8-0AEF-66C8-D074047A81EC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2" creationId="{B614BF41-7448-3514-3628-D8D4E91EFBD7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3" creationId="{2C66D631-D8BB-DA9D-D8C9-64107D623D7E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4" creationId="{469E26A4-FF7A-46A0-CA5E-0F0F3D88A1E8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5" creationId="{BA6F18A6-2828-6A85-E34B-7C32273C383D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26" creationId="{334127AC-934A-FA38-65A0-3116CFE92E16}"/>
          </ac:cxnSpMkLst>
        </pc:cxnChg>
        <pc:cxnChg chg="add mod">
          <ac:chgData name="润庭 邓" userId="dd4ed0c4d3e1c47b" providerId="LiveId" clId="{26F4DDBE-AFAE-4AB6-86B8-BC4D74FB8082}" dt="2024-11-17T02:52:08.159" v="23"/>
          <ac:cxnSpMkLst>
            <pc:docMk/>
            <pc:sldMk cId="0" sldId="276"/>
            <ac:cxnSpMk id="32" creationId="{8532BFE4-A127-1ECB-8401-42B9FDAB1CBE}"/>
          </ac:cxnSpMkLst>
        </pc:cxnChg>
      </pc:sldChg>
      <pc:sldChg chg="addSp modSp modNotes">
        <pc:chgData name="润庭 邓" userId="dd4ed0c4d3e1c47b" providerId="LiveId" clId="{26F4DDBE-AFAE-4AB6-86B8-BC4D74FB8082}" dt="2024-11-17T02:52:09.319" v="24"/>
        <pc:sldMkLst>
          <pc:docMk/>
          <pc:sldMk cId="0" sldId="277"/>
        </pc:sldMkLst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2" creationId="{F3433013-7A1E-0DE5-B403-D9D2F302F279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3" creationId="{AB6A5AD8-4DE0-7C7D-26FD-AFB779803B61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4" creationId="{18E95E54-4130-6191-A032-8E33C07FC030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5" creationId="{7076CAFD-D7A4-5550-DE2B-9D91B0C85679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6" creationId="{67E2253D-D58F-E759-DF7C-58B0BAE97698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7" creationId="{AED23B87-4B19-BF3B-89E7-EAC7063BA7B6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8" creationId="{E3B9CD06-9529-ADBA-335E-9FD802E5CBE7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9" creationId="{1BD28394-496A-E68C-6315-F1C0C0DA0185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10" creationId="{A45A5A48-4295-7D8A-57EE-464A235C21A2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27" creationId="{5F45A154-3273-8829-7D4E-34B0511A7329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28" creationId="{A8241B9D-6072-C93E-EFED-665BA3A99A2F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29" creationId="{2DD6BAF9-6E57-7B9C-6AB0-053E8EF07BC6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30" creationId="{E4CA902A-28A3-D054-540C-C8A7B61F93B0}"/>
          </ac:spMkLst>
        </pc:spChg>
        <pc:spChg chg="add mod">
          <ac:chgData name="润庭 邓" userId="dd4ed0c4d3e1c47b" providerId="LiveId" clId="{26F4DDBE-AFAE-4AB6-86B8-BC4D74FB8082}" dt="2024-11-17T02:52:09.319" v="24"/>
          <ac:spMkLst>
            <pc:docMk/>
            <pc:sldMk cId="0" sldId="277"/>
            <ac:spMk id="31" creationId="{4DB5CF3E-4C38-F0C5-0944-C091C81B36C3}"/>
          </ac:spMkLst>
        </pc:sp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1" creationId="{C98CCAA3-208E-350F-D9B3-BF73EAADBE97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2" creationId="{E67464C9-5A3A-0095-564E-67BEFA0413B9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3" creationId="{FE552164-DBF7-E774-739A-3289117458EA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4" creationId="{04C59002-7AB3-B28F-3D68-799CFB27CC85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5" creationId="{0854E70D-ECC3-B384-3BFD-BCC226EFD4D7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6" creationId="{F93D3F7C-301C-7615-79C6-1670A2F05045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7" creationId="{616BF24D-86E2-E011-DF76-3FF4E49B3D53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8" creationId="{5B6AFD46-8B62-CB9F-2624-DCCBD6241145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19" creationId="{A4052A5D-78E7-D003-6C69-A5824D19A193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0" creationId="{DDDA2B23-1D2F-937D-1BA1-A349EE390FD0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1" creationId="{64FB1827-D23C-B78C-C9BB-00F872491007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2" creationId="{B936C513-2513-A95B-7AB2-5D04A8F1410C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3" creationId="{CD0A215A-975E-560A-F773-231BF1D319E0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4" creationId="{C93A9305-A1D7-3FD7-15DD-13D9A365650C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5" creationId="{AD72B553-E9BE-0165-C2E8-41B1B921A9B3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26" creationId="{E48734BB-9B3A-C275-7248-EA82EA451A19}"/>
          </ac:cxnSpMkLst>
        </pc:cxnChg>
        <pc:cxnChg chg="add mod">
          <ac:chgData name="润庭 邓" userId="dd4ed0c4d3e1c47b" providerId="LiveId" clId="{26F4DDBE-AFAE-4AB6-86B8-BC4D74FB8082}" dt="2024-11-17T02:52:09.319" v="24"/>
          <ac:cxnSpMkLst>
            <pc:docMk/>
            <pc:sldMk cId="0" sldId="277"/>
            <ac:cxnSpMk id="32" creationId="{84B9B3C0-A088-726C-1864-BA0E7EB76F94}"/>
          </ac:cxnSpMkLst>
        </pc:cxnChg>
      </pc:sldChg>
      <pc:sldChg chg="addSp modSp modNotes">
        <pc:chgData name="润庭 邓" userId="dd4ed0c4d3e1c47b" providerId="LiveId" clId="{26F4DDBE-AFAE-4AB6-86B8-BC4D74FB8082}" dt="2024-11-17T02:52:10.693" v="25"/>
        <pc:sldMkLst>
          <pc:docMk/>
          <pc:sldMk cId="0" sldId="278"/>
        </pc:sldMkLst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2" creationId="{A7807DF6-7520-0F36-BB7F-4BFDD2500A2F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3" creationId="{5F51AE7A-6EED-EF4F-5715-C82A5104A6DD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4" creationId="{49FDE3FC-A372-E52B-0EC5-4F155295D7CA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5" creationId="{2A4D1323-F999-147D-A5EB-8186D7BC3F5A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6" creationId="{F3C195DD-47FB-52D9-6594-DD0FE56BC1A0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7" creationId="{6F965214-E9E7-704B-924D-1A297E75AD24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8" creationId="{62363FE7-082C-D73F-E388-A860006AE3E9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9" creationId="{68185048-EEEF-55DE-7A5D-0BC6EBD3392D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10" creationId="{AE1A569B-8FA3-B97D-7553-BC05576775DC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27" creationId="{30C9F351-C0D7-5CAA-D310-5AB99963436C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28" creationId="{47630A47-BA19-1E77-14C8-20A664CF8991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29" creationId="{923D3142-4DEB-72DC-3135-5358A71DC50D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30" creationId="{551E446E-FBDC-AF8F-55DC-FBCC3F236F2F}"/>
          </ac:spMkLst>
        </pc:spChg>
        <pc:spChg chg="add mod">
          <ac:chgData name="润庭 邓" userId="dd4ed0c4d3e1c47b" providerId="LiveId" clId="{26F4DDBE-AFAE-4AB6-86B8-BC4D74FB8082}" dt="2024-11-17T02:52:10.693" v="25"/>
          <ac:spMkLst>
            <pc:docMk/>
            <pc:sldMk cId="0" sldId="278"/>
            <ac:spMk id="31" creationId="{4145A98E-6D63-C176-3963-1FC6828D4368}"/>
          </ac:spMkLst>
        </pc:sp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1" creationId="{C3C1154A-B4FA-C3FC-1339-E00524223CC2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2" creationId="{2BE7DF99-C2EF-4816-5335-EEC6921C80A1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3" creationId="{EAADCF7B-7AE7-CA97-94BC-86E58F2FFEAC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4" creationId="{690A8085-3DD2-F488-CA18-C04E12786FE2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5" creationId="{839F963F-D4BA-0A99-12BD-4602580113A4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6" creationId="{8C604734-9611-3B76-0C93-E8B97FCC4950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7" creationId="{033CD4D2-4E2D-6B55-2C1C-9C1511055CF1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8" creationId="{84B25099-B40A-262A-6F49-644A82424FBE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19" creationId="{3537B115-11EF-67D3-1246-85854D70EE09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0" creationId="{D71B86B7-4463-BD9C-DFBA-308705D08620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1" creationId="{019DE6D8-7A10-998F-19A0-3C3E611139B6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2" creationId="{F5BC7414-D3F1-485C-B560-A500CDA9EECB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3" creationId="{CE8D0551-5F02-2166-6D25-487A9E01E8FD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4" creationId="{B21AE7BC-38CC-E541-942C-5E6D687714DB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5" creationId="{40B866DE-7D7D-4C12-5448-37A6A426B0BF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26" creationId="{E53C2986-9277-0872-E238-5DE8239AEBC6}"/>
          </ac:cxnSpMkLst>
        </pc:cxnChg>
        <pc:cxnChg chg="add mod">
          <ac:chgData name="润庭 邓" userId="dd4ed0c4d3e1c47b" providerId="LiveId" clId="{26F4DDBE-AFAE-4AB6-86B8-BC4D74FB8082}" dt="2024-11-17T02:52:10.693" v="25"/>
          <ac:cxnSpMkLst>
            <pc:docMk/>
            <pc:sldMk cId="0" sldId="278"/>
            <ac:cxnSpMk id="32" creationId="{791EB6FB-4643-068D-AF5F-F4ECB90FCF0D}"/>
          </ac:cxnSpMkLst>
        </pc:cxnChg>
      </pc:sldChg>
    </pc:docChg>
  </pc:docChgLst>
  <pc:docChgLst>
    <pc:chgData name="润庭 邓" userId="dd4ed0c4d3e1c47b" providerId="LiveId" clId="{7AC33F5B-8CAE-4337-BAFE-2ED24205F9DC}"/>
    <pc:docChg chg="custSel modSld">
      <pc:chgData name="润庭 邓" userId="dd4ed0c4d3e1c47b" providerId="LiveId" clId="{7AC33F5B-8CAE-4337-BAFE-2ED24205F9DC}" dt="2024-11-18T07:55:31.059" v="1052" actId="700"/>
      <pc:docMkLst>
        <pc:docMk/>
      </pc:docMkLst>
      <pc:sldChg chg="addSp modSp mod">
        <pc:chgData name="润庭 邓" userId="dd4ed0c4d3e1c47b" providerId="LiveId" clId="{7AC33F5B-8CAE-4337-BAFE-2ED24205F9DC}" dt="2024-11-18T07:34:19.399" v="147" actId="1076"/>
        <pc:sldMkLst>
          <pc:docMk/>
          <pc:sldMk cId="0" sldId="273"/>
        </pc:sldMkLst>
        <pc:spChg chg="add mod">
          <ac:chgData name="润庭 邓" userId="dd4ed0c4d3e1c47b" providerId="LiveId" clId="{7AC33F5B-8CAE-4337-BAFE-2ED24205F9DC}" dt="2024-11-18T07:34:19.399" v="147" actId="1076"/>
          <ac:spMkLst>
            <pc:docMk/>
            <pc:sldMk cId="0" sldId="273"/>
            <ac:spMk id="34" creationId="{2458AA7C-529F-110E-6A94-32FFBB8D397D}"/>
          </ac:spMkLst>
        </pc:spChg>
      </pc:sldChg>
      <pc:sldChg chg="addSp modSp mod">
        <pc:chgData name="润庭 邓" userId="dd4ed0c4d3e1c47b" providerId="LiveId" clId="{7AC33F5B-8CAE-4337-BAFE-2ED24205F9DC}" dt="2024-11-18T07:43:21.670" v="713" actId="1076"/>
        <pc:sldMkLst>
          <pc:docMk/>
          <pc:sldMk cId="0" sldId="274"/>
        </pc:sldMkLst>
        <pc:spChg chg="add mod">
          <ac:chgData name="润庭 邓" userId="dd4ed0c4d3e1c47b" providerId="LiveId" clId="{7AC33F5B-8CAE-4337-BAFE-2ED24205F9DC}" dt="2024-11-18T07:37:33.956" v="204" actId="1076"/>
          <ac:spMkLst>
            <pc:docMk/>
            <pc:sldMk cId="0" sldId="274"/>
            <ac:spMk id="33" creationId="{B4A24154-5CA0-0BBE-395D-00B3B9B072ED}"/>
          </ac:spMkLst>
        </pc:spChg>
        <pc:spChg chg="add mod">
          <ac:chgData name="润庭 邓" userId="dd4ed0c4d3e1c47b" providerId="LiveId" clId="{7AC33F5B-8CAE-4337-BAFE-2ED24205F9DC}" dt="2024-11-18T07:38:19.685" v="341" actId="1076"/>
          <ac:spMkLst>
            <pc:docMk/>
            <pc:sldMk cId="0" sldId="274"/>
            <ac:spMk id="34" creationId="{E923F5B6-2856-4B5E-0E96-738BD1248F39}"/>
          </ac:spMkLst>
        </pc:spChg>
        <pc:spChg chg="add mod">
          <ac:chgData name="润庭 邓" userId="dd4ed0c4d3e1c47b" providerId="LiveId" clId="{7AC33F5B-8CAE-4337-BAFE-2ED24205F9DC}" dt="2024-11-18T07:39:15.636" v="460" actId="1076"/>
          <ac:spMkLst>
            <pc:docMk/>
            <pc:sldMk cId="0" sldId="274"/>
            <ac:spMk id="35" creationId="{7A610CA8-B400-6B8E-9B2E-4EBD192B204E}"/>
          </ac:spMkLst>
        </pc:spChg>
        <pc:spChg chg="add mod">
          <ac:chgData name="润庭 邓" userId="dd4ed0c4d3e1c47b" providerId="LiveId" clId="{7AC33F5B-8CAE-4337-BAFE-2ED24205F9DC}" dt="2024-11-18T07:40:09.589" v="617" actId="1076"/>
          <ac:spMkLst>
            <pc:docMk/>
            <pc:sldMk cId="0" sldId="274"/>
            <ac:spMk id="36" creationId="{E507982C-1CC1-4465-1029-ED79BAEFDF85}"/>
          </ac:spMkLst>
        </pc:spChg>
        <pc:spChg chg="add mod">
          <ac:chgData name="润庭 邓" userId="dd4ed0c4d3e1c47b" providerId="LiveId" clId="{7AC33F5B-8CAE-4337-BAFE-2ED24205F9DC}" dt="2024-11-18T07:43:21.670" v="713" actId="1076"/>
          <ac:spMkLst>
            <pc:docMk/>
            <pc:sldMk cId="0" sldId="274"/>
            <ac:spMk id="37" creationId="{0AEE89C5-2A36-1C96-F56B-82948C02AA7B}"/>
          </ac:spMkLst>
        </pc:spChg>
      </pc:sldChg>
      <pc:sldChg chg="addSp modSp mod">
        <pc:chgData name="润庭 邓" userId="dd4ed0c4d3e1c47b" providerId="LiveId" clId="{7AC33F5B-8CAE-4337-BAFE-2ED24205F9DC}" dt="2024-11-18T07:47:42.650" v="1051" actId="1076"/>
        <pc:sldMkLst>
          <pc:docMk/>
          <pc:sldMk cId="0" sldId="275"/>
        </pc:sldMkLst>
        <pc:spChg chg="add mod">
          <ac:chgData name="润庭 邓" userId="dd4ed0c4d3e1c47b" providerId="LiveId" clId="{7AC33F5B-8CAE-4337-BAFE-2ED24205F9DC}" dt="2024-11-18T07:44:49.921" v="831" actId="1076"/>
          <ac:spMkLst>
            <pc:docMk/>
            <pc:sldMk cId="0" sldId="275"/>
            <ac:spMk id="33" creationId="{AD90E974-FB19-4BBA-DECD-4CB0B4E072A9}"/>
          </ac:spMkLst>
        </pc:spChg>
        <pc:spChg chg="add mod">
          <ac:chgData name="润庭 邓" userId="dd4ed0c4d3e1c47b" providerId="LiveId" clId="{7AC33F5B-8CAE-4337-BAFE-2ED24205F9DC}" dt="2024-11-18T07:47:42.650" v="1051" actId="1076"/>
          <ac:spMkLst>
            <pc:docMk/>
            <pc:sldMk cId="0" sldId="275"/>
            <ac:spMk id="34" creationId="{683C3AD5-7D4D-CC2A-4C0C-F63E0DEE125B}"/>
          </ac:spMkLst>
        </pc:spChg>
      </pc:sldChg>
      <pc:sldChg chg="delSp mod modClrScheme chgLayout">
        <pc:chgData name="润庭 邓" userId="dd4ed0c4d3e1c47b" providerId="LiveId" clId="{7AC33F5B-8CAE-4337-BAFE-2ED24205F9DC}" dt="2024-11-18T07:55:31.059" v="1052" actId="700"/>
        <pc:sldMkLst>
          <pc:docMk/>
          <pc:sldMk cId="0" sldId="276"/>
        </pc:sldMkLst>
        <pc:spChg chg="del">
          <ac:chgData name="润庭 邓" userId="dd4ed0c4d3e1c47b" providerId="LiveId" clId="{7AC33F5B-8CAE-4337-BAFE-2ED24205F9DC}" dt="2024-11-18T07:55:31.059" v="1052" actId="700"/>
          <ac:spMkLst>
            <pc:docMk/>
            <pc:sldMk cId="0" sldId="276"/>
            <ac:spMk id="224" creationId="{00000000-0000-0000-0000-000000000000}"/>
          </ac:spMkLst>
        </pc:spChg>
        <pc:spChg chg="del">
          <ac:chgData name="润庭 邓" userId="dd4ed0c4d3e1c47b" providerId="LiveId" clId="{7AC33F5B-8CAE-4337-BAFE-2ED24205F9DC}" dt="2024-11-18T07:55:31.059" v="1052" actId="700"/>
          <ac:spMkLst>
            <pc:docMk/>
            <pc:sldMk cId="0" sldId="276"/>
            <ac:spMk id="225" creationId="{00000000-0000-0000-0000-000000000000}"/>
          </ac:spMkLst>
        </pc:spChg>
      </pc:sldChg>
    </pc:docChg>
  </pc:docChgLst>
  <pc:docChgLst>
    <pc:chgData name="润庭 邓" userId="dd4ed0c4d3e1c47b" providerId="LiveId" clId="{BAFCF92E-0C91-4003-8058-34CA0648CA9B}"/>
    <pc:docChg chg="undo custSel modSld">
      <pc:chgData name="润庭 邓" userId="dd4ed0c4d3e1c47b" providerId="LiveId" clId="{BAFCF92E-0C91-4003-8058-34CA0648CA9B}" dt="2024-11-18T07:31:59.211" v="1500" actId="1076"/>
      <pc:docMkLst>
        <pc:docMk/>
      </pc:docMkLst>
      <pc:sldChg chg="addSp delSp modSp mod">
        <pc:chgData name="润庭 邓" userId="dd4ed0c4d3e1c47b" providerId="LiveId" clId="{BAFCF92E-0C91-4003-8058-34CA0648CA9B}" dt="2024-11-18T03:42:44.196" v="293" actId="1076"/>
        <pc:sldMkLst>
          <pc:docMk/>
          <pc:sldMk cId="0" sldId="267"/>
        </pc:sldMkLst>
        <pc:spChg chg="add mod">
          <ac:chgData name="润庭 邓" userId="dd4ed0c4d3e1c47b" providerId="LiveId" clId="{BAFCF92E-0C91-4003-8058-34CA0648CA9B}" dt="2024-11-18T03:42:11.628" v="190" actId="1076"/>
          <ac:spMkLst>
            <pc:docMk/>
            <pc:sldMk cId="0" sldId="267"/>
            <ac:spMk id="33" creationId="{A7FB8F9F-59B9-0630-0F86-30B8B62F6821}"/>
          </ac:spMkLst>
        </pc:spChg>
        <pc:spChg chg="add mod">
          <ac:chgData name="润庭 邓" userId="dd4ed0c4d3e1c47b" providerId="LiveId" clId="{BAFCF92E-0C91-4003-8058-34CA0648CA9B}" dt="2024-11-18T03:42:44.196" v="293" actId="1076"/>
          <ac:spMkLst>
            <pc:docMk/>
            <pc:sldMk cId="0" sldId="267"/>
            <ac:spMk id="35" creationId="{6CB2B487-FCBB-076D-0DC7-3FEE5868CBCF}"/>
          </ac:spMkLst>
        </pc:spChg>
        <pc:picChg chg="del">
          <ac:chgData name="润庭 邓" userId="dd4ed0c4d3e1c47b" providerId="LiveId" clId="{BAFCF92E-0C91-4003-8058-34CA0648CA9B}" dt="2024-11-18T03:38:14.968" v="0" actId="478"/>
          <ac:picMkLst>
            <pc:docMk/>
            <pc:sldMk cId="0" sldId="267"/>
            <ac:picMk id="34" creationId="{5342552C-FE33-C1B6-308C-AD12BD2C7EC1}"/>
          </ac:picMkLst>
        </pc:picChg>
      </pc:sldChg>
      <pc:sldChg chg="addSp modSp mod">
        <pc:chgData name="润庭 邓" userId="dd4ed0c4d3e1c47b" providerId="LiveId" clId="{BAFCF92E-0C91-4003-8058-34CA0648CA9B}" dt="2024-11-18T03:54:19.173" v="959" actId="1076"/>
        <pc:sldMkLst>
          <pc:docMk/>
          <pc:sldMk cId="0" sldId="268"/>
        </pc:sldMkLst>
        <pc:spChg chg="add mod">
          <ac:chgData name="润庭 邓" userId="dd4ed0c4d3e1c47b" providerId="LiveId" clId="{BAFCF92E-0C91-4003-8058-34CA0648CA9B}" dt="2024-11-18T03:51:30.753" v="590" actId="20577"/>
          <ac:spMkLst>
            <pc:docMk/>
            <pc:sldMk cId="0" sldId="268"/>
            <ac:spMk id="33" creationId="{5F1CE901-7CBE-2767-05D9-5E0B3FF08D34}"/>
          </ac:spMkLst>
        </pc:spChg>
        <pc:spChg chg="add mod">
          <ac:chgData name="润庭 邓" userId="dd4ed0c4d3e1c47b" providerId="LiveId" clId="{BAFCF92E-0C91-4003-8058-34CA0648CA9B}" dt="2024-11-18T03:51:18.659" v="555" actId="1076"/>
          <ac:spMkLst>
            <pc:docMk/>
            <pc:sldMk cId="0" sldId="268"/>
            <ac:spMk id="34" creationId="{AFFC0EED-3B29-A4C8-C13A-1F6ACAA9FF32}"/>
          </ac:spMkLst>
        </pc:spChg>
        <pc:spChg chg="add mod">
          <ac:chgData name="润庭 邓" userId="dd4ed0c4d3e1c47b" providerId="LiveId" clId="{BAFCF92E-0C91-4003-8058-34CA0648CA9B}" dt="2024-11-18T03:53:10.350" v="802" actId="20577"/>
          <ac:spMkLst>
            <pc:docMk/>
            <pc:sldMk cId="0" sldId="268"/>
            <ac:spMk id="35" creationId="{4FA14693-39F6-EE91-045E-A726AEAE2222}"/>
          </ac:spMkLst>
        </pc:spChg>
        <pc:spChg chg="add mod">
          <ac:chgData name="润庭 邓" userId="dd4ed0c4d3e1c47b" providerId="LiveId" clId="{BAFCF92E-0C91-4003-8058-34CA0648CA9B}" dt="2024-11-18T03:54:19.173" v="959" actId="1076"/>
          <ac:spMkLst>
            <pc:docMk/>
            <pc:sldMk cId="0" sldId="268"/>
            <ac:spMk id="36" creationId="{FCCB223B-2768-404D-C99E-584445AF6AE7}"/>
          </ac:spMkLst>
        </pc:spChg>
      </pc:sldChg>
      <pc:sldChg chg="addSp modSp mod">
        <pc:chgData name="润庭 邓" userId="dd4ed0c4d3e1c47b" providerId="LiveId" clId="{BAFCF92E-0C91-4003-8058-34CA0648CA9B}" dt="2024-11-18T03:56:43.192" v="1155" actId="20577"/>
        <pc:sldMkLst>
          <pc:docMk/>
          <pc:sldMk cId="0" sldId="269"/>
        </pc:sldMkLst>
        <pc:spChg chg="add mod">
          <ac:chgData name="润庭 邓" userId="dd4ed0c4d3e1c47b" providerId="LiveId" clId="{BAFCF92E-0C91-4003-8058-34CA0648CA9B}" dt="2024-11-18T03:56:43.192" v="1155" actId="20577"/>
          <ac:spMkLst>
            <pc:docMk/>
            <pc:sldMk cId="0" sldId="269"/>
            <ac:spMk id="33" creationId="{CA7B88B4-4EA8-C200-F06C-19FAC6DEF206}"/>
          </ac:spMkLst>
        </pc:spChg>
      </pc:sldChg>
      <pc:sldChg chg="addSp delSp modSp mod">
        <pc:chgData name="润庭 邓" userId="dd4ed0c4d3e1c47b" providerId="LiveId" clId="{BAFCF92E-0C91-4003-8058-34CA0648CA9B}" dt="2024-11-18T04:02:03.409" v="1200" actId="20577"/>
        <pc:sldMkLst>
          <pc:docMk/>
          <pc:sldMk cId="0" sldId="270"/>
        </pc:sldMkLst>
        <pc:spChg chg="add del mod">
          <ac:chgData name="润庭 邓" userId="dd4ed0c4d3e1c47b" providerId="LiveId" clId="{BAFCF92E-0C91-4003-8058-34CA0648CA9B}" dt="2024-11-18T04:01:31.473" v="1159" actId="478"/>
          <ac:spMkLst>
            <pc:docMk/>
            <pc:sldMk cId="0" sldId="270"/>
            <ac:spMk id="33" creationId="{CFD3DCBB-336B-FEA7-B7D0-8D0641EFF66F}"/>
          </ac:spMkLst>
        </pc:spChg>
        <pc:spChg chg="add mod">
          <ac:chgData name="润庭 邓" userId="dd4ed0c4d3e1c47b" providerId="LiveId" clId="{BAFCF92E-0C91-4003-8058-34CA0648CA9B}" dt="2024-11-18T04:02:03.409" v="1200" actId="20577"/>
          <ac:spMkLst>
            <pc:docMk/>
            <pc:sldMk cId="0" sldId="270"/>
            <ac:spMk id="34" creationId="{EBBA91CD-5B9C-047D-7976-72F3F01EABCC}"/>
          </ac:spMkLst>
        </pc:spChg>
        <pc:picChg chg="mod">
          <ac:chgData name="润庭 邓" userId="dd4ed0c4d3e1c47b" providerId="LiveId" clId="{BAFCF92E-0C91-4003-8058-34CA0648CA9B}" dt="2024-11-18T04:00:54.961" v="1157" actId="1076"/>
          <ac:picMkLst>
            <pc:docMk/>
            <pc:sldMk cId="0" sldId="270"/>
            <ac:picMk id="184" creationId="{00000000-0000-0000-0000-000000000000}"/>
          </ac:picMkLst>
        </pc:picChg>
      </pc:sldChg>
      <pc:sldChg chg="addSp modSp mod">
        <pc:chgData name="润庭 邓" userId="dd4ed0c4d3e1c47b" providerId="LiveId" clId="{BAFCF92E-0C91-4003-8058-34CA0648CA9B}" dt="2024-11-18T04:05:32.251" v="1220" actId="20577"/>
        <pc:sldMkLst>
          <pc:docMk/>
          <pc:sldMk cId="0" sldId="271"/>
        </pc:sldMkLst>
        <pc:spChg chg="add mod">
          <ac:chgData name="润庭 邓" userId="dd4ed0c4d3e1c47b" providerId="LiveId" clId="{BAFCF92E-0C91-4003-8058-34CA0648CA9B}" dt="2024-11-18T04:05:32.251" v="1220" actId="20577"/>
          <ac:spMkLst>
            <pc:docMk/>
            <pc:sldMk cId="0" sldId="271"/>
            <ac:spMk id="33" creationId="{B849AC6B-45F0-D375-F3B4-6F4050F1D575}"/>
          </ac:spMkLst>
        </pc:spChg>
      </pc:sldChg>
      <pc:sldChg chg="addSp modSp mod">
        <pc:chgData name="润庭 邓" userId="dd4ed0c4d3e1c47b" providerId="LiveId" clId="{BAFCF92E-0C91-4003-8058-34CA0648CA9B}" dt="2024-11-18T04:08:56.459" v="1349" actId="20577"/>
        <pc:sldMkLst>
          <pc:docMk/>
          <pc:sldMk cId="0" sldId="272"/>
        </pc:sldMkLst>
        <pc:spChg chg="add mod">
          <ac:chgData name="润庭 邓" userId="dd4ed0c4d3e1c47b" providerId="LiveId" clId="{BAFCF92E-0C91-4003-8058-34CA0648CA9B}" dt="2024-11-18T04:08:56.459" v="1349" actId="20577"/>
          <ac:spMkLst>
            <pc:docMk/>
            <pc:sldMk cId="0" sldId="272"/>
            <ac:spMk id="33" creationId="{96FE26E1-0856-3641-DBB6-72F92C62D3CF}"/>
          </ac:spMkLst>
        </pc:spChg>
      </pc:sldChg>
      <pc:sldChg chg="addSp modSp mod">
        <pc:chgData name="润庭 邓" userId="dd4ed0c4d3e1c47b" providerId="LiveId" clId="{BAFCF92E-0C91-4003-8058-34CA0648CA9B}" dt="2024-11-18T07:31:59.211" v="1500" actId="1076"/>
        <pc:sldMkLst>
          <pc:docMk/>
          <pc:sldMk cId="0" sldId="273"/>
        </pc:sldMkLst>
        <pc:spChg chg="add mod">
          <ac:chgData name="润庭 邓" userId="dd4ed0c4d3e1c47b" providerId="LiveId" clId="{BAFCF92E-0C91-4003-8058-34CA0648CA9B}" dt="2024-11-18T07:31:59.211" v="1500" actId="1076"/>
          <ac:spMkLst>
            <pc:docMk/>
            <pc:sldMk cId="0" sldId="273"/>
            <ac:spMk id="33" creationId="{076638BD-A198-9D68-7198-7E654CDC52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86" name="Google Shape;86;p13" descr="01 Video 49D (#4 of 5) 00m0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5EFB37-4289-A45D-1EF6-881538E60894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C5E148-8FA6-6CE1-B3CD-CDA5CA28F6A9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F95E1A-CCDB-0DA8-DBCE-8F9F7B5D2881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A784B1-7903-29B8-A0AC-F570387EAE22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E65FAA-E750-FD59-7B6C-D694C235227C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053EAC51-C781-D505-C5D4-291D117499F1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38F953F0-C26D-305E-4B2A-636EAFEF2609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746F0ADB-FA89-20E3-BCAB-614B02137422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7F07B2FD-5B4D-1148-7ACE-27D52D401822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3E1CC6DC-C892-0DC9-17C3-21DF2670F88E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BF764BCA-2782-E9B5-66AB-845EDF8B5FB8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B052A105-9FB0-C07A-5740-A8BB82E2BD4C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D3B44D6A-3D50-DC4F-53F0-A26931D5D814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2041886A-2A52-451C-D47C-C10425BC526D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3EF5C20A-4C72-992B-DA19-FCE184B30EE9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FA51B6EF-B976-7855-4C13-E1186C5C2F0E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6949E032-D27E-318B-AE5F-1F5BE5251B1F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68BF9C52-EDA8-7230-711C-8270B06F0CD4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E46DAA28-CBBC-B7BF-1CBF-E176FFA47708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0416C369-7869-6E39-9B93-7CACDF928B10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8A22C2AB-1BCF-F2E6-D42C-75872B1FDCA6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ED419B29-7A73-C51E-EBC9-1B01519CAF7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4888C609-1800-3B75-574A-F937AF3D1E02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F012BAAB-FDC7-9249-4A43-774691BC663C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4EAB664E-09E1-97CF-B26F-32323D0976BD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8FA28A21-E1EA-2BEE-80D6-255971CA8EEF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88CC5052-B875-E831-637B-FB7C52E8D63F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36C5360F-D76C-A169-C986-964330DE527F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A77C0EBB-4160-CB53-0711-7F85E0969A6E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74F48075-BC03-5C38-B90B-02BBBB2C97E3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9DC9AF2A-B640-45A6-AD07-7EA4C34986AD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93" name="Google Shape;93;p14" descr="02 Main Points 00m1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B5F9370-C26F-7968-BA7A-2CCF9F9BBF75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B0A868-6655-EAF3-D57C-6F5DCCD6D8DA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A7C022-7774-5E4E-DEF5-D2F7986A40CE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095FC-06B1-7355-5112-AF8F2CC30596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847051-7B47-F128-BBF2-C0C3940DBBBB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48C65AC2-4B4D-3F16-3725-1D33A273A6A4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66D0DCC9-7A21-BC73-CD30-FE87F0F17B5E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0579C3D6-1C44-62AF-6D88-E2E9F8FCC5CF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2BE154F4-75CA-2721-7C33-CBC5D5BB8E9D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04F33337-6819-3562-F9B6-8A7024782EA5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0E1A14A4-783F-2958-FBD2-C05E73E209E3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BE6F1205-64F6-9196-8962-A8FF63C0B64F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56C77702-49E4-A98C-3875-D3010A03E29B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005921CF-8EB2-8B05-1EE8-282F9049F223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1EA9E115-C06A-2A0E-DC1E-132E779FD4AB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1ACC355F-77E2-B063-6799-06723591FEDF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81675532-59E5-D95C-908D-E8DB066B82A5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CCBF738C-A266-FBDD-6CE0-22A714B68740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8032D8CF-37D1-5D26-574A-0AFAC053C50E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F7828438-C282-E976-8B60-32F2F95EECB9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BD40D1B2-F7D1-769C-F09B-A0C94A44931F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8C28B627-E5DC-C00A-DF82-26C3248E97CF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90168157-4BD9-A99F-69D2-1580F43647EE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CDC94135-4692-F990-941B-7896C91B7CEB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C788954D-BC75-BC01-B42A-CD8FF7CB840C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4489462E-DF9F-24CC-B7E2-EB0982DC76E3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ACE464B5-5C35-9DE1-C476-843A2F09DF49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C380DF96-0F2B-73DA-6D52-9041633EB6C8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7898A600-A2AA-6268-1A67-B8BA29D233A7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29A92630-C30F-3529-5EC0-F76C8AF521DF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CBCF0B92-F84F-4AE1-18DA-F38EA67EB04A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0" name="Google Shape;100;p15" descr="03 Weak Rally, Then MA Gap Bars  Possible Start of Bear Leg 02m1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A68A07E-4312-3375-CFD9-6AE61893C513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E6D425-1F18-D8AD-5672-DFADD68A2779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7FEA45-5697-FEB4-E1EC-978476A8ACC0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D3D3D4-57E3-4DE8-EC0E-187F8D5EC0F3}"/>
              </a:ext>
            </a:extLst>
          </p:cNvPr>
          <p:cNvSpPr txBox="1"/>
          <p:nvPr/>
        </p:nvSpPr>
        <p:spPr>
          <a:xfrm>
            <a:off x="3105943" y="3803103"/>
            <a:ext cx="4413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开盘的上涨趋势，但是大多数都是</a:t>
            </a:r>
            <a:r>
              <a:rPr lang="en-US" altLang="zh-CN" dirty="0">
                <a:solidFill>
                  <a:srgbClr val="CE1DD3"/>
                </a:solidFill>
              </a:rPr>
              <a:t>doji</a:t>
            </a:r>
            <a:r>
              <a:rPr lang="zh-CN" altLang="en-US" dirty="0">
                <a:solidFill>
                  <a:srgbClr val="CE1DD3"/>
                </a:solidFill>
              </a:rPr>
              <a:t>，跟随不是很强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7E5E80-30FD-3204-2E19-78AB30B0D09E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A3C363FD-C07C-3521-59E8-DADF50E61500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9F4ECE14-4CCC-40A1-8B08-809AB0A305A8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E3258FED-5797-73D2-6A86-749C1133EC87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B1A510F9-814F-2A6C-5C85-48B6BB118B69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195BC019-734A-50A3-E2D2-DAA8D5214D15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07A00E5E-F7AD-7061-003A-BF693F66B814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272DCDBB-2853-A05B-2FC1-F1790F7524C1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1CBA4BDC-0D86-0FE9-3757-D419D0DE9889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DF7FE3C6-6414-5C69-609E-ADD51EA99A7A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9E648B95-9004-65EE-E95A-90BD4A60467A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44C6F338-C384-DC7A-DA26-362B696F0984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B76C0BB9-D9A4-305E-4DA1-F8613C8B925D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2F169C6F-13FD-7622-2E0D-8A9F8C7E920F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CB2AFDCF-783E-A362-A712-42D251DECAD7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4383F9EA-D9C1-3528-4D12-B8A7FBB31783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D70770A9-8D31-DF17-1438-96CEB227DD33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3913BB50-BE1A-40B4-80A4-0B7BA02372D6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B15B594B-C7B9-752D-97C5-A89510855984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08EB1DFE-416B-FB2C-1DDE-A6870E03BCD2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1777D710-76A5-0D9A-7B03-3DD5B50BC849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1D984F63-918A-829C-01D3-934A8FD89384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6D8FB4E3-3FAD-7432-2C92-FC9D96E19EC8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D6B1064B-30FF-E67B-2C67-81A8865D31E4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658CBD64-C7B6-61BA-7486-0AFFE89C190D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7A8EFA21-D0EC-A80D-A127-921DECDF5AD0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5F5BD78A-4834-18B1-E68F-F39A519C623F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8D9AE36-D28E-A476-548E-C803BB48A524}"/>
              </a:ext>
            </a:extLst>
          </p:cNvPr>
          <p:cNvSpPr txBox="1"/>
          <p:nvPr/>
        </p:nvSpPr>
        <p:spPr>
          <a:xfrm>
            <a:off x="636631" y="1394218"/>
            <a:ext cx="20697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低开反转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外包阳线，连续阳线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收在之前阳线高点上方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en-US" altLang="zh-CN" dirty="0">
                <a:solidFill>
                  <a:srgbClr val="AF8647"/>
                </a:solidFill>
              </a:rPr>
              <a:t>AIL</a:t>
            </a:r>
            <a:r>
              <a:rPr lang="zh-CN" altLang="en-US" dirty="0">
                <a:solidFill>
                  <a:srgbClr val="AF8647"/>
                </a:solidFill>
              </a:rPr>
              <a:t>，价格可能涨的更高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8AA3C3-058B-CD7F-816F-76EA7B39766A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88018CD-3819-A1A3-CB64-6DA2DB6314CC}"/>
              </a:ext>
            </a:extLst>
          </p:cNvPr>
          <p:cNvSpPr txBox="1"/>
          <p:nvPr/>
        </p:nvSpPr>
        <p:spPr>
          <a:xfrm>
            <a:off x="11371201" y="108528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大阳线突破，但是没有跟随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每次突破的缺口很快被补上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61F3563-A04B-C4DE-E138-26F33DA2FF02}"/>
              </a:ext>
            </a:extLst>
          </p:cNvPr>
          <p:cNvSpPr txBox="1"/>
          <p:nvPr/>
        </p:nvSpPr>
        <p:spPr>
          <a:xfrm>
            <a:off x="558768" y="633328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大阳线收盘买入</a:t>
            </a:r>
          </a:p>
        </p:txBody>
      </p:sp>
      <p:cxnSp>
        <p:nvCxnSpPr>
          <p:cNvPr id="37" name="Google Shape;124;p14">
            <a:extLst>
              <a:ext uri="{FF2B5EF4-FFF2-40B4-BE49-F238E27FC236}">
                <a16:creationId xmlns:a16="http://schemas.microsoft.com/office/drawing/2014/main" id="{0D9F8C08-D9A0-B9B0-3811-B3E3A8F94BFA}"/>
              </a:ext>
            </a:extLst>
          </p:cNvPr>
          <p:cNvCxnSpPr>
            <a:cxnSpLocks/>
          </p:cNvCxnSpPr>
          <p:nvPr/>
        </p:nvCxnSpPr>
        <p:spPr>
          <a:xfrm flipH="1">
            <a:off x="2680003" y="6252039"/>
            <a:ext cx="1208951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7" name="Google Shape;107;p16" descr="04 Bears Make Money in Rally  Possible Bull Leg in TR 04m4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B06E42-1F0A-DB38-FAFC-CA10D58E2733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0060CA-6143-CD37-D56F-3197065A40BA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412309-0AEE-DD24-2976-A18C35FFF6A8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643098-18B0-E33E-A4F0-06D90B0D5B02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4D4276-38B0-7AFB-B407-3258FCDDF0DD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7A3973B1-8CD2-FEC1-D72A-5BBBCAA88616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B6488024-2FB3-BA10-130E-1C4EBE2DD5A5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0AB5B2D1-4B54-1FD4-2192-842608EC628E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9ED4B0D6-536B-CAE8-05D2-7760C7A43F8E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8EDB7B1D-62F1-7897-6696-660A16AFD355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3EE2718D-3907-5878-FF6B-07638A42519B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DD01A708-26F6-E8A1-3D23-6C777F52567F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25AA78AD-5E7A-8C0E-E477-B390F542E672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8CEC117D-2F37-0242-4CA8-B1A2C1064D3E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5A9DEDC6-A5AF-CFF7-EB1C-EE8795225E97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C2355B21-3777-2497-15E3-F210849C09EB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FA504C43-ED55-93D5-DBA5-F8C6112FF1B1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B6DBACDE-4279-1B17-B088-D59DD1652C62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6567E3CE-6BDD-F87F-43A4-F9834E5B6D1B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C01336B6-4D94-E679-C37C-D65FF0AA6057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B02D9A98-4202-BF20-647D-D35200FAFD74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7BDDB86E-662F-4E91-0472-A492269D57B2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087CB92C-5035-9267-3A9B-F7DF7258EB74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4A5E8184-FE0B-09C4-8CCD-80D6BA75543A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9218F143-EE41-4DF2-0570-9F52D491551B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B7000429-5F37-211E-AC46-6BA488433BD7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2BE834F2-9073-9FA1-92AB-364DB76BEBEA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2A30BA20-DAA4-CC37-8F13-2EE9BA0799BA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0DFDD397-A64F-56D0-B434-3361DB0C13D6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E6F699E2-EF2F-BA92-2FDB-F3C058CB1B5C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DB66DC8D-7678-F0B2-D1A4-A8A0ABE2A87F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E61F993-2CC2-70D5-B0DB-646C1D7748C0}"/>
              </a:ext>
            </a:extLst>
          </p:cNvPr>
          <p:cNvSpPr txBox="1"/>
          <p:nvPr/>
        </p:nvSpPr>
        <p:spPr>
          <a:xfrm>
            <a:off x="3097273" y="2179049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限价单空头赚钱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所以不是很强的上涨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D306951-142A-87C0-68D9-F7C7D0AFC396}"/>
              </a:ext>
            </a:extLst>
          </p:cNvPr>
          <p:cNvSpPr txBox="1"/>
          <p:nvPr/>
        </p:nvSpPr>
        <p:spPr>
          <a:xfrm>
            <a:off x="7117140" y="5343135"/>
            <a:ext cx="3175869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把这个看作一段下跌</a:t>
            </a:r>
            <a:endParaRPr lang="en-US" altLang="zh-CN" b="1" dirty="0"/>
          </a:p>
          <a:p>
            <a:r>
              <a:rPr lang="zh-CN" altLang="en-US" b="1" dirty="0"/>
              <a:t>当前的上涨属于回调</a:t>
            </a:r>
            <a:endParaRPr lang="en-US" altLang="zh-CN" b="1" dirty="0"/>
          </a:p>
          <a:p>
            <a:r>
              <a:rPr lang="zh-CN" altLang="en-US" b="1" dirty="0"/>
              <a:t>回调到了</a:t>
            </a:r>
            <a:r>
              <a:rPr lang="en-US" altLang="zh-CN" b="1" dirty="0"/>
              <a:t>EMA</a:t>
            </a:r>
            <a:r>
              <a:rPr lang="zh-CN" altLang="en-US" b="1" dirty="0"/>
              <a:t>，形成</a:t>
            </a:r>
            <a:r>
              <a:rPr lang="en-US" altLang="zh-CN" b="1" dirty="0"/>
              <a:t>MAG</a:t>
            </a:r>
            <a:r>
              <a:rPr lang="zh-CN" altLang="en-US" b="1" dirty="0"/>
              <a:t>，可能是</a:t>
            </a:r>
            <a:r>
              <a:rPr lang="en-US" altLang="zh-CN" b="1" dirty="0"/>
              <a:t>FF</a:t>
            </a:r>
          </a:p>
          <a:p>
            <a:r>
              <a:rPr lang="zh-CN" altLang="en-US" b="1" dirty="0"/>
              <a:t>那么说明还有一段下跌很快来到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14" name="Google Shape;114;p17" descr="05 Bear BO After Weak Rally  Possible Start of Bear Swing in TR Day 08m1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D0D00C-7428-CB69-C683-CCA78DAF5D26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EE3527-8D42-EFE0-152D-D38BA327E853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3D6C6A-ACE4-B2A4-3D1C-E7EA655CAF09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B85F37-FC41-EDF7-6B61-9EFAD8C7B0CF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090854-793B-FB8E-3820-9D1A7908AADB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85627AA4-C2FF-336F-8E10-D40C6F51BDF7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34F325B6-AAD1-88C1-88EB-DE4196A60C10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8346EF23-1C3E-346E-6B87-D686984BD88A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8319EDF0-9853-6BC0-0CD5-2E27EDF1B660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2BDE67E8-082C-E34C-03E7-A5643316B43E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E239132D-CD6B-8ED3-EF36-FC6C79EE979F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188C3066-0263-FED6-56E4-BB479037DE6F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BF2B390E-9210-0369-44E4-879B040BCFD6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D22A773A-86D8-F9F9-CC46-E3A40088DAE7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A4B03D1C-1D24-647F-5CBB-84E54FC6BB8A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83FAAF36-76CA-F4B0-BF23-FDF2F362DCE0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4EB20CFC-DEBE-5DBC-BCBD-C58E8AC641B6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14348711-FA08-BFE4-53EC-85075F03AD6F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F5AF1FC7-D7BA-7E9A-DB6C-E66F1AB9A314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E89A1515-D3B4-046A-FCFC-132F67E69EC6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C6CCE365-AD57-E9A0-6BD8-430F8B5FE8DB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E23DA78F-E062-B023-46A6-ECDFCB67C5BD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195174E1-0C83-D825-7FA8-B817871E675D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6FD69FA2-A76A-4345-7CDA-0A0CD615140F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3BF314FD-F4AE-5788-C9DE-E64941BFA5A4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3EEBBAA5-746D-612F-B479-8EF7004B34C0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25F61073-0570-2BBE-43B5-C13DE91C7A44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749A0D85-2058-9F0D-8671-DC22378BDBA2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92B7DD5B-0910-4732-3638-47D906F953F8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FCB20049-59DA-75F9-0FE3-44DDD335FE21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9B0589B9-AF65-A7D1-27D1-F7A68FE9E423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6E495B9-AD51-9D57-6BD5-8547317CD2AC}"/>
              </a:ext>
            </a:extLst>
          </p:cNvPr>
          <p:cNvSpPr txBox="1"/>
          <p:nvPr/>
        </p:nvSpPr>
        <p:spPr>
          <a:xfrm>
            <a:off x="5267596" y="6682870"/>
            <a:ext cx="48013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如果</a:t>
            </a:r>
            <a:r>
              <a:rPr lang="en-US" altLang="zh-CN" dirty="0">
                <a:solidFill>
                  <a:srgbClr val="316B93"/>
                </a:solidFill>
              </a:rPr>
              <a:t>MTR</a:t>
            </a:r>
            <a:r>
              <a:rPr lang="zh-CN" altLang="en-US" dirty="0">
                <a:solidFill>
                  <a:srgbClr val="316B93"/>
                </a:solidFill>
              </a:rPr>
              <a:t>发生在窄通道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那么通常只是小反转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这里的下降通道很窄，想要期待一个</a:t>
            </a:r>
            <a:r>
              <a:rPr lang="en-US" altLang="zh-CN" dirty="0">
                <a:solidFill>
                  <a:srgbClr val="316B93"/>
                </a:solidFill>
              </a:rPr>
              <a:t>HL MTR</a:t>
            </a:r>
            <a:r>
              <a:rPr lang="zh-CN" altLang="en-US" dirty="0">
                <a:solidFill>
                  <a:srgbClr val="316B93"/>
                </a:solidFill>
              </a:rPr>
              <a:t>，可能性不大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8C44408-4415-EBA3-CF71-0FBC1C39E0CF}"/>
              </a:ext>
            </a:extLst>
          </p:cNvPr>
          <p:cNvSpPr txBox="1"/>
          <p:nvPr/>
        </p:nvSpPr>
        <p:spPr>
          <a:xfrm>
            <a:off x="957654" y="1295400"/>
            <a:ext cx="19207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空头突破，出现放弃</a:t>
            </a:r>
            <a:r>
              <a:rPr lang="en-US" altLang="zh-CN" dirty="0">
                <a:solidFill>
                  <a:srgbClr val="AF8647"/>
                </a:solidFill>
              </a:rPr>
              <a:t>K</a:t>
            </a:r>
          </a:p>
          <a:p>
            <a:r>
              <a:rPr lang="zh-CN" altLang="en-US" dirty="0">
                <a:solidFill>
                  <a:srgbClr val="AF8647"/>
                </a:solidFill>
              </a:rPr>
              <a:t>出现</a:t>
            </a:r>
            <a:r>
              <a:rPr lang="en-US" altLang="zh-CN" dirty="0">
                <a:solidFill>
                  <a:srgbClr val="AF8647"/>
                </a:solidFill>
              </a:rPr>
              <a:t>FOMO</a:t>
            </a:r>
          </a:p>
          <a:p>
            <a:r>
              <a:rPr lang="en-US" altLang="zh-CN" dirty="0">
                <a:solidFill>
                  <a:srgbClr val="AF8647"/>
                </a:solidFill>
              </a:rPr>
              <a:t>2</a:t>
            </a:r>
            <a:r>
              <a:rPr lang="en-US" altLang="zh-CN" baseline="30000" dirty="0">
                <a:solidFill>
                  <a:srgbClr val="AF8647"/>
                </a:solidFill>
              </a:rPr>
              <a:t>nd</a:t>
            </a:r>
            <a:r>
              <a:rPr lang="en-US" altLang="zh-CN" dirty="0">
                <a:solidFill>
                  <a:srgbClr val="AF8647"/>
                </a:solidFill>
              </a:rPr>
              <a:t> </a:t>
            </a:r>
            <a:r>
              <a:rPr lang="zh-CN" altLang="en-US" dirty="0">
                <a:solidFill>
                  <a:srgbClr val="AF8647"/>
                </a:solidFill>
              </a:rPr>
              <a:t>下跌可能性大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E9AF377-72E5-30DE-B9A5-430C546E9F5F}"/>
              </a:ext>
            </a:extLst>
          </p:cNvPr>
          <p:cNvSpPr txBox="1"/>
          <p:nvPr/>
        </p:nvSpPr>
        <p:spPr>
          <a:xfrm>
            <a:off x="3071750" y="4139527"/>
            <a:ext cx="3236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楔形顶，空头卖出信号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多头会在这里止盈，空头会在这里做空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45126E2-30EC-FFDF-ED38-9709AE0576F4}"/>
              </a:ext>
            </a:extLst>
          </p:cNvPr>
          <p:cNvSpPr txBox="1"/>
          <p:nvPr/>
        </p:nvSpPr>
        <p:spPr>
          <a:xfrm>
            <a:off x="8851708" y="3019433"/>
            <a:ext cx="2818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看到了放弃</a:t>
            </a:r>
            <a:r>
              <a:rPr lang="en-US" altLang="zh-CN" dirty="0">
                <a:solidFill>
                  <a:srgbClr val="AF8647"/>
                </a:solidFill>
              </a:rPr>
              <a:t>K</a:t>
            </a:r>
            <a:r>
              <a:rPr lang="zh-CN" altLang="en-US" dirty="0">
                <a:solidFill>
                  <a:srgbClr val="AF8647"/>
                </a:solidFill>
              </a:rPr>
              <a:t>再卖，有更高的胜率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1" name="Google Shape;121;p18" descr="06 Bear Swing or TR  Bears Will Sell LH 10m0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8E24E521-593C-2019-491B-AB457222CE7C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B55B75F-8AB1-DBCB-EB26-B7C53149FBF5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E98A055-1EE4-9866-3F2D-135AC1F2D5DD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F7A27F7-D94A-9CAC-9FAC-C3394F436B84}"/>
              </a:ext>
            </a:extLst>
          </p:cNvPr>
          <p:cNvSpPr txBox="1"/>
          <p:nvPr/>
        </p:nvSpPr>
        <p:spPr>
          <a:xfrm>
            <a:off x="6309956" y="3220105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卖向上突破</a:t>
            </a:r>
            <a:r>
              <a:rPr lang="en-US" altLang="zh-CN" dirty="0">
                <a:solidFill>
                  <a:srgbClr val="CE1DD3"/>
                </a:solidFill>
              </a:rPr>
              <a:t>EMA</a:t>
            </a:r>
            <a:r>
              <a:rPr lang="zh-CN" altLang="en-US" dirty="0">
                <a:solidFill>
                  <a:srgbClr val="CE1DD3"/>
                </a:solidFill>
              </a:rPr>
              <a:t>的阳线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尤其是影线很长</a:t>
            </a:r>
            <a:endParaRPr lang="en-US" altLang="zh-CN" dirty="0">
              <a:solidFill>
                <a:srgbClr val="CE1DD3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B262693-BEE4-89FC-F992-4DA0BA502C66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69" name="Google Shape;59;p14">
            <a:extLst>
              <a:ext uri="{FF2B5EF4-FFF2-40B4-BE49-F238E27FC236}">
                <a16:creationId xmlns:a16="http://schemas.microsoft.com/office/drawing/2014/main" id="{FF4D873E-2DEE-40C7-2C6F-927CD33DEC01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0" name="Google Shape;60;p14">
            <a:extLst>
              <a:ext uri="{FF2B5EF4-FFF2-40B4-BE49-F238E27FC236}">
                <a16:creationId xmlns:a16="http://schemas.microsoft.com/office/drawing/2014/main" id="{87409277-8F83-D9E2-8EE9-CD4CDC7158B1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1" name="Google Shape;113;p14">
            <a:extLst>
              <a:ext uri="{FF2B5EF4-FFF2-40B4-BE49-F238E27FC236}">
                <a16:creationId xmlns:a16="http://schemas.microsoft.com/office/drawing/2014/main" id="{E6C2A026-0DAE-DD7D-8804-EE8377D512CB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2" name="Google Shape;114;p14">
            <a:extLst>
              <a:ext uri="{FF2B5EF4-FFF2-40B4-BE49-F238E27FC236}">
                <a16:creationId xmlns:a16="http://schemas.microsoft.com/office/drawing/2014/main" id="{FAF5E60C-12E7-8BDC-43B6-131AB16F8AE0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73" name="Google Shape;115;p14">
            <a:extLst>
              <a:ext uri="{FF2B5EF4-FFF2-40B4-BE49-F238E27FC236}">
                <a16:creationId xmlns:a16="http://schemas.microsoft.com/office/drawing/2014/main" id="{AE769ECD-DC24-5210-0EAC-49113D29D7C1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116;p14">
            <a:extLst>
              <a:ext uri="{FF2B5EF4-FFF2-40B4-BE49-F238E27FC236}">
                <a16:creationId xmlns:a16="http://schemas.microsoft.com/office/drawing/2014/main" id="{3471711B-C0AA-82D3-84DB-E89833D0EA71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120;p14">
            <a:extLst>
              <a:ext uri="{FF2B5EF4-FFF2-40B4-BE49-F238E27FC236}">
                <a16:creationId xmlns:a16="http://schemas.microsoft.com/office/drawing/2014/main" id="{1C5D330D-BEC4-F058-10BF-46D8FBA8209B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6" name="Google Shape;121;p14">
            <a:extLst>
              <a:ext uri="{FF2B5EF4-FFF2-40B4-BE49-F238E27FC236}">
                <a16:creationId xmlns:a16="http://schemas.microsoft.com/office/drawing/2014/main" id="{B413F1EB-FB1B-F90C-603C-DE4736E8F264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7" name="Google Shape;118;p14">
            <a:extLst>
              <a:ext uri="{FF2B5EF4-FFF2-40B4-BE49-F238E27FC236}">
                <a16:creationId xmlns:a16="http://schemas.microsoft.com/office/drawing/2014/main" id="{20CC0EC8-8CD7-C251-7FFF-1101B4758A30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119;p14">
            <a:extLst>
              <a:ext uri="{FF2B5EF4-FFF2-40B4-BE49-F238E27FC236}">
                <a16:creationId xmlns:a16="http://schemas.microsoft.com/office/drawing/2014/main" id="{E9C5E2CB-99CD-3BC9-AD62-B24FB3A16E77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123;p14">
            <a:extLst>
              <a:ext uri="{FF2B5EF4-FFF2-40B4-BE49-F238E27FC236}">
                <a16:creationId xmlns:a16="http://schemas.microsoft.com/office/drawing/2014/main" id="{47121BC3-06E1-8B70-6950-AE47EB13E52B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0" name="Google Shape;124;p14">
            <a:extLst>
              <a:ext uri="{FF2B5EF4-FFF2-40B4-BE49-F238E27FC236}">
                <a16:creationId xmlns:a16="http://schemas.microsoft.com/office/drawing/2014/main" id="{98D6179B-5D7D-A576-C5A1-216D29E870EE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1" name="Google Shape;65;p14">
            <a:extLst>
              <a:ext uri="{FF2B5EF4-FFF2-40B4-BE49-F238E27FC236}">
                <a16:creationId xmlns:a16="http://schemas.microsoft.com/office/drawing/2014/main" id="{43D09B21-6FAF-622B-8E76-E8B206F2D78A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2" name="Google Shape;67;p14">
            <a:extLst>
              <a:ext uri="{FF2B5EF4-FFF2-40B4-BE49-F238E27FC236}">
                <a16:creationId xmlns:a16="http://schemas.microsoft.com/office/drawing/2014/main" id="{6B6BF622-9668-F445-1CB5-3758708848FD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3" name="Google Shape;98;p14">
            <a:extLst>
              <a:ext uri="{FF2B5EF4-FFF2-40B4-BE49-F238E27FC236}">
                <a16:creationId xmlns:a16="http://schemas.microsoft.com/office/drawing/2014/main" id="{84909C41-395E-9436-9543-7F9686872DB6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4" name="Google Shape;99;p14">
            <a:extLst>
              <a:ext uri="{FF2B5EF4-FFF2-40B4-BE49-F238E27FC236}">
                <a16:creationId xmlns:a16="http://schemas.microsoft.com/office/drawing/2014/main" id="{729317C5-DEB1-711A-8285-6F5398108D0E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5" name="Google Shape;74;p14">
            <a:extLst>
              <a:ext uri="{FF2B5EF4-FFF2-40B4-BE49-F238E27FC236}">
                <a16:creationId xmlns:a16="http://schemas.microsoft.com/office/drawing/2014/main" id="{DE23F2D7-6EC5-6E9C-CB08-DD7C975B65E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6" name="Google Shape;75;p14">
            <a:extLst>
              <a:ext uri="{FF2B5EF4-FFF2-40B4-BE49-F238E27FC236}">
                <a16:creationId xmlns:a16="http://schemas.microsoft.com/office/drawing/2014/main" id="{FC5138C7-B1D6-2B77-BB51-4512532CA948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7" name="Google Shape;100;p14">
            <a:extLst>
              <a:ext uri="{FF2B5EF4-FFF2-40B4-BE49-F238E27FC236}">
                <a16:creationId xmlns:a16="http://schemas.microsoft.com/office/drawing/2014/main" id="{3E05FFD3-E9F6-7243-4EF7-B27B69FF91D0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8" name="Google Shape;101;p14">
            <a:extLst>
              <a:ext uri="{FF2B5EF4-FFF2-40B4-BE49-F238E27FC236}">
                <a16:creationId xmlns:a16="http://schemas.microsoft.com/office/drawing/2014/main" id="{06171DDB-8F67-1B95-0E02-488008FA1EE9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9" name="Rectangle 218">
            <a:extLst>
              <a:ext uri="{FF2B5EF4-FFF2-40B4-BE49-F238E27FC236}">
                <a16:creationId xmlns:a16="http://schemas.microsoft.com/office/drawing/2014/main" id="{92448153-FF12-762E-E8DE-F1423C2AAB17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0" name="Rectangle 328">
            <a:extLst>
              <a:ext uri="{FF2B5EF4-FFF2-40B4-BE49-F238E27FC236}">
                <a16:creationId xmlns:a16="http://schemas.microsoft.com/office/drawing/2014/main" id="{CB0C9757-08E2-64E1-4914-CA46F414CF06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1" name="Rectangle 331">
            <a:extLst>
              <a:ext uri="{FF2B5EF4-FFF2-40B4-BE49-F238E27FC236}">
                <a16:creationId xmlns:a16="http://schemas.microsoft.com/office/drawing/2014/main" id="{AFC7F86D-A42E-C0DF-BB89-4EE0C0AA974A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2" name="Rectangle 108">
            <a:extLst>
              <a:ext uri="{FF2B5EF4-FFF2-40B4-BE49-F238E27FC236}">
                <a16:creationId xmlns:a16="http://schemas.microsoft.com/office/drawing/2014/main" id="{827A0B13-2F46-8982-C1E2-93443C383364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3" name="Rectangle 220">
            <a:extLst>
              <a:ext uri="{FF2B5EF4-FFF2-40B4-BE49-F238E27FC236}">
                <a16:creationId xmlns:a16="http://schemas.microsoft.com/office/drawing/2014/main" id="{C37C663B-ED20-419C-2AE4-BE940CEEEDDB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94" name="Google Shape;115;p14">
            <a:extLst>
              <a:ext uri="{FF2B5EF4-FFF2-40B4-BE49-F238E27FC236}">
                <a16:creationId xmlns:a16="http://schemas.microsoft.com/office/drawing/2014/main" id="{FE3F0C90-9060-5FFE-3435-CA19CCE079DF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FC968E1E-0309-579D-A810-B7C6B6E2F6F7}"/>
              </a:ext>
            </a:extLst>
          </p:cNvPr>
          <p:cNvSpPr txBox="1"/>
          <p:nvPr/>
        </p:nvSpPr>
        <p:spPr>
          <a:xfrm>
            <a:off x="751703" y="1317013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卖突破</a:t>
            </a:r>
            <a:r>
              <a:rPr lang="en-US" altLang="zh-CN" dirty="0">
                <a:solidFill>
                  <a:srgbClr val="BA1C20"/>
                </a:solidFill>
              </a:rPr>
              <a:t>k</a:t>
            </a:r>
            <a:r>
              <a:rPr lang="zh-CN" altLang="en-US" dirty="0">
                <a:solidFill>
                  <a:srgbClr val="BA1C20"/>
                </a:solidFill>
              </a:rPr>
              <a:t>或者跟随</a:t>
            </a:r>
            <a:r>
              <a:rPr lang="en-US" altLang="zh-CN" dirty="0">
                <a:solidFill>
                  <a:srgbClr val="BA1C20"/>
                </a:solidFill>
              </a:rPr>
              <a:t>k</a:t>
            </a:r>
            <a:r>
              <a:rPr lang="zh-CN" altLang="en-US" dirty="0">
                <a:solidFill>
                  <a:srgbClr val="BA1C20"/>
                </a:solidFill>
              </a:rPr>
              <a:t>的收盘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DCC80D2-F289-C355-28FB-53628A9145B9}"/>
              </a:ext>
            </a:extLst>
          </p:cNvPr>
          <p:cNvSpPr txBox="1"/>
          <p:nvPr/>
        </p:nvSpPr>
        <p:spPr>
          <a:xfrm>
            <a:off x="751703" y="210644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卖不好的买入信号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1F6BBB2-7520-D727-A858-F837DA939BCD}"/>
              </a:ext>
            </a:extLst>
          </p:cNvPr>
          <p:cNvSpPr txBox="1"/>
          <p:nvPr/>
        </p:nvSpPr>
        <p:spPr>
          <a:xfrm>
            <a:off x="8859301" y="2250334"/>
            <a:ext cx="3235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卖</a:t>
            </a:r>
            <a:r>
              <a:rPr lang="en-US" altLang="zh-CN" dirty="0">
                <a:solidFill>
                  <a:srgbClr val="AF8647"/>
                </a:solidFill>
              </a:rPr>
              <a:t>LH</a:t>
            </a:r>
          </a:p>
          <a:p>
            <a:r>
              <a:rPr lang="zh-CN" altLang="en-US" dirty="0">
                <a:solidFill>
                  <a:srgbClr val="AF8647"/>
                </a:solidFill>
              </a:rPr>
              <a:t>出现</a:t>
            </a:r>
            <a:r>
              <a:rPr lang="en-US" altLang="zh-CN" dirty="0">
                <a:solidFill>
                  <a:srgbClr val="AF8647"/>
                </a:solidFill>
              </a:rPr>
              <a:t>LH</a:t>
            </a:r>
            <a:r>
              <a:rPr lang="zh-CN" altLang="en-US" dirty="0">
                <a:solidFill>
                  <a:srgbClr val="AF8647"/>
                </a:solidFill>
              </a:rPr>
              <a:t>卖也是合理的，可能是</a:t>
            </a:r>
            <a:r>
              <a:rPr lang="en-US" altLang="zh-CN" dirty="0">
                <a:solidFill>
                  <a:srgbClr val="AF8647"/>
                </a:solidFill>
              </a:rPr>
              <a:t>LH MTR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BFD8F0A-9C86-8ECE-E7E9-A3DA26DC85C0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8" name="Google Shape;128;p19" descr="07 Late Bear BO  Possible Exhaustion Gap 12m4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A65A6E8-0BB3-6FB0-F77C-9088F517364F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F4E0C0-5B70-B58F-AEA0-249DED97A52C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B37D3C-DDA5-9F1F-C5CB-51A3FC4A6282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5B84CD-DA2B-19FF-7B70-EB85742BB277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AA6DC-267C-D4CB-D21C-1490532416C6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51038A81-6D26-ADC5-ECCC-220DC0D111BF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5BDC0921-03AE-A7CA-5E68-CBC99137D988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B31FF29E-7A3D-865D-5D47-097B7610AC6F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FE3AB088-9A80-8FAB-51FB-D27BFA64FC97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F543332D-72D8-C4B6-167E-9814F23CC184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495644DB-25EB-EA03-A6AA-C43E8C77202E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C6A6FC1C-2651-6600-2D23-02E0BD0A0EC2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BFB86C55-08DC-6937-BF9C-2A069717B716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8D58D104-6EE9-626E-951B-C2BA1CABBEE0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01953BD1-936B-7D56-5B45-E7EF873B964C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950B3D60-B60F-8A11-2A58-1DEEB39A46F5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1602D6FA-7ADA-B615-91B3-0620EEE054E1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F55BEC2E-28DE-633C-EF23-A18ECE80752D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2DFF5501-AA9A-6782-A8C7-09A8F440D050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3E5AF72A-A1C2-9B6F-BDA7-7799536EB1CF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C8A6D0CF-04BF-5A2C-8AD9-FCC607A94004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979EA029-1E65-FF59-7C12-38C6F370DE6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AB706D20-532D-F0DE-5559-C781DABC5A4E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F083ADAF-3D53-62D2-7753-6C83D71E84F0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1315138A-0028-8690-24A2-AD18B4FE626A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13A034EE-0F06-AE22-1ADF-EE1DFC50D096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C2243700-9432-722C-3076-114BDC7795CD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1903D2DB-A755-46E9-67F1-13EABA6559A5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0A363433-19DF-4F31-CA76-4E3AD5A53CE3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F4121AB2-3336-2F42-30F2-76FFE290FEA0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1921A008-0AAF-D94D-51C8-89B7F54D4554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11F018C-9C82-59C8-8B49-743F29FDFE77}"/>
              </a:ext>
            </a:extLst>
          </p:cNvPr>
          <p:cNvSpPr txBox="1"/>
          <p:nvPr/>
        </p:nvSpPr>
        <p:spPr>
          <a:xfrm>
            <a:off x="685800" y="1402775"/>
            <a:ext cx="21178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连续强势阴线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超过</a:t>
            </a:r>
            <a:r>
              <a:rPr lang="en-US" altLang="zh-CN" dirty="0">
                <a:solidFill>
                  <a:srgbClr val="BA1C20"/>
                </a:solidFill>
              </a:rPr>
              <a:t>20</a:t>
            </a:r>
            <a:r>
              <a:rPr lang="zh-CN" altLang="en-US" dirty="0">
                <a:solidFill>
                  <a:srgbClr val="BA1C20"/>
                </a:solidFill>
              </a:rPr>
              <a:t>多根</a:t>
            </a:r>
            <a:r>
              <a:rPr lang="en-US" altLang="zh-CN" dirty="0">
                <a:solidFill>
                  <a:srgbClr val="BA1C20"/>
                </a:solidFill>
              </a:rPr>
              <a:t>K</a:t>
            </a:r>
            <a:r>
              <a:rPr lang="zh-CN" altLang="en-US" dirty="0">
                <a:solidFill>
                  <a:srgbClr val="BA1C20"/>
                </a:solidFill>
              </a:rPr>
              <a:t>的</a:t>
            </a:r>
            <a:r>
              <a:rPr lang="en-US" altLang="zh-CN" dirty="0">
                <a:solidFill>
                  <a:srgbClr val="BA1C20"/>
                </a:solidFill>
              </a:rPr>
              <a:t>bear leg</a:t>
            </a:r>
          </a:p>
          <a:p>
            <a:r>
              <a:rPr lang="zh-CN" altLang="en-US" dirty="0">
                <a:solidFill>
                  <a:srgbClr val="BA1C20"/>
                </a:solidFill>
              </a:rPr>
              <a:t>可能是</a:t>
            </a:r>
            <a:r>
              <a:rPr lang="en-US" altLang="zh-CN" dirty="0">
                <a:solidFill>
                  <a:srgbClr val="BA1C20"/>
                </a:solidFill>
              </a:rPr>
              <a:t>ExGap</a:t>
            </a:r>
            <a:r>
              <a:rPr lang="zh-CN" altLang="en-US" dirty="0">
                <a:solidFill>
                  <a:srgbClr val="BA1C20"/>
                </a:solidFill>
              </a:rPr>
              <a:t>或者</a:t>
            </a:r>
            <a:r>
              <a:rPr lang="en-US" altLang="zh-CN" dirty="0">
                <a:solidFill>
                  <a:srgbClr val="BA1C20"/>
                </a:solidFill>
              </a:rPr>
              <a:t>MGap</a:t>
            </a:r>
          </a:p>
          <a:p>
            <a:r>
              <a:rPr lang="zh-CN" altLang="en-US" dirty="0">
                <a:solidFill>
                  <a:srgbClr val="BA1C20"/>
                </a:solidFill>
              </a:rPr>
              <a:t>阴线体积不是很大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所以不是很高潮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35" name="Google Shape;135;p20" descr="08 Bear Channel  Bears See Every Rally as Bear Flag 14m3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1DC95B-5496-0B78-CCC2-D088BBF95DC4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781562-FA20-23EE-9D67-923A131FE39C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920E94-206C-261B-BF36-66AD29D62532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B5D20F-46F7-CECF-BFC8-694112ADC479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F9500C-44E4-0C35-EC5B-09300966F0CD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64CC5646-C4FD-E505-089B-315922CD1D65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48055CD0-0855-7EB4-1FC1-ECCEEFB2291A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5CA31596-67AF-69E8-67D2-B5A6BA7D9D52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DD55B3A6-53DD-56C9-346C-37E3AF2E6DD0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622116EF-E6C8-7787-EEF6-06F3DB2D5215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89ED5A55-F539-699A-29BB-06580BF3B1CC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10B599DF-EDC1-9348-7519-3197196A20AC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7935BC96-AA7F-FEF9-B421-2C0CB0D31D62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25062384-80AB-430B-8A17-1C11CD864CB2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6A38B514-07E7-0883-ED3A-AD3D316C9AD9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2B654FC2-B5EF-A51D-81F7-20812109F053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4475429F-CA38-1ECC-2949-79753A539893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E31E94A0-F34A-790A-C6D5-86642AB0B31A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F39293A6-C8C4-4940-98B3-ECFFAEC60DA5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29751808-9983-A21A-2CE5-F69FD35432AB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A98B931D-8431-A814-ABE8-3E75CEC408C4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43A4E78D-EA1B-D81F-0E1B-785EF2CFCC58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6BD11F5B-3EDA-6D49-6119-064E78512B65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41EE0863-0106-39A2-9212-4BA61305675E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2A77F7E9-A187-71F2-C859-339E2A2550B7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C0805E2B-FD3A-1210-CDD4-C715F3A7362D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C005CA84-751A-6816-F883-3413D55E8396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ACAB2723-9654-9E60-CA45-2076365EFC6A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C9055DE9-A194-B240-87BF-DC36D5189EA5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DB8E63E2-5A40-88FD-EA72-32362AB95AF1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678F9082-938A-C263-BA25-85BC407B61CD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F9B17D3-B61F-05E0-5103-B1A73A631E9D}"/>
              </a:ext>
            </a:extLst>
          </p:cNvPr>
          <p:cNvSpPr txBox="1"/>
          <p:nvPr/>
        </p:nvSpPr>
        <p:spPr>
          <a:xfrm>
            <a:off x="8834714" y="970846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抛售高潮顶部，形成双顶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2" name="Google Shape;142;p21" descr="09 Huge Bear BO Late in Bear Trend  Reversal up Soon 15m3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9D6FCC9-F888-E4FB-FC6B-206B5DD9DB6D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F1EDF4-0039-106D-16B6-42D182DD327B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C40A91-3D46-97E4-27D3-E70D947DB8E4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EA2BFA-1D64-90A4-AD16-BC8008DED9F0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F98B5A-F40B-31BB-AE53-4C425DDD5E8E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4C1F6097-87EB-E6C0-5A9E-305E9A287689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ABC05B85-90B8-481E-2CD4-CA030DC905D4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CCC6CB5D-017F-D409-8784-735E6496C973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8E1E2BF4-0C15-8470-E7E5-C96B09D4FB4B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0DC1EDB7-C3EB-C6BD-112E-616E4266CBA4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3B28ACEE-7908-8790-0DEA-DB0F95D33665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F0666E47-9FDC-A9F3-9DB2-DD57993E37E4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501BCE0A-FABC-5FF9-90D7-9E349584F898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33FDB698-827B-2171-34D5-8716B3C2D023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3C068E80-E2B2-87BE-DAA8-1B7D3146F3E6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F112303C-13BB-594B-1A6B-412D63A8E252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47B9813E-4A7C-028C-9A84-76D3D12C90AC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21AC4303-08E8-8849-2408-FAB95E5625BC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1E2DB66A-3B87-84E1-2966-04F340F65485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BC3E977A-CCA3-EBA9-DC87-6AC8CF6A146A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75C24FA5-7242-76BB-3DEE-6967EA84AAC7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C0C797EE-E333-70FF-C802-813C27571170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54DFA8A7-C5D9-0A2D-6D4D-CFE435B972F6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FBC83B48-4C5C-97F1-FFB2-81336FE9DADA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37BDCAE7-86DC-6D8C-BA87-85969F56C84A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D9982B86-8384-9241-D359-84FFAB6E9EBE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E60F91B2-29D1-4FB2-864F-5EDEEED7A669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A6EB5CB7-DF8A-E20B-9CA3-2383B10E6551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3D67B033-77B3-A0AE-C8A6-81C0D3721720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B8D61B8A-B9F7-AC7D-A1F0-1608BA899947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BE17B6CE-8E3D-6E99-6463-DCF6D0438DBD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C06E6EC-3AD7-9387-3DD9-9CE3780F4939}"/>
              </a:ext>
            </a:extLst>
          </p:cNvPr>
          <p:cNvSpPr txBox="1"/>
          <p:nvPr/>
        </p:nvSpPr>
        <p:spPr>
          <a:xfrm>
            <a:off x="8241499" y="1374795"/>
            <a:ext cx="27238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通常最大的连续阴线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出现在超过</a:t>
            </a:r>
            <a:r>
              <a:rPr lang="en-US" altLang="zh-CN" dirty="0">
                <a:solidFill>
                  <a:srgbClr val="BA1C20"/>
                </a:solidFill>
              </a:rPr>
              <a:t>20</a:t>
            </a:r>
            <a:r>
              <a:rPr lang="zh-CN" altLang="en-US" dirty="0">
                <a:solidFill>
                  <a:srgbClr val="BA1C20"/>
                </a:solidFill>
              </a:rPr>
              <a:t>根</a:t>
            </a:r>
            <a:r>
              <a:rPr lang="en-US" altLang="zh-CN" dirty="0">
                <a:solidFill>
                  <a:srgbClr val="BA1C20"/>
                </a:solidFill>
              </a:rPr>
              <a:t>k</a:t>
            </a:r>
            <a:r>
              <a:rPr lang="zh-CN" altLang="en-US" dirty="0">
                <a:solidFill>
                  <a:srgbClr val="BA1C20"/>
                </a:solidFill>
              </a:rPr>
              <a:t>的下降趋势中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更可能是</a:t>
            </a:r>
            <a:r>
              <a:rPr lang="en-US" altLang="zh-CN" dirty="0">
                <a:solidFill>
                  <a:srgbClr val="BA1C20"/>
                </a:solidFill>
              </a:rPr>
              <a:t>EGap</a:t>
            </a:r>
            <a:r>
              <a:rPr lang="zh-CN" altLang="en-US" dirty="0">
                <a:solidFill>
                  <a:srgbClr val="BA1C20"/>
                </a:solidFill>
              </a:rPr>
              <a:t>，而不是</a:t>
            </a:r>
            <a:r>
              <a:rPr lang="en-US" altLang="zh-CN" dirty="0">
                <a:solidFill>
                  <a:srgbClr val="BA1C20"/>
                </a:solidFill>
              </a:rPr>
              <a:t>MGap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606BE34-82C0-79A0-A627-4B1FEC5C048F}"/>
              </a:ext>
            </a:extLst>
          </p:cNvPr>
          <p:cNvSpPr txBox="1"/>
          <p:nvPr/>
        </p:nvSpPr>
        <p:spPr>
          <a:xfrm>
            <a:off x="8291054" y="2873663"/>
            <a:ext cx="21996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空头突破下跌通道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所以</a:t>
            </a:r>
            <a:r>
              <a:rPr lang="en-US" altLang="zh-CN" dirty="0">
                <a:solidFill>
                  <a:srgbClr val="316B93"/>
                </a:solidFill>
              </a:rPr>
              <a:t>75%</a:t>
            </a:r>
            <a:r>
              <a:rPr lang="zh-CN" altLang="en-US" dirty="0">
                <a:solidFill>
                  <a:srgbClr val="316B93"/>
                </a:solidFill>
              </a:rPr>
              <a:t>的概率反转向上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在</a:t>
            </a:r>
            <a:r>
              <a:rPr lang="en-US" altLang="zh-CN" dirty="0">
                <a:solidFill>
                  <a:srgbClr val="316B93"/>
                </a:solidFill>
              </a:rPr>
              <a:t>5</a:t>
            </a:r>
            <a:r>
              <a:rPr lang="zh-CN" altLang="en-US" dirty="0">
                <a:solidFill>
                  <a:srgbClr val="316B93"/>
                </a:solidFill>
              </a:rPr>
              <a:t>根</a:t>
            </a:r>
            <a:r>
              <a:rPr lang="en-US" altLang="zh-CN" dirty="0">
                <a:solidFill>
                  <a:srgbClr val="316B93"/>
                </a:solidFill>
              </a:rPr>
              <a:t>K</a:t>
            </a:r>
            <a:r>
              <a:rPr lang="zh-CN" altLang="en-US" dirty="0">
                <a:solidFill>
                  <a:srgbClr val="316B93"/>
                </a:solidFill>
              </a:rPr>
              <a:t>内测试通道的顶部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6E02DFD-348D-55BF-91B8-C85A1FD468D2}"/>
              </a:ext>
            </a:extLst>
          </p:cNvPr>
          <p:cNvSpPr txBox="1"/>
          <p:nvPr/>
        </p:nvSpPr>
        <p:spPr>
          <a:xfrm>
            <a:off x="7852599" y="4218642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通常至少小的</a:t>
            </a:r>
            <a:r>
              <a:rPr lang="en-US" altLang="zh-CN" dirty="0">
                <a:solidFill>
                  <a:srgbClr val="AF8647"/>
                </a:solidFill>
              </a:rPr>
              <a:t>2</a:t>
            </a:r>
            <a:r>
              <a:rPr lang="zh-CN" altLang="en-US" dirty="0">
                <a:solidFill>
                  <a:srgbClr val="AF8647"/>
                </a:solidFill>
              </a:rPr>
              <a:t>腿下跌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9" name="Google Shape;149;p22" descr="10 Huge Bear BO Late in Bear Trend  Bulls Buy Bear Close 17m3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68B4A8C-202B-E757-F50D-5AF661E102BA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5509C-A4FD-ACD2-E562-8F42E3A30A96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27C97F-D2B1-6AF1-2AA6-9815AFB938C5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F83CC5-C6E0-481F-52C7-731F97208C77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180ABE-40E5-9020-8102-3073D464E6AB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A1DE30EB-6EE6-4D6B-6779-EEECEED30CBD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8B31068C-EEBE-ED1E-F4B7-C1801E5C67A3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6C5C7454-914F-4F03-28A8-0F9F89A71BFE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C608C6B5-A828-D098-413D-E337768CC99B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1F2B1686-2DE0-4480-4C00-195E0864AF52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C5EA9DC3-8AEC-7658-227C-92B89CA89A2F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96348068-3D69-CA42-796A-D98C1FC9C75E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E6F1745D-422E-C9CC-9FC0-829832BF377C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74E07DA6-0D81-3F41-65F6-9B2105648FEF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31B194B8-E6FB-5A4C-2941-B560D83FA073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6C1653A6-E192-29D8-9B27-8D15266326AD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5B41F2D8-F515-86E3-089F-38BCCDCF7E3D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BA459A41-098B-AEB6-83A5-204C26BDDF8A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191E7074-FDFB-E3BB-D11A-554C594A5691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2E482836-19B9-76AC-05FE-EAE70E08E8FE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4BD3B799-8CC9-F798-004A-D711620604D6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1F9F6D47-DEC8-9661-A467-A7693AE3C385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03FDEC0E-D7E0-1613-A8E3-E25C98A522B6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D3FC8F39-89A1-099C-1B1C-C7A4C2DFC9EC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5BEFBB69-DFC9-B3F9-CD2A-B53E53364E6D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90F235CA-D533-AA59-E09E-366DF259CCCB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424FE76E-56E1-9FFD-3168-A142E8AA8357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29F8317E-9E32-A8A1-9677-321880C4745B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06F99132-660F-182D-1A25-24AB2C7228F6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814BBBD1-B476-C380-563B-0A1689DF3BD2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381A591B-ACDE-C784-6F7D-8E56D037EA28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68922BA-5565-62E7-98D0-7B1F406772C4}"/>
              </a:ext>
            </a:extLst>
          </p:cNvPr>
          <p:cNvSpPr txBox="1"/>
          <p:nvPr/>
        </p:nvSpPr>
        <p:spPr>
          <a:xfrm>
            <a:off x="10994834" y="7337234"/>
            <a:ext cx="583814" cy="30777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MDB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C559325-10CA-C421-D0DF-FCC01445519A}"/>
              </a:ext>
            </a:extLst>
          </p:cNvPr>
          <p:cNvSpPr txBox="1"/>
          <p:nvPr/>
        </p:nvSpPr>
        <p:spPr>
          <a:xfrm>
            <a:off x="6767360" y="1393062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卖收盘的空头失望了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买回空头头寸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8CC619E-AE64-9556-C553-F96B09C611A6}"/>
              </a:ext>
            </a:extLst>
          </p:cNvPr>
          <p:cNvSpPr txBox="1"/>
          <p:nvPr/>
        </p:nvSpPr>
        <p:spPr>
          <a:xfrm>
            <a:off x="5887311" y="2329257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激进的多头买小阴线跟随的收盘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或者反转阳线的收盘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01D8DB4-B46D-27DD-D6FE-3A04F82249FD}"/>
              </a:ext>
            </a:extLst>
          </p:cNvPr>
          <p:cNvSpPr txBox="1"/>
          <p:nvPr/>
        </p:nvSpPr>
        <p:spPr>
          <a:xfrm>
            <a:off x="5917608" y="3034076"/>
            <a:ext cx="16995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等到连续</a:t>
            </a:r>
            <a:r>
              <a:rPr lang="en-US" altLang="zh-CN" dirty="0">
                <a:solidFill>
                  <a:srgbClr val="CE1DD3"/>
                </a:solidFill>
              </a:rPr>
              <a:t>3-4</a:t>
            </a:r>
            <a:r>
              <a:rPr lang="zh-CN" altLang="en-US" dirty="0">
                <a:solidFill>
                  <a:srgbClr val="CE1DD3"/>
                </a:solidFill>
              </a:rPr>
              <a:t>跟阳线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收在一半以上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强势上涨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再做多胜率更高</a:t>
            </a:r>
            <a:endParaRPr lang="en-US" altLang="zh-CN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56" name="Google Shape;156;p23" descr="11 Buy The Close Rally  At End of Day 20m0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C9BE5EB-8F78-E237-9A42-6ABDF658660E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981B58-6122-9CCB-4C69-BAE5979F10EE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E7DE50-78FB-E77F-CB4B-E9AB9A3EF477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BB39FE-FA96-9F54-FCFE-5356816D1789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FE8AE7-694E-56EC-5135-AE6340A91E33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E89FFF20-E36C-3EDC-03B1-658C6808A3BC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5A16095E-E2E6-06B3-FEA0-A97F59B91EA4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C89F8E39-8D76-501D-737B-EB36BD3BFDA3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61D3FA93-3115-1791-EDBE-74B92E78A92F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3FA58626-8BC8-AC55-E65B-C81CFB809BFE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09A25EFE-3799-2AC7-6348-9DE9BC1D7643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ED3798E7-DF66-F147-B9F5-F0C1341DCEA5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E3CE5F6A-0DA9-0CFC-6D96-7E15824C6BA3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C19CBE36-4457-B887-201C-DE40C12A5240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929B7F64-5FC3-C594-BB2B-AC7B5C9F8FDE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18ABBA31-9AEB-7C24-42B1-AA407CB7164F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4F66C921-8A19-34C1-63F1-6DD07C146403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E5228244-4FBA-48B4-83A7-9DFD7FF624C9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0151AB03-9A3D-301E-BEBF-29A32658C342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961EC8DD-6D70-BB24-47B5-8D59A096EBE2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4CA5748C-10F3-D1B9-16C2-FAED35437508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26037957-2DDF-4290-2267-A5AD41BBD6C7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DCFE5654-7611-6126-7961-7660DA5B7117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97C5AAA9-C8E1-B307-C4C6-E0D06290D7CC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2A69CA0C-C0B5-8D3F-6ABA-73E0C28CED7E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ACC36247-B838-F253-3691-F2839C070A75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F7E27A6F-704E-6BC8-5A6D-CD004A27C52A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665DA435-312B-75AB-7EF5-BD0DD08B9CAE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FE669DB8-1263-CB57-326E-04B9B70136CF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256254B2-05EE-EBCF-3EA1-2722606568CD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7BC4702E-65F9-88DD-0C39-E5CCC928D4C7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3E91D99-0CC3-20D9-6EE2-F8E96B2C161C}"/>
              </a:ext>
            </a:extLst>
          </p:cNvPr>
          <p:cNvSpPr txBox="1"/>
          <p:nvPr/>
        </p:nvSpPr>
        <p:spPr>
          <a:xfrm>
            <a:off x="8847136" y="3424845"/>
            <a:ext cx="2937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如果距离目标不足一个</a:t>
            </a:r>
            <a:r>
              <a:rPr lang="en-US" altLang="zh-CN" dirty="0">
                <a:solidFill>
                  <a:srgbClr val="CE1DD3"/>
                </a:solidFill>
              </a:rPr>
              <a:t>scalp</a:t>
            </a:r>
            <a:r>
              <a:rPr lang="zh-CN" altLang="en-US" dirty="0">
                <a:solidFill>
                  <a:srgbClr val="CE1DD3"/>
                </a:solidFill>
              </a:rPr>
              <a:t>的利润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那么很多多头就不会继续买收盘了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63" name="Google Shape;163;p24" descr="12 When Not Clear  TR Open Is Likely 22m2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FB4AB8-7578-484D-65D7-0A3D52DB7E5C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FD0F05-F9D2-44D1-F438-9768EFA80B09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E750BA-48FB-75BA-27F5-6F55A8F80B4E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D88DE7-27F7-1100-8319-F089D30FA8AA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36B582-5B38-E307-CB97-802862BAC35A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AAA503F5-FF29-1D6E-57D6-FF119DEA75F5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7FF6718F-4B84-231D-2FA6-6CB20C88A0BC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D8E64522-FA3D-0F17-786B-47BC329B1DEC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6295D2F9-CC72-719A-2961-93931E43B737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241F74AC-2333-98E0-987E-B4C37BD846B5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A7F1DDB9-DE2F-61EA-F7D3-5E52533CC475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6D66E744-8C6E-1D47-3CEC-87DD3B07ECC4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5DBFA8C4-9B51-4832-51AA-55B5D461F2E8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CBA8DE65-18D3-E66A-8C2F-27DD0789810A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D9B975EF-7D91-A798-3F7C-72CD675A08A4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AC0E9CE0-8040-0CA0-7240-6F7D5C3F8EAE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DE96D061-E8E3-336B-FB3D-330E6BA23928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73C7B075-FB41-C5ED-86F5-375E6D935ACD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78935065-86B5-A6B6-768A-A31CC647DD93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F78330EA-B506-A0FB-E7C7-447898EC39E4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2855C691-090E-2A62-0600-DCA0AF38563A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BF30C9B0-64E2-F1E4-47B7-1ED952338C66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7451DEB0-3D7D-D5D0-1B34-407AA070827E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28EE3628-C2CA-6338-52FD-A51FBB45237B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6927B2AD-4B74-6BD3-FDB5-22BDDBD8F796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8675A1BF-93D3-F61C-8E45-46569B31490F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74D590FD-63C0-CBD0-A091-DFC1D3C08A09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A58A68EC-13F5-00E7-5EAA-B73183EBDAF7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C8D69B7C-486A-4A9F-AED9-C6C49427A66D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B7BAE137-E658-28FC-8E0B-3FFF95C26852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CD1C1AEE-35B8-ED0C-1E32-822B6A08D654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A7FB8F9F-59B9-0630-0F86-30B8B62F6821}"/>
              </a:ext>
            </a:extLst>
          </p:cNvPr>
          <p:cNvSpPr txBox="1"/>
          <p:nvPr/>
        </p:nvSpPr>
        <p:spPr>
          <a:xfrm>
            <a:off x="9087423" y="1108982"/>
            <a:ext cx="37753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高开，两个阳线，第二个比较强，所以</a:t>
            </a:r>
            <a:r>
              <a:rPr lang="en-US" altLang="zh-CN" dirty="0">
                <a:solidFill>
                  <a:srgbClr val="256824"/>
                </a:solidFill>
              </a:rPr>
              <a:t>AIL</a:t>
            </a:r>
          </a:p>
          <a:p>
            <a:r>
              <a:rPr lang="zh-CN" altLang="en-US" dirty="0">
                <a:solidFill>
                  <a:srgbClr val="256824"/>
                </a:solidFill>
              </a:rPr>
              <a:t>可以波段买入，但是等待更强的突破胜率更高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（虽然是两根阳线，但是基本重叠在一起）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CB2B487-FCBB-076D-0DC7-3FEE5868CBCF}"/>
              </a:ext>
            </a:extLst>
          </p:cNvPr>
          <p:cNvSpPr txBox="1"/>
          <p:nvPr/>
        </p:nvSpPr>
        <p:spPr>
          <a:xfrm>
            <a:off x="470961" y="2557660"/>
            <a:ext cx="5020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16B93"/>
                </a:solidFill>
              </a:rPr>
              <a:t>Stop buy</a:t>
            </a:r>
            <a:r>
              <a:rPr lang="zh-CN" altLang="en-US" dirty="0">
                <a:solidFill>
                  <a:srgbClr val="316B93"/>
                </a:solidFill>
              </a:rPr>
              <a:t>触发了，但是马上反转向下，第三根收了一个大阴线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0" name="Google Shape;170;p25" descr="13 Without Strong Trend Bars  TR Likely 24m0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11FE9F2-3F50-79FD-5603-3176CBD201FE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C67D83-93AC-1EF2-29CC-ED00F6CC02CB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263204-725B-4A2A-C6C2-74EDCD43A304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7DE064-3B60-F833-964D-5CAE0DB505B0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9CD1D2-BC8A-C922-101E-A83153BEE28D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40F30833-B74D-2F41-7889-6E002B4E3970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4EFDB9DA-E3CA-D5F8-206F-D25DB96798D6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6BA126B4-DF4D-D97C-8024-AF74BCA7900F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ED85C638-2CFF-DF60-4FE5-229BE5C3C568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13256F93-1E20-78BD-FC26-60565D18D950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D2F874E9-5396-4347-9D31-D631E4A3D679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B60DD291-402A-C208-F1F4-B95F0D3A3DAC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78511CCF-EF8E-AC65-4C28-1101D837A75C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35C22796-3ECD-8E8B-4DD9-C64372D35E17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51DD6DED-1616-0F3B-8041-B786108E26FF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5FBC628C-70ED-13E7-EE37-D96B6F6FCE2D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4ED3CFBF-8A42-9D83-B332-1249B3F187D2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BFBA11F7-2EE3-2D3E-FD6A-D8A92135CA66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0461A317-2DBC-61CF-A838-A0D1476E5B35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27A0821C-FE2F-3321-241F-C2BBE1B957D9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9A212A42-81E6-F896-8036-C216EE81C60E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0D374F23-C987-ED34-451E-92ACBE8BC45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C29654DA-5924-0CB5-87F2-3352310335EE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11B63BD6-744C-4A96-7E1D-23196B8A469E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95B07042-DFA4-C316-4E94-9274FDD1A73E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AF3BB451-B231-9BB4-4716-73735C6384C7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60FCB978-B347-424F-1241-85B0D98A0260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D13E4F19-FF61-6E6D-A2C4-253C20ECD130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F25A8050-1E1D-DAC1-865D-3F895231F109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05712394-93A8-505F-7970-BDBBC4E6B790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8582B53D-166E-4872-8FD1-EAFF4F2F7125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F1CE901-7CBE-2767-05D9-5E0B3FF08D34}"/>
              </a:ext>
            </a:extLst>
          </p:cNvPr>
          <p:cNvSpPr txBox="1"/>
          <p:nvPr/>
        </p:nvSpPr>
        <p:spPr>
          <a:xfrm>
            <a:off x="435792" y="2434743"/>
            <a:ext cx="4421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没有连续大阴线，下跌跟随很差，所以可能是</a:t>
            </a:r>
            <a:r>
              <a:rPr lang="en-US" altLang="zh-CN" dirty="0">
                <a:solidFill>
                  <a:srgbClr val="316B93"/>
                </a:solidFill>
              </a:rPr>
              <a:t>bear leg</a:t>
            </a:r>
          </a:p>
          <a:p>
            <a:r>
              <a:rPr lang="zh-CN" altLang="en-US" dirty="0">
                <a:solidFill>
                  <a:srgbClr val="316B93"/>
                </a:solidFill>
              </a:rPr>
              <a:t>也就意味着</a:t>
            </a:r>
            <a:r>
              <a:rPr lang="en-US" altLang="zh-CN" dirty="0">
                <a:solidFill>
                  <a:srgbClr val="316B93"/>
                </a:solidFill>
              </a:rPr>
              <a:t>bull leg</a:t>
            </a:r>
            <a:r>
              <a:rPr lang="zh-CN" altLang="en-US" dirty="0">
                <a:solidFill>
                  <a:srgbClr val="316B93"/>
                </a:solidFill>
              </a:rPr>
              <a:t>某刻可能会到来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FFC0EED-3B29-A4C8-C13A-1F6ACAA9FF32}"/>
              </a:ext>
            </a:extLst>
          </p:cNvPr>
          <p:cNvSpPr txBox="1"/>
          <p:nvPr/>
        </p:nvSpPr>
        <p:spPr>
          <a:xfrm>
            <a:off x="4857195" y="5527265"/>
            <a:ext cx="21595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回调很小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跟突破点之间的重叠很小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实体缺口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FA14693-39F6-EE91-045E-A726AEAE2222}"/>
              </a:ext>
            </a:extLst>
          </p:cNvPr>
          <p:cNvSpPr txBox="1"/>
          <p:nvPr/>
        </p:nvSpPr>
        <p:spPr>
          <a:xfrm>
            <a:off x="8789557" y="3085260"/>
            <a:ext cx="32367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强势交易者直到小回调下跌趋势的风险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当弱</a:t>
            </a:r>
            <a:r>
              <a:rPr lang="en-US" altLang="zh-CN" dirty="0">
                <a:solidFill>
                  <a:srgbClr val="CE1DD3"/>
                </a:solidFill>
              </a:rPr>
              <a:t>leg</a:t>
            </a:r>
            <a:r>
              <a:rPr lang="zh-CN" altLang="en-US" dirty="0">
                <a:solidFill>
                  <a:srgbClr val="CE1DD3"/>
                </a:solidFill>
              </a:rPr>
              <a:t>不断的创造出</a:t>
            </a:r>
            <a:r>
              <a:rPr lang="en-US" altLang="zh-CN" dirty="0">
                <a:solidFill>
                  <a:srgbClr val="CE1DD3"/>
                </a:solidFill>
              </a:rPr>
              <a:t>gaps</a:t>
            </a:r>
            <a:r>
              <a:rPr lang="zh-CN" altLang="en-US" dirty="0">
                <a:solidFill>
                  <a:srgbClr val="CE1DD3"/>
                </a:solidFill>
              </a:rPr>
              <a:t>的时候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是最强势的一种下跌趋势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CCB223B-2768-404D-C99E-584445AF6AE7}"/>
              </a:ext>
            </a:extLst>
          </p:cNvPr>
          <p:cNvSpPr txBox="1"/>
          <p:nvPr/>
        </p:nvSpPr>
        <p:spPr>
          <a:xfrm>
            <a:off x="6464802" y="6443809"/>
            <a:ext cx="28777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弱下降趋势不断的让多头放心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更可能是</a:t>
            </a:r>
            <a:r>
              <a:rPr lang="en-US" altLang="zh-CN" dirty="0">
                <a:solidFill>
                  <a:srgbClr val="BA1C20"/>
                </a:solidFill>
              </a:rPr>
              <a:t>TR</a:t>
            </a:r>
            <a:r>
              <a:rPr lang="zh-CN" altLang="en-US" dirty="0">
                <a:solidFill>
                  <a:srgbClr val="BA1C20"/>
                </a:solidFill>
              </a:rPr>
              <a:t>而不是下跌趋势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使得弱势多头感觉买入做多很安全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7" name="Google Shape;177;p26" descr="14 Gap down After Small PBs  Measured Move down Likely 25m2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E70F47-333D-BC2D-B6B7-F522F2548354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3A75EC-897E-92A3-D89A-EF344B403855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2275C7-44D4-7F49-822E-FE16424824FB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AA2B53-0EE9-89B9-BF09-8D7C93CBC4FE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F4E927-8005-D70D-DE4F-11EA20A917A2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878B4070-CBFF-9FD1-4799-531B1716FC78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D752AD2F-D014-8EE5-A1CB-05F5837C39DB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46CBA64C-3CE4-E604-5CC2-F972218ECFD2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5EA156A4-0BDF-12D5-CDBD-6B8FDA59EEE1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012A3784-C210-478A-DE3F-BA0E5F450901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508CB1C3-763B-77B8-3F50-475D949CB31E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29E72864-8E71-23E5-CABA-6024974E4F35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7B74E8CE-75FA-A166-AC3F-9161455F1CCC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BC2F0307-C632-1258-6A7F-4BB899339216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57219871-938B-A37F-B46C-5137C8B3258A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607137B2-08E4-818A-E20C-F3D9ED28AA16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D8640212-FF43-3F1D-6200-0990E273C89F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E2848B36-C529-E2A2-0D4F-5EC99A87AC50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FEA26034-1A5F-E8FC-E642-A0AE282BECA0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A580343A-E682-B3B3-F65F-F9770FE64E10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6376FB98-D053-21D3-1F45-C8C414C643EE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D79D8FCE-8922-31DD-73A0-C2C7C11E902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F10A5C51-B417-A1FB-1DF3-DB5B4E546C5C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A3C823E2-342E-4A31-2D38-7E195C741F09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AEA9D006-1E09-8FBA-BFED-4FFE7B80D1D5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0DFAED82-E80C-EC7E-DEFA-8622FF4FBDC5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F99EE8BD-2810-8AB7-E5D9-404AE22898E0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4301E0CE-068F-09AC-A8EF-7BE6FE4677A2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68A4EF48-D173-9D27-9722-D906FB517821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B70191A4-2F8A-0ADC-1990-33F8B69977EE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3A57873D-807F-BD41-D076-5D794F0DE861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A7B88B4-4EA8-C200-F06C-19FAC6DEF206}"/>
              </a:ext>
            </a:extLst>
          </p:cNvPr>
          <p:cNvSpPr txBox="1"/>
          <p:nvPr/>
        </p:nvSpPr>
        <p:spPr>
          <a:xfrm>
            <a:off x="6237023" y="1413724"/>
            <a:ext cx="26981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很多</a:t>
            </a:r>
            <a:r>
              <a:rPr lang="en-US" altLang="zh-CN" dirty="0">
                <a:solidFill>
                  <a:srgbClr val="316B93"/>
                </a:solidFill>
              </a:rPr>
              <a:t>doji</a:t>
            </a:r>
            <a:r>
              <a:rPr lang="zh-CN" altLang="en-US" dirty="0">
                <a:solidFill>
                  <a:srgbClr val="316B93"/>
                </a:solidFill>
              </a:rPr>
              <a:t>，明显的影线，体积小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当回调很小，并且缺口一直打开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也许是小回调下跌趋势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非常强势，但是很容易漏掉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84" name="Google Shape;184;p27" descr="15 Gap down After Small PBs  Possible Small PB Bear Trend 28m3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DAAD673-A807-9C0E-9171-E035C09665DE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05AF97-4599-9923-2CD1-3F4ABBE86B6E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3A281C-679F-137F-2088-CEBCF6D73516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A9EBB3-BFBB-BBE7-A01A-CF39B4413988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A305DE-7141-B6BC-9745-0EEBE6110D8E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0BA7AD03-6176-4BA4-6673-D5A73A514BA9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A6701114-EAA0-2C86-BA92-41EAE088E94D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451D391E-98A6-4887-9270-46867B9340B7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57C58F82-2183-88F1-5AA0-F05847287689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9BD9854E-3F2C-DF25-31DB-8F66997EB2B9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1CA3EF99-5AB0-D986-5AD2-6ACA746403A4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2C6A130F-9752-F404-93AF-6F08DAFDD8EE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6C27A46C-9A25-DCFA-4C5F-BDA890EAFF88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614B26EA-2D0C-0429-C5A3-31797E9742E9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57A2C86F-A066-C626-5804-E12ED2253932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66A24E72-B154-4505-1FD2-462D54ABF9C0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DC75B0FA-959A-1974-DF99-88C33E83CE66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1A91485B-797A-AFDF-44F6-D4B92E84B732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7AAB5EDA-4B2F-7394-937E-5F21C216D91B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174F320F-FA8B-B35D-B8E6-A368A08A829F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D7B8D6AE-1B11-5711-BBAE-355403E3BF3C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87C8E285-58A1-4613-501B-017CAE0147A5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1A24AD10-3047-555D-2472-CA10346F1E59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95E0FD6C-1DF3-E31C-C116-50AF0389F412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8EE2BB22-8FD6-669F-F12B-F1416F2F4925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B018BD74-8003-7ED1-9C76-AB30149CFFF9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8B0D5BA0-0CB0-6649-B55F-9B6D85FC1B5F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2BBC9E72-8AF4-B515-B075-6A7B7C845328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F6971B39-9D1C-7143-FBB6-B73761B5FEAC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EDBB42F7-0461-DFD6-2908-365AFF757790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9A4D8F9D-7D1D-C621-C2AB-77AA593F716F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BBA91CD-5B9C-047D-7976-72F3F01EABCC}"/>
              </a:ext>
            </a:extLst>
          </p:cNvPr>
          <p:cNvSpPr txBox="1"/>
          <p:nvPr/>
        </p:nvSpPr>
        <p:spPr>
          <a:xfrm>
            <a:off x="10029742" y="3143875"/>
            <a:ext cx="1859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看到</a:t>
            </a:r>
            <a:r>
              <a:rPr lang="en-US" altLang="zh-CN" dirty="0">
                <a:solidFill>
                  <a:srgbClr val="256824"/>
                </a:solidFill>
              </a:rPr>
              <a:t>Egap</a:t>
            </a:r>
            <a:r>
              <a:rPr lang="zh-CN" altLang="en-US" dirty="0">
                <a:solidFill>
                  <a:srgbClr val="256824"/>
                </a:solidFill>
              </a:rPr>
              <a:t>，止盈退出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1" name="Google Shape;191;p28" descr="16 Follow-Through Selling, but Weak  TR Likely for 10 — 20 Bars 30m1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A93E53-5D8A-DFD4-0789-46575C2C3756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654248-B998-20E2-1C32-58E335F93735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6CB26F-80DC-288F-617E-80802ECEAD2C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0EE913-AF9D-135E-7582-6FC6B5367FAD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D82ABB-5161-B348-04C3-507CFB1A2F3F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51851241-8856-F35F-9727-92489773E01A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3CCDCD6F-9910-214E-F20F-FF535BC1D832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97B82C53-D29C-9AC0-7E43-0CECA6FBEA88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6EE7AA69-9D16-D1A2-B7AA-635F4AF7AF7D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748D7AB4-AAA8-069E-835B-3E97D902E3FA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F39646CC-CE8E-F0EC-4A6D-5E2577223AEE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5A85B73B-EA36-92E5-E5A4-07696244D5E4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4634402E-11CC-EAA4-0787-69F68D8E1274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1F733AB2-6358-F5B0-C4ED-F0B39A576FA0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FA2968F8-01CB-3613-6545-AFC40CC6BA54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08AC319C-343B-30C0-634A-9B2E9AD3494D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B321D8C4-549E-E091-F1AA-5476F3ADAFA5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12492129-2228-024A-5DC2-E96079992587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B5342D5E-3A50-E879-EF5C-8842ECAB2A4C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61A4E34F-9ECC-DCB7-211E-93637DE2F871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67DCBCF3-4F84-AB8D-38CE-45612DC09061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8BF8A66D-0C7C-7AE3-3E15-5FB9FA6CE51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B0B807A9-FA71-8C8C-646F-1A67C1D8BFE7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45AB4AAF-897D-E993-36F3-EEAC44B2B898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051DCDC6-EF60-7962-72A1-C99527298438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D5A8B351-DB7E-DDFF-1F72-9A23490049D7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7D0E1D25-0A7E-715F-E3C0-54CB1048AA4B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F2A20260-429D-3FFB-7F39-37E3239CAD63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79803A3A-EE68-E312-4661-D747E6F1E6BE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8AB9A3A8-B176-1A95-6313-EB83A9A84FA3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6D9681D2-B1E8-69D3-1247-ADD0AFA58C6E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849AC6B-45F0-D375-F3B4-6F4050F1D575}"/>
              </a:ext>
            </a:extLst>
          </p:cNvPr>
          <p:cNvSpPr txBox="1"/>
          <p:nvPr/>
        </p:nvSpPr>
        <p:spPr>
          <a:xfrm>
            <a:off x="7419650" y="911324"/>
            <a:ext cx="1101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BA1C20"/>
                </a:solidFill>
              </a:rPr>
              <a:t>L2</a:t>
            </a:r>
            <a:r>
              <a:rPr lang="zh-CN" altLang="en-US" dirty="0">
                <a:solidFill>
                  <a:srgbClr val="BA1C20"/>
                </a:solidFill>
              </a:rPr>
              <a:t>入场做空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8" name="Google Shape;198;p29" descr="17 Bear Leg  In Trend or TR  31m3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278F9A2-81DF-8E4A-165E-5BB8C2A3E906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AFE714-2FD0-7B3F-55EA-F3B4CCD304D0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F93600-2994-8F16-C50D-0FBCAA23CB5E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C8DAF6-1AE3-0728-4DAF-B1E933DA0AAF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106611-F7E5-C0A9-FFB1-055350D6CBAB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D92FBBCC-6410-DD6B-F9CB-F62727AF7F6C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C0F14C21-EAC4-D7A3-5D2C-3855F5762A37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9DC92802-199D-FDE6-E13D-D51AF0EE2743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409E3D7C-4651-A2CD-1029-560C32C7A244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91E0271D-B6A6-9C31-0ABD-B286CE15DD08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810E2454-0385-468E-0322-53C7FA99A245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9EFACDBD-564F-005C-C73D-3DF1DA4B96C4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21C6E7F5-8BCD-B36F-1ADC-78B8BBC1856B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692970AD-6DF3-1D5A-D3C0-5408DD23F39E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55C14036-22CE-FE7A-927E-487C7CB573F2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9BD96754-528F-F6FE-B9ED-214F655AEA4D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F2D1D4DE-16B0-2178-DD79-0F63DF145A5F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4D7547F2-AE8B-C401-340A-B86B579731CF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86026133-D49A-2F97-2932-EA23A6F03F2F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DE086E07-D2D9-D53D-2F93-7543920C3370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0CA93B25-9CD6-B10C-16A4-F6A9592D0F3D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76C47551-F184-6517-6AB2-9E6B24352FBE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DFB35612-E7A1-6254-F510-F46BB7427ED6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D2EE29D1-7B72-8B5B-991B-11A945C2D78E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E916BE96-9EA2-48F3-62E2-6C6BB40BAD25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67D357A3-7F73-0FB6-8D87-D22CDC592415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B2EEF34B-D9AC-6AB3-491A-0C49211CA188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A2036312-5800-FD86-7228-617418E2FB81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B09742E0-A6D1-6EF4-B73D-3510F130AA92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9EE0588D-44AD-F73A-B812-D4CFD36C8888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9A5633CC-C422-2990-9691-CD80C92DEB33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96FE26E1-0856-3641-DBB6-72F92C62D3CF}"/>
              </a:ext>
            </a:extLst>
          </p:cNvPr>
          <p:cNvSpPr txBox="1"/>
          <p:nvPr/>
        </p:nvSpPr>
        <p:spPr>
          <a:xfrm>
            <a:off x="4381296" y="1976536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下降窄通道，所以时小反转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05" name="Google Shape;205;p30" descr="18 TTR  Trend Resumption down or Reversal Up 34m1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3E097DF-F5B8-3C1E-231A-D38E86F6FB26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25DB99-3CCA-6575-2DB1-01467BC2C9A9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089E59-728A-0416-39BD-75CF965B7C67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703052-B347-1A9E-6622-5E5AF69FA885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3EF2CB-FC19-013F-CF0D-9EC41D3193F3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9FF83BED-D941-109E-9FCD-07B1838E48A9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FEF6A12E-EB97-5743-19DF-4121B3FDB2E7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A85E8FD7-6AF6-2B10-D505-7447362CBF18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9D545C30-6C90-CCAA-3891-725C7432DED5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62FCE594-FA2D-08A2-4946-7805A715384A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0747A5E3-4682-88E5-591B-F3B51906D243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0F4DE9A5-9A33-D339-B7EF-9282CA0DC931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50A2953C-A06E-B56A-12D9-5BE69CF8D447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D5A932D0-B56E-1580-06EA-3259DC3ED4AD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BFF0429B-CDEE-D9CB-6E3C-FF4B3CAA021E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2F284447-B05D-0344-B25A-9BCA87EEA5D4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CF595622-EDA7-D147-6C7C-DD6D7CEDEC64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9E8C445C-42DE-A34F-F594-6568EDDD75BD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50437571-066E-BC76-FD4F-DD07B2638CBF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EA547F60-7EA0-8046-EC0A-A7A6D3F05D49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3AE13CA6-5094-6CD6-5D93-D30FE83EE43E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CF0EBD00-FC60-5746-3B29-4058CE5DF1E7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3076DCF8-33BC-3350-7283-1CF85C93F817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74A2E53D-93F5-F146-9711-686E99C04245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D071D6BE-97B9-D521-1D10-944675BBF403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4F6B971D-4615-60F5-F77D-B0E89DD631B3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C8956B87-7B6C-9B01-343E-D418D14BEE01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2191560D-50AB-31D1-E026-5520D7BDDF38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BBB31AB5-6EDC-1023-2E92-1F58690BB8E0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B71A8E31-4E9E-89CE-0919-EE1622FDD923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845BB51A-1E18-EDDC-7A55-E9934AB40810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76638BD-A198-9D68-7198-7E654CDC5228}"/>
              </a:ext>
            </a:extLst>
          </p:cNvPr>
          <p:cNvSpPr txBox="1"/>
          <p:nvPr/>
        </p:nvSpPr>
        <p:spPr>
          <a:xfrm>
            <a:off x="7384181" y="4143104"/>
            <a:ext cx="3405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在</a:t>
            </a:r>
            <a:r>
              <a:rPr lang="en-US" altLang="zh-CN" dirty="0">
                <a:solidFill>
                  <a:srgbClr val="CE1DD3"/>
                </a:solidFill>
              </a:rPr>
              <a:t>MA</a:t>
            </a:r>
            <a:r>
              <a:rPr lang="zh-CN" altLang="en-US" dirty="0">
                <a:solidFill>
                  <a:srgbClr val="CE1DD3"/>
                </a:solidFill>
              </a:rPr>
              <a:t>缺口</a:t>
            </a:r>
            <a:r>
              <a:rPr lang="en-US" altLang="zh-CN" dirty="0">
                <a:solidFill>
                  <a:srgbClr val="CE1DD3"/>
                </a:solidFill>
              </a:rPr>
              <a:t>k</a:t>
            </a:r>
            <a:r>
              <a:rPr lang="zh-CN" altLang="en-US" dirty="0">
                <a:solidFill>
                  <a:srgbClr val="CE1DD3"/>
                </a:solidFill>
              </a:rPr>
              <a:t>下方卖出，或者</a:t>
            </a:r>
            <a:r>
              <a:rPr lang="en-US" altLang="zh-CN" dirty="0">
                <a:solidFill>
                  <a:srgbClr val="CE1DD3"/>
                </a:solidFill>
              </a:rPr>
              <a:t>2nd </a:t>
            </a:r>
            <a:r>
              <a:rPr lang="zh-CN" altLang="en-US" dirty="0">
                <a:solidFill>
                  <a:srgbClr val="CE1DD3"/>
                </a:solidFill>
              </a:rPr>
              <a:t>入场卖空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期待还有一腿下跌（</a:t>
            </a:r>
            <a:r>
              <a:rPr lang="en-US" altLang="zh-CN" dirty="0">
                <a:solidFill>
                  <a:srgbClr val="CE1DD3"/>
                </a:solidFill>
              </a:rPr>
              <a:t>FF</a:t>
            </a:r>
            <a:r>
              <a:rPr lang="zh-CN" altLang="en-US" dirty="0">
                <a:solidFill>
                  <a:srgbClr val="CE1DD3"/>
                </a:solidFill>
              </a:rPr>
              <a:t>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458AA7C-529F-110E-6A94-32FFBB8D397D}"/>
              </a:ext>
            </a:extLst>
          </p:cNvPr>
          <p:cNvSpPr txBox="1"/>
          <p:nvPr/>
        </p:nvSpPr>
        <p:spPr>
          <a:xfrm>
            <a:off x="9377177" y="816958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窄区间，双底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几乎</a:t>
            </a:r>
            <a:r>
              <a:rPr lang="en-US" altLang="zh-CN" dirty="0">
                <a:solidFill>
                  <a:srgbClr val="316B93"/>
                </a:solidFill>
              </a:rPr>
              <a:t>50%</a:t>
            </a:r>
            <a:r>
              <a:rPr lang="zh-CN" altLang="en-US" dirty="0">
                <a:solidFill>
                  <a:srgbClr val="316B93"/>
                </a:solidFill>
              </a:rPr>
              <a:t>概率趋势反转向上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可以空头止盈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也可以继续持有，信赖止损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2" name="Google Shape;212;p31" descr="19 After Buy Climax  Swing down or TR Likely 36m2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81D7FFE-47E9-80CC-2202-7A9B06F813AB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B8BB7D-71F1-6659-812F-0DCCB23C5F62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AAAA4B-2BB9-5DF6-95C5-2D440FE14A4B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5C4161-29F3-0C1B-D16D-94C54246FCF1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1D5A56-A37E-8700-22D5-EB36017E7947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62238244-791F-9D08-3987-3BA50B95E3E8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7BF2D1D7-DD0C-DDDC-BECD-4860085D63A3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9333A98A-40DC-FC98-1BFD-FAC3A58A68AA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2D04E8C2-FDE9-2DC5-D81A-60EA4871824F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B984C4CA-40FF-137E-F9DD-6750EB43354D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7638E250-6258-3D08-B201-49F8795C6321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67F2A774-09D3-C2AC-6C5E-6A57D47B3F5B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313F9D23-2348-21E5-5ED5-77F0D8E08A5E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52081A46-9333-1635-30B0-7FE038753A27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9384F886-8F5E-AF4B-A1B0-E8C391521198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1841813B-12F4-0828-EE37-CA99808EB54D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8B514391-54E5-DCB0-2F15-B8A3CEDB7575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C42CA49D-6048-3434-1728-FFF375CD39F3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C2DB6932-04E7-3366-95D0-532635FAB86F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EF85E50C-1A2B-C0D8-A801-143934F05007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27080D1E-5E38-64E0-25D5-4AD7BF4A92AE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A5BA5131-5BB0-EC79-DF98-BED9673CC3B0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4E99548A-9E60-DF1F-CD01-B14D1405BE0A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4A66F882-F3A0-C493-A9A1-F648CEC7FFC1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FAB167A7-1584-FD5F-B5BE-D094B9DEE0B2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ED7269E6-9930-E60F-83E5-4BD2728DA08E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C339FE96-82A5-4649-5597-9F8BFAD87240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22D30636-D458-5E52-CE21-BAFAC5FF3CBD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87FC45D1-56D5-920E-442F-B54BB7B4A600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DD6C3A22-A3EC-8411-C858-5EE4EF286F6B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65C9C2A8-E40F-3CB5-9ACE-232500848CAF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4A24154-5CA0-0BBE-395D-00B3B9B072ED}"/>
              </a:ext>
            </a:extLst>
          </p:cNvPr>
          <p:cNvSpPr txBox="1"/>
          <p:nvPr/>
        </p:nvSpPr>
        <p:spPr>
          <a:xfrm>
            <a:off x="461303" y="217904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楔形反转向下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突破昨天高点失败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923F5B6-2856-4B5E-0E96-738BD1248F39}"/>
              </a:ext>
            </a:extLst>
          </p:cNvPr>
          <p:cNvSpPr txBox="1"/>
          <p:nvPr/>
        </p:nvSpPr>
        <p:spPr>
          <a:xfrm>
            <a:off x="7384928" y="863125"/>
            <a:ext cx="3135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昨天以买入高潮结束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有</a:t>
            </a:r>
            <a:r>
              <a:rPr lang="en-US" altLang="zh-CN" dirty="0">
                <a:solidFill>
                  <a:srgbClr val="256824"/>
                </a:solidFill>
              </a:rPr>
              <a:t>75%</a:t>
            </a:r>
            <a:r>
              <a:rPr lang="zh-CN" altLang="en-US" dirty="0">
                <a:solidFill>
                  <a:srgbClr val="256824"/>
                </a:solidFill>
              </a:rPr>
              <a:t>得概率持续</a:t>
            </a:r>
            <a:r>
              <a:rPr lang="en-US" altLang="zh-CN" dirty="0">
                <a:solidFill>
                  <a:srgbClr val="256824"/>
                </a:solidFill>
              </a:rPr>
              <a:t>1-2</a:t>
            </a:r>
            <a:r>
              <a:rPr lang="zh-CN" altLang="en-US" dirty="0">
                <a:solidFill>
                  <a:srgbClr val="256824"/>
                </a:solidFill>
              </a:rPr>
              <a:t>小时的震荡下跌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A610CA8-B400-6B8E-9B2E-4EBD192B204E}"/>
              </a:ext>
            </a:extLst>
          </p:cNvPr>
          <p:cNvSpPr txBox="1"/>
          <p:nvPr/>
        </p:nvSpPr>
        <p:spPr>
          <a:xfrm>
            <a:off x="4931350" y="2635329"/>
            <a:ext cx="21595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16B93"/>
                </a:solidFill>
              </a:rPr>
              <a:t>2</a:t>
            </a:r>
            <a:r>
              <a:rPr lang="zh-CN" altLang="en-US" dirty="0">
                <a:solidFill>
                  <a:srgbClr val="316B93"/>
                </a:solidFill>
              </a:rPr>
              <a:t>根连续大阴线收在低点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en-US" altLang="zh-CN" dirty="0">
                <a:solidFill>
                  <a:srgbClr val="316B93"/>
                </a:solidFill>
              </a:rPr>
              <a:t>AIS</a:t>
            </a:r>
            <a:r>
              <a:rPr lang="zh-CN" altLang="en-US" dirty="0">
                <a:solidFill>
                  <a:srgbClr val="316B93"/>
                </a:solidFill>
              </a:rPr>
              <a:t>，可能</a:t>
            </a:r>
            <a:r>
              <a:rPr lang="en-US" altLang="zh-CN" dirty="0">
                <a:solidFill>
                  <a:srgbClr val="316B93"/>
                </a:solidFill>
              </a:rPr>
              <a:t>MM</a:t>
            </a:r>
            <a:r>
              <a:rPr lang="zh-CN" altLang="en-US" dirty="0">
                <a:solidFill>
                  <a:srgbClr val="316B93"/>
                </a:solidFill>
              </a:rPr>
              <a:t>目标下跌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也许是尖峰通道下跌趋势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507982C-1CC1-4465-1029-ED79BAEFDF85}"/>
              </a:ext>
            </a:extLst>
          </p:cNvPr>
          <p:cNvSpPr txBox="1"/>
          <p:nvPr/>
        </p:nvSpPr>
        <p:spPr>
          <a:xfrm>
            <a:off x="10128125" y="3730480"/>
            <a:ext cx="3256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阴线下方卖出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在第</a:t>
            </a:r>
            <a:r>
              <a:rPr lang="en-US" altLang="zh-CN" dirty="0">
                <a:solidFill>
                  <a:srgbClr val="BA1C20"/>
                </a:solidFill>
              </a:rPr>
              <a:t>2</a:t>
            </a:r>
            <a:r>
              <a:rPr lang="zh-CN" altLang="en-US" dirty="0">
                <a:solidFill>
                  <a:srgbClr val="BA1C20"/>
                </a:solidFill>
              </a:rPr>
              <a:t>第</a:t>
            </a:r>
            <a:r>
              <a:rPr lang="en-US" altLang="zh-CN" dirty="0">
                <a:solidFill>
                  <a:srgbClr val="BA1C20"/>
                </a:solidFill>
              </a:rPr>
              <a:t>3</a:t>
            </a:r>
            <a:r>
              <a:rPr lang="zh-CN" altLang="en-US" dirty="0">
                <a:solidFill>
                  <a:srgbClr val="BA1C20"/>
                </a:solidFill>
              </a:rPr>
              <a:t>根连续阴线收盘卖出胜率更高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AEE89C5-2A36-1C96-F56B-82948C02AA7B}"/>
              </a:ext>
            </a:extLst>
          </p:cNvPr>
          <p:cNvSpPr txBox="1"/>
          <p:nvPr/>
        </p:nvSpPr>
        <p:spPr>
          <a:xfrm>
            <a:off x="1990473" y="4244108"/>
            <a:ext cx="2339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连续三根大阴线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第一次反转大概率失败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此时不要做多，而是要做空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9" name="Google Shape;219;p32" descr="20 After Sell Climax  Swing up or TR Likely 37m1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6C26D3A-8E86-5F9D-FB31-0CE10EE81D3A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D0C734-1472-EBDA-A5F3-320CFDD76E96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6917D1-5FB4-C1A9-AE27-72EC5986AF52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9D079F-DD57-A062-8A41-1EF395542D5D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096115-2E9C-A6CD-C40A-191C60F601D2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5ED1E704-C56A-AF1E-BBD3-AE93E2A8E7C4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984D9695-5730-C94C-B015-278A23AFDA54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65BDE388-3B37-A768-9483-32BB1EADCF30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12DADC90-E4E6-0C21-0CEB-D880A1586D8D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2101D5BD-EE2B-5B0E-9F7E-966F3767F2AF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8B3D6833-43C3-223E-EF79-8D3BBA1CD5AB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C0DBB321-6DA4-CC45-DEE7-3726E2B3A614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815550A0-0AF7-01A3-B125-07BDBE8DF249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7C308C3D-DF82-59C3-A10B-B501BE58AF79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44CEF418-60AE-5D38-89F9-5ACBFB2FF04F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2EA9F0D1-B31B-D6E1-2D1F-B54404B2DACE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5F6C9BDB-8ACE-97BB-D2E9-2D3D00564552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BDA3EB1C-F934-1EAE-CEF0-705CC6E70765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79664412-8817-8260-6825-4AD59614B4BE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70249AD2-9279-FC6D-23E5-35CB16C87238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E65847CD-F786-6362-1159-F0A3539D5494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0CD6D9F9-9AF9-431A-C914-1BE3BC8C5802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8EDA19A5-4393-E049-8E1E-E71D8D9D4398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00949A23-96F3-884F-88C5-36D81D021938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03B9091D-AA64-677D-C0A6-22DF2916A027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C86AFA73-9FC5-3615-4229-19BF76B096E1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DD8AA7CC-F144-EEB9-E807-5A06313D1C2D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0E0967FA-5D9F-D556-A286-B9A1BD24019F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E2911EE8-7022-0A2B-3880-C06187F70066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A1B9A66D-7EC7-FA58-5ADB-02EC75998346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40918EED-5BFC-1674-16CD-6D892583CBA4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AD90E974-FB19-4BBA-DECD-4CB0B4E072A9}"/>
              </a:ext>
            </a:extLst>
          </p:cNvPr>
          <p:cNvSpPr txBox="1"/>
          <p:nvPr/>
        </p:nvSpPr>
        <p:spPr>
          <a:xfrm>
            <a:off x="474841" y="2246432"/>
            <a:ext cx="3494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16B93"/>
                </a:solidFill>
              </a:rPr>
              <a:t>4</a:t>
            </a:r>
            <a:r>
              <a:rPr lang="zh-CN" altLang="en-US" dirty="0">
                <a:solidFill>
                  <a:srgbClr val="316B93"/>
                </a:solidFill>
              </a:rPr>
              <a:t>次连续的抛售高潮，所以是</a:t>
            </a:r>
            <a:r>
              <a:rPr lang="en-US" altLang="zh-CN" dirty="0">
                <a:solidFill>
                  <a:srgbClr val="316B93"/>
                </a:solidFill>
              </a:rPr>
              <a:t>h4</a:t>
            </a:r>
            <a:r>
              <a:rPr lang="zh-CN" altLang="en-US" dirty="0">
                <a:solidFill>
                  <a:srgbClr val="316B93"/>
                </a:solidFill>
              </a:rPr>
              <a:t>做多设置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en-US" altLang="zh-CN" dirty="0">
                <a:solidFill>
                  <a:srgbClr val="316B93"/>
                </a:solidFill>
              </a:rPr>
              <a:t>60%</a:t>
            </a:r>
            <a:r>
              <a:rPr lang="zh-CN" altLang="en-US" dirty="0">
                <a:solidFill>
                  <a:srgbClr val="316B93"/>
                </a:solidFill>
              </a:rPr>
              <a:t>的机会可以得到一个</a:t>
            </a:r>
            <a:r>
              <a:rPr lang="en-US" altLang="zh-CN" dirty="0">
                <a:solidFill>
                  <a:srgbClr val="316B93"/>
                </a:solidFill>
              </a:rPr>
              <a:t>TBTL</a:t>
            </a:r>
            <a:r>
              <a:rPr lang="zh-CN" altLang="en-US" dirty="0">
                <a:solidFill>
                  <a:srgbClr val="316B93"/>
                </a:solidFill>
              </a:rPr>
              <a:t>的震荡上涨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83C3AD5-7D4D-CC2A-4C0C-F63E0DEE125B}"/>
              </a:ext>
            </a:extLst>
          </p:cNvPr>
          <p:cNvSpPr txBox="1"/>
          <p:nvPr/>
        </p:nvSpPr>
        <p:spPr>
          <a:xfrm>
            <a:off x="7409834" y="2976052"/>
            <a:ext cx="413446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也许是区间中的熊腿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但是，缺口和隐性缺口警醒我们，空头还是很强势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加大了后面下跌趋势延续恢复的概率</a:t>
            </a:r>
            <a:endParaRPr lang="en-US" altLang="zh-CN" dirty="0">
              <a:solidFill>
                <a:srgbClr val="BA1C2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3" descr="21 After Sell Climax and TR  Reversal up or Resumption Down 39m1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47FA042-8E95-8A7F-1AF6-190CA090EEBA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C5565D-8920-A2C2-8A75-D81F211B129F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CF1D1D-88B7-65F9-0F2D-700EA1ADB635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0A18A-E733-0ED5-B49B-67AC7E1A5FFD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834BFA-CD3B-760B-818A-0A446B7EA875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4DC28E54-7FF1-DEA8-E47B-DA2603681073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D3B832E7-D9F7-3CEC-6BCA-07192E75467E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A65ECF1E-3E8E-BA5A-BDB7-73100990A554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A824DC58-0148-EF4D-29A1-526011086A66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FD4FDAFA-676F-0CCC-1595-3DAC328D6D86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6C714B6C-6866-D526-891A-512AEED31FE5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7086F30E-78EA-F85D-03DF-7C03B4A08300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1C7AC296-3043-A2EB-297B-9AD003C580EE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46F57FEA-9E61-9C4A-1CD0-1AE4DFFCEE1E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E631D3A4-2D0A-68E1-4ACB-4A81D554FF98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6F1C0FD8-99F1-C68F-E3E7-A2E3D712E60D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91E09412-4B4B-F3B9-9237-070E0D6F88E5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C9288AE2-C5DE-7C9F-E63C-196139D6C631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C6C3E447-684B-EC21-7219-C983C8296F75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6983E0A5-34B8-0AEF-66C8-D074047A81EC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B614BF41-7448-3514-3628-D8D4E91EFBD7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2C66D631-D8BB-DA9D-D8C9-64107D623D7E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469E26A4-FF7A-46A0-CA5E-0F0F3D88A1E8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BA6F18A6-2828-6A85-E34B-7C32273C383D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334127AC-934A-FA38-65A0-3116CFE92E16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5D681182-D3C4-35AB-2EB6-52F88606B7F6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7224C8B2-5AB7-9D69-DA57-9797B851B5FC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F06F72A5-B63E-B8DF-6046-B24D437C8F8C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D9CB4137-A7AA-DFF6-953D-CAF872836AE2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2A080E61-D3D3-D6F3-13F9-145058785ED2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8532BFE4-A127-1ECB-8401-42B9FDAB1CBE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33" name="Google Shape;233;p34" descr="22 Review 39m3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3433013-7A1E-0DE5-B403-D9D2F302F279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6A5AD8-4DE0-7C7D-26FD-AFB779803B61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E95E54-4130-6191-A032-8E33C07FC030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76CAFD-D7A4-5550-DE2B-9D91B0C85679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E2253D-D58F-E759-DF7C-58B0BAE97698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AED23B87-4B19-BF3B-89E7-EAC7063BA7B6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E3B9CD06-9529-ADBA-335E-9FD802E5CBE7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1BD28394-496A-E68C-6315-F1C0C0DA0185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A45A5A48-4295-7D8A-57EE-464A235C21A2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C98CCAA3-208E-350F-D9B3-BF73EAADBE97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E67464C9-5A3A-0095-564E-67BEFA0413B9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FE552164-DBF7-E774-739A-3289117458EA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04C59002-7AB3-B28F-3D68-799CFB27CC85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0854E70D-ECC3-B384-3BFD-BCC226EFD4D7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F93D3F7C-301C-7615-79C6-1670A2F05045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616BF24D-86E2-E011-DF76-3FF4E49B3D53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5B6AFD46-8B62-CB9F-2624-DCCBD6241145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A4052A5D-78E7-D003-6C69-A5824D19A193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DDDA2B23-1D2F-937D-1BA1-A349EE390FD0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64FB1827-D23C-B78C-C9BB-00F872491007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B936C513-2513-A95B-7AB2-5D04A8F1410C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CD0A215A-975E-560A-F773-231BF1D319E0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C93A9305-A1D7-3FD7-15DD-13D9A365650C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AD72B553-E9BE-0165-C2E8-41B1B921A9B3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E48734BB-9B3A-C275-7248-EA82EA451A19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5F45A154-3273-8829-7D4E-34B0511A7329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A8241B9D-6072-C93E-EFED-665BA3A99A2F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2DD6BAF9-6E57-7B9C-6AB0-053E8EF07BC6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E4CA902A-28A3-D054-540C-C8A7B61F93B0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4DB5CF3E-4C38-F0C5-0944-C091C81B36C3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84B9B3C0-A088-726C-1864-BA0E7EB76F94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40" name="Google Shape;240;p35" descr="23 End of Video 49D (#4 of 5) 39m3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7807DF6-7520-0F36-BB7F-4BFDD2500A2F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51AE7A-6EED-EF4F-5715-C82A5104A6DD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FDE3FC-A372-E52B-0EC5-4F155295D7CA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4D1323-F999-147D-A5EB-8186D7BC3F5A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C195DD-47FB-52D9-6594-DD0FE56BC1A0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6F965214-E9E7-704B-924D-1A297E75AD24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62363FE7-082C-D73F-E388-A860006AE3E9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68185048-EEEF-55DE-7A5D-0BC6EBD3392D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AE1A569B-8FA3-B97D-7553-BC05576775DC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C3C1154A-B4FA-C3FC-1339-E00524223CC2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2BE7DF99-C2EF-4816-5335-EEC6921C80A1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EAADCF7B-7AE7-CA97-94BC-86E58F2FFEAC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690A8085-3DD2-F488-CA18-C04E12786FE2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839F963F-D4BA-0A99-12BD-4602580113A4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8C604734-9611-3B76-0C93-E8B97FCC4950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033CD4D2-4E2D-6B55-2C1C-9C1511055CF1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84B25099-B40A-262A-6F49-644A82424FBE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3537B115-11EF-67D3-1246-85854D70EE09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D71B86B7-4463-BD9C-DFBA-308705D08620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019DE6D8-7A10-998F-19A0-3C3E611139B6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F5BC7414-D3F1-485C-B560-A500CDA9EECB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CE8D0551-5F02-2166-6D25-487A9E01E8FD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B21AE7BC-38CC-E541-942C-5E6D687714DB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40B866DE-7D7D-4C12-5448-37A6A426B0BF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E53C2986-9277-0872-E238-5DE8239AEBC6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30C9F351-C0D7-5CAA-D310-5AB99963436C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47630A47-BA19-1E77-14C8-20A664CF8991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923D3142-4DEB-72DC-3135-5358A71DC50D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551E446E-FBDC-AF8F-55DC-FBCC3F236F2F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4145A98E-6D63-C176-3963-1FC6828D4368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791EB6FB-4643-068D-AF5F-F4ECB90FCF0D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1312</Words>
  <Application>Microsoft Office PowerPoint</Application>
  <PresentationFormat>自定义</PresentationFormat>
  <Paragraphs>213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Constantia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润庭 邓</cp:lastModifiedBy>
  <cp:revision>1</cp:revision>
  <dcterms:modified xsi:type="dcterms:W3CDTF">2024-11-18T07:55:32Z</dcterms:modified>
</cp:coreProperties>
</file>