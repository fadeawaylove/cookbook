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97" r:id="rId12"/>
    <p:sldId id="298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9" r:id="rId21"/>
    <p:sldId id="300" r:id="rId22"/>
    <p:sldId id="301" r:id="rId23"/>
  </p:sldIdLst>
  <p:sldSz cx="14630400" cy="8229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8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062" y="96"/>
      </p:cViewPr>
      <p:guideLst>
        <p:guide orient="horz" pos="217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4FD1CC9-7ACF-6BB2-DA51-0F756436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0DACB7C7-2E2C-33E2-A10E-C516B66FF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0A00D0FE-D5D2-A944-7FAE-295E2AAE9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466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E329C35-FB72-4AF3-F85C-F8B15616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4FA525CB-0180-9F0C-727A-D5124506D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F5922D04-233E-DB97-6647-8808AD1A7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0426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F757C67-B281-FFEF-E44D-9DA652C3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7FC3728F-1B51-D1DF-8D74-3D22C7AF2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196A01E7-9995-D37B-4C85-B1FDF9C54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08613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CF1B1E4-B8B1-04CA-EF12-306C039F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8BCFAC91-EECD-0734-E408-A57007896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7F45531F-AE8E-0439-D7F4-AB21FA1FE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39347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5DF15C8-1867-E041-63C6-703DBBC6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7696626B-6B31-4162-0272-637B46944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46AB0636-84B7-7BB3-6DD0-87F85A013B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4104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endParaRPr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13255" cy="8228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6350" y="25400"/>
            <a:ext cx="14631035" cy="8112125"/>
          </a:xfrm>
          <a:prstGeom prst="rect">
            <a:avLst/>
          </a:prstGeom>
        </p:spPr>
      </p:pic>
      <p:sp>
        <p:nvSpPr>
          <p:cNvPr id="36" name="文本框 3"/>
          <p:cNvSpPr txBox="1"/>
          <p:nvPr/>
        </p:nvSpPr>
        <p:spPr>
          <a:xfrm>
            <a:off x="2605692" y="2002850"/>
            <a:ext cx="34131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56824"/>
                </a:solidFill>
              </a:rPr>
              <a:t>日线是</a:t>
            </a:r>
            <a:r>
              <a:rPr lang="en-US" altLang="zh-CN" b="1" dirty="0">
                <a:solidFill>
                  <a:srgbClr val="256824"/>
                </a:solidFill>
              </a:rPr>
              <a:t>BTC</a:t>
            </a:r>
            <a:r>
              <a:rPr lang="zh-CN" altLang="en-US" b="1" dirty="0">
                <a:solidFill>
                  <a:srgbClr val="256824"/>
                </a:solidFill>
                <a:ea typeface="宋体" panose="02010600030101010101" pitchFamily="2" charset="-122"/>
              </a:rPr>
              <a:t>，那么下影线就是开盘的下降</a:t>
            </a:r>
          </a:p>
          <a:p>
            <a:r>
              <a:rPr lang="zh-CN" altLang="en-US" b="1" dirty="0">
                <a:solidFill>
                  <a:srgbClr val="256824"/>
                </a:solidFill>
                <a:ea typeface="宋体" panose="02010600030101010101" pitchFamily="2" charset="-122"/>
              </a:rPr>
              <a:t>此时交易五分钟级别，就可以准备好做多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13255" cy="8228965"/>
          </a:xfrm>
          <a:prstGeom prst="rect">
            <a:avLst/>
          </a:prstGeom>
        </p:spPr>
      </p:pic>
      <p:sp>
        <p:nvSpPr>
          <p:cNvPr id="37" name="文本框 1"/>
          <p:cNvSpPr txBox="1"/>
          <p:nvPr/>
        </p:nvSpPr>
        <p:spPr>
          <a:xfrm>
            <a:off x="5004722" y="6050628"/>
            <a:ext cx="21088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16B93"/>
                </a:solidFill>
              </a:rPr>
              <a:t>5</a:t>
            </a:r>
            <a:r>
              <a:rPr lang="zh-CN" altLang="en-US" b="1" dirty="0">
                <a:solidFill>
                  <a:srgbClr val="316B93"/>
                </a:solidFill>
              </a:rPr>
              <a:t>分钟开盘向下的</a:t>
            </a:r>
            <a:r>
              <a:rPr lang="en-US" altLang="zh-CN" b="1" dirty="0">
                <a:solidFill>
                  <a:srgbClr val="316B93"/>
                </a:solidFill>
              </a:rPr>
              <a:t>sell off</a:t>
            </a:r>
          </a:p>
          <a:p>
            <a:r>
              <a:rPr lang="zh-CN" altLang="en-US" b="1" dirty="0">
                <a:solidFill>
                  <a:srgbClr val="316B93"/>
                </a:solidFill>
              </a:rPr>
              <a:t>是日线阳线的下影线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1670" cy="8239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24685" cy="82353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2940" cy="8239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1670" cy="8239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66F4F73D-82B6-5F4D-24EA-899805C3D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95A93C89-728B-C060-0C73-AF83D9844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66339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9C7C6D7A-67C5-0AE7-D036-DDD26E6FD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0A2403A-CD33-6607-2F44-CEAAE971E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A7AAFF-B511-94C0-BFC9-D57CFFA3D751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576838-A512-4E0B-5F3E-62026F10CC62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BCCDD0-69DB-6138-824B-C404532EFB47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B54CB-393B-A509-A6F5-31DCF0E5463A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9B95BC-7598-1DFD-42D2-E9A9A61741DB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29A24D8C-9EF7-B773-91F3-3E46D00A6E3B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5CE5C8FF-5B06-E6EB-8C10-456A7CD0D86E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714348D9-F60E-3839-6D2F-D17FB6D29B0A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B96E1F48-ABC5-469F-DC92-B78FBEB56543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B86E8977-EE51-8C7E-65FC-6177FC364C30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090DCA01-82AC-1AF1-730A-C66E8FDD21A9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AAEF02DB-853C-D13D-5287-9A7293219FC8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F60C5882-E1C4-4071-61C1-DA9BFD182992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E157B2FF-7B0D-F53A-961E-E5797669C7F0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63E2C987-DD6F-46DD-D18A-A372445E6D6E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EB7BA6BB-8FD0-E90E-7542-C92B222A6E79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E6EE8F39-5933-112F-1C7B-4D4950AC7349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04FB8CD1-6FBE-F611-23BB-D8C4E7BBB093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32B35AEC-3F3D-8D52-AF28-584BFD57AB8C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F5F2896A-136E-ABBC-D124-975ABB343014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5E62CDA8-3AFA-0BAB-7876-A9D0B7618567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BF3AA4A8-57E1-3B45-E560-2F3D81AE9E79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E385956D-6B17-7DF6-C09E-D99EF11FABED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0F79BE1E-CBA1-12AE-6044-64D21CBFD3C1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B7573734-E7F4-38FC-F078-A54A33F101F6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7BE677C7-01D6-A9E6-8D3B-12B5C16035A5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2CD78F17-5172-5BEF-356B-8823B87B8D83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7D4CB7C1-A623-E6BD-B5EA-C1D6F341FC9C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0B6948BE-D6FC-3F1F-0BE0-0D0137275F97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620A6F2F-199F-4536-E7BD-012B9613DA7A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8A1126A2-3414-7AE5-D515-A863BD7F5C6A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D6D46A68-4733-66C8-F9DE-26E2D9DC6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4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B1A7A21-9B36-A854-B9EF-5A89D0C66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B0B96A-F93E-554A-B7AF-87D6AED63B85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5C03B3-9936-E29D-1E02-281A4412A748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BE2470-29BE-EB56-DEE6-68B853CE6B57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A149D3-85E9-93A5-102A-1F9955BC0C4A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880D4E-77C4-88B4-59C9-9A91679F7783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4F9B3649-979E-5140-74F1-E16A040CAA81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549AD9D4-A3E1-2235-0F2B-41A9DC0518C3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7618B201-162F-58C8-415F-CF09DB8CB866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2A7F8FE6-6137-680B-21F0-BAA77F37BED4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64C8BD2D-E321-90BB-5EC3-903C5215656E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D1419F16-3403-1AD3-A284-5DDA0EF9AC1F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F0230F9D-EA9A-6185-1A05-CC1BDAEF48F9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79B7EB2F-A36D-B3E8-1390-1518E729A095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F12C48A4-B438-F700-320A-74A60B314FB4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B8DE0877-2E25-07D0-ABE5-0D4D139530C2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80EBD079-01A4-1137-2113-E496488FF858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3F40189E-0145-7724-897A-92D3EFA96B46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DC45D9C6-976E-6DA0-B1C3-4CF2A75BF536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67E11E23-A501-1D5D-8BB8-CA6E6A6FA6C0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A446F381-C915-F472-4967-69D19786A17B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C0D3491F-D73E-EB22-CED0-45D4019FAF60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7533EFCE-1EF3-555D-D789-91A64D5FC923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97A71222-96B1-C410-CE3B-08605EC7E1A4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336880AD-1CCB-A61C-B974-7665166CD8AC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0B39D00C-D059-46D8-D832-6F8FDD6A4248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9F6CE9F1-3801-8081-C9DA-F9FFFB0C9288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AE0157A7-F0F7-13C3-F8CE-297A396B9505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FBE1EA74-71E6-1401-A75D-B7DD52FF4917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8F2C44E4-7028-BE4C-28E4-F0A179161424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EDD0FA91-0B30-CFD5-5C3F-85FCE8178356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41D367E4-D5B6-1BCB-E070-5615D29521DC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7A85A045-5BD9-E611-ADEE-1353205B7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60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910D3BBA-6604-142B-AE52-5EEAB7666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E8824B8A-C76C-CE69-1A84-A804DF705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B98EEB29-3BCA-B037-2C0C-95ACB22DC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08D84301-9FFE-CF52-B75E-F67B8200E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AD0AFEAC-CFF6-0D00-999A-8F75FBCAC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5770DC40-1D3C-9DF5-73EC-B33061EFD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/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/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/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/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/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/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/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/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/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/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/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/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/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/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5B33DE39-DA24-DE14-94EB-56D0BCEA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76F5BED-89E9-2009-1F12-8BF13C11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8134D6-A3DB-EF82-CC48-AC27CFAEF13E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FAC9C7-7635-ACC3-0DA2-9CA1E2809975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9A5A6F-8F30-7A10-7F9A-33CD51943A58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34619F-93AD-EA44-DBC7-F9AB39F830A2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0C0BC6-4F7F-5BE1-7E01-A83F394CA2C6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BB99062F-B7F7-2654-3432-77C2709ABAE7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45FC0558-0979-0431-94FC-9D185B272AA6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3BAB8D83-17E9-3DD3-973B-6C5E8F67F41C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B0596A32-FF53-3432-3F3A-60743687CE90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9ED31D7C-BFA4-D40C-476D-17F8215541E4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BF464B9F-ADEB-7718-68FE-43D00849D018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8A6C0E2E-C890-1D94-60D4-0BF4B33CEEFC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98E6AF63-D1C2-2E7A-F0BD-1E554859028B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46C381FC-F7AE-6F1D-4497-E210B32C7045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C99EFB95-9D21-8717-1BDB-EA1E3F19D085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44A689D0-006B-F0E6-DF50-BFEFBD468613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16A08B58-C9E4-88BA-5083-ED9359B48A78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D856FF43-EE3A-7718-F5BE-C886B9B18E7A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5495F4D7-1DC6-B726-168E-54433A11AC85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2EDC79B1-26F6-7ADE-0DAE-903C68AAD7C6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83AF292B-5A33-8EC1-D733-AA52454D3C18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2EFF16B4-D679-6BCF-88FB-EBDE9A253BF2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67C3CF72-1ADC-BEA2-A459-AC0E22AFBE72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25BCBEBC-7EF3-434E-FA2C-BEC02F754B0B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0455E9D4-20C6-7A77-29C9-6C98C37A0403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A9E29E90-1FC0-8524-6185-A98C8065BE8F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D24B1B9D-9FAF-8D24-3254-F4133C2E8884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65999A55-67A5-716C-225C-2F651DFB0EAE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76B2BE66-65D3-5BDE-CC96-C93643EA8311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EFCFD056-8265-14B6-F699-07FD9E07171F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1D61598C-46F0-D1E8-A58C-5A38F6809004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EE0242AB-5C48-D119-A9AD-B856CF4F0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9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A8F6E9D-A53D-2E86-ECA4-35EDF3F4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1065615-7BAF-3E74-9000-9CE47B00082A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BC3235-1D71-1394-DA19-0694F668640F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667608-4FDD-759F-A9EC-622A965E2F4B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734B0E-95DE-1B71-814A-06E71DE9E5B8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1F54FF-615B-AAAC-FFB1-3D51F46E5C1D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96C93254-8833-22C7-4ACD-58B772DC400A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0ACA64E9-24F7-6588-C128-22FBB059B964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3B6B9D15-7641-4DDD-A6AB-6BBE1EF71A05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4C5788AB-F6F7-E0D1-C5E2-8948D8D94429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16640947-9BDB-0B1F-819F-0845332B851A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4A312701-9AAB-C12D-C263-10B7C0872CFB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7DC018A5-F512-1A4B-D34F-F0D77AFDCF04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D733932B-D672-8369-95CA-FE5013BA8E62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2972D41D-38F1-6056-ABF9-74294A5DB4E1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9DFA3828-8F53-EA8D-BAF7-B5C422CB909C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008511BC-B4B0-E4FC-0865-2095DC8ED93C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16BAEECF-BE0B-FD6F-F35C-DF16B2227C8B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E28D0B8B-2705-F153-A990-BADE998D11B9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F9A827B1-33A0-990D-00E5-00F156C6F328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ADED75D3-3D17-B4A2-2767-B46AC1BF906F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EAA2157E-1021-2BCD-8C8A-26C2B68947C3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EB6C148E-2B73-AF62-925D-92AA5B4F6B4C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B00E879E-A8DD-F27D-118E-6E29B4E7F86D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03FF2EAA-E0D3-7D8D-B899-3D99B0E6E0DE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3538B00A-AE44-E224-884C-EE1D455A2348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8528ABBD-BD6D-9601-B913-8C16C0A8C339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39B0F7B1-0506-4332-C820-F1812CF5D289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F9B3C4A6-FC51-A4D1-F2D3-CF1821738F25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44AB09B7-BA6B-D65E-C88E-087129BE2EED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CCE0912B-0C03-781E-2E48-9B53CAFD80D4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6B475CAE-7A9B-427F-C389-03A0B4E8DDF0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A9599518-BF40-4CF3-2122-3DF6A8ECB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32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7FDB411-7729-5BE5-BDFF-073F1D37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EC829C-6D7C-AC16-4BCE-E7D01E3C9C35}"/>
              </a:ext>
            </a:extLst>
          </p:cNvPr>
          <p:cNvSpPr txBox="1"/>
          <p:nvPr/>
        </p:nvSpPr>
        <p:spPr>
          <a:xfrm>
            <a:off x="-157387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316B93"/>
                </a:solidFill>
              </a:rPr>
              <a:t>深蓝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63DA8D-C078-4DD6-8263-4325608B5642}"/>
              </a:ext>
            </a:extLst>
          </p:cNvPr>
          <p:cNvSpPr txBox="1"/>
          <p:nvPr/>
        </p:nvSpPr>
        <p:spPr>
          <a:xfrm>
            <a:off x="-937248" y="81695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F8647"/>
                </a:solidFill>
              </a:rPr>
              <a:t>褐色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1E376D-F841-F9CD-05EB-AE7AED13B265}"/>
              </a:ext>
            </a:extLst>
          </p:cNvPr>
          <p:cNvSpPr txBox="1"/>
          <p:nvPr/>
        </p:nvSpPr>
        <p:spPr>
          <a:xfrm>
            <a:off x="-1573878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256824"/>
                </a:solidFill>
              </a:rPr>
              <a:t>深绿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13D49B-9944-71C0-2611-52CB2F5A294E}"/>
              </a:ext>
            </a:extLst>
          </p:cNvPr>
          <p:cNvSpPr txBox="1"/>
          <p:nvPr/>
        </p:nvSpPr>
        <p:spPr>
          <a:xfrm>
            <a:off x="-937247" y="13468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E1DD3"/>
                </a:solidFill>
              </a:rPr>
              <a:t>紫色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FF2FA2-6A14-5288-A2F0-A9310E3937F8}"/>
              </a:ext>
            </a:extLst>
          </p:cNvPr>
          <p:cNvSpPr txBox="1"/>
          <p:nvPr/>
        </p:nvSpPr>
        <p:spPr>
          <a:xfrm>
            <a:off x="-1573879" y="187127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BA1C20"/>
                </a:solidFill>
              </a:rPr>
              <a:t>红色</a:t>
            </a:r>
          </a:p>
        </p:txBody>
      </p:sp>
      <p:sp>
        <p:nvSpPr>
          <p:cNvPr id="7" name="Google Shape;59;p14">
            <a:extLst>
              <a:ext uri="{FF2B5EF4-FFF2-40B4-BE49-F238E27FC236}">
                <a16:creationId xmlns:a16="http://schemas.microsoft.com/office/drawing/2014/main" id="{47BA03D8-50AB-F4EC-BA7F-6BA2826007F4}"/>
              </a:ext>
            </a:extLst>
          </p:cNvPr>
          <p:cNvSpPr/>
          <p:nvPr/>
        </p:nvSpPr>
        <p:spPr>
          <a:xfrm>
            <a:off x="-607151" y="3639080"/>
            <a:ext cx="365600" cy="182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AFE9806B-93E2-8DEB-2F43-D973EA005AC4}"/>
              </a:ext>
            </a:extLst>
          </p:cNvPr>
          <p:cNvSpPr/>
          <p:nvPr/>
        </p:nvSpPr>
        <p:spPr>
          <a:xfrm>
            <a:off x="-1608961" y="3623316"/>
            <a:ext cx="365600" cy="18280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>
            <a:extLst>
              <a:ext uri="{FF2B5EF4-FFF2-40B4-BE49-F238E27FC236}">
                <a16:creationId xmlns:a16="http://schemas.microsoft.com/office/drawing/2014/main" id="{BED34A15-4713-EC00-30CA-3EDFAC6161AF}"/>
              </a:ext>
            </a:extLst>
          </p:cNvPr>
          <p:cNvSpPr/>
          <p:nvPr/>
        </p:nvSpPr>
        <p:spPr>
          <a:xfrm>
            <a:off x="-624475" y="3358911"/>
            <a:ext cx="365600" cy="18280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>
            <a:extLst>
              <a:ext uri="{FF2B5EF4-FFF2-40B4-BE49-F238E27FC236}">
                <a16:creationId xmlns:a16="http://schemas.microsoft.com/office/drawing/2014/main" id="{394AAC80-933B-5374-7141-D4B6D74522DA}"/>
              </a:ext>
            </a:extLst>
          </p:cNvPr>
          <p:cNvSpPr/>
          <p:nvPr/>
        </p:nvSpPr>
        <p:spPr>
          <a:xfrm>
            <a:off x="-1596965" y="3358911"/>
            <a:ext cx="365600" cy="18280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065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1" name="Google Shape;115;p14">
            <a:extLst>
              <a:ext uri="{FF2B5EF4-FFF2-40B4-BE49-F238E27FC236}">
                <a16:creationId xmlns:a16="http://schemas.microsoft.com/office/drawing/2014/main" id="{B84A363F-7361-D20D-5A47-7EA4FB10AED8}"/>
              </a:ext>
            </a:extLst>
          </p:cNvPr>
          <p:cNvCxnSpPr/>
          <p:nvPr/>
        </p:nvCxnSpPr>
        <p:spPr>
          <a:xfrm rot="10800000">
            <a:off x="-1542636" y="4895971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16;p14">
            <a:extLst>
              <a:ext uri="{FF2B5EF4-FFF2-40B4-BE49-F238E27FC236}">
                <a16:creationId xmlns:a16="http://schemas.microsoft.com/office/drawing/2014/main" id="{8888B89D-4D56-4B00-1FAD-8795FB9D1F7A}"/>
              </a:ext>
            </a:extLst>
          </p:cNvPr>
          <p:cNvCxnSpPr/>
          <p:nvPr/>
        </p:nvCxnSpPr>
        <p:spPr>
          <a:xfrm rot="10800000">
            <a:off x="-1542636" y="5196637"/>
            <a:ext cx="2896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>
            <a:extLst>
              <a:ext uri="{FF2B5EF4-FFF2-40B4-BE49-F238E27FC236}">
                <a16:creationId xmlns:a16="http://schemas.microsoft.com/office/drawing/2014/main" id="{6E67481F-C2E7-1291-EFA6-C3C2903CE47A}"/>
              </a:ext>
            </a:extLst>
          </p:cNvPr>
          <p:cNvCxnSpPr/>
          <p:nvPr/>
        </p:nvCxnSpPr>
        <p:spPr>
          <a:xfrm flipH="1">
            <a:off x="-807470" y="4924388"/>
            <a:ext cx="395611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>
            <a:extLst>
              <a:ext uri="{FF2B5EF4-FFF2-40B4-BE49-F238E27FC236}">
                <a16:creationId xmlns:a16="http://schemas.microsoft.com/office/drawing/2014/main" id="{1C78F5F3-79AF-590D-2F59-B8476969202F}"/>
              </a:ext>
            </a:extLst>
          </p:cNvPr>
          <p:cNvCxnSpPr/>
          <p:nvPr/>
        </p:nvCxnSpPr>
        <p:spPr>
          <a:xfrm flipH="1">
            <a:off x="-813832" y="5204559"/>
            <a:ext cx="39064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>
            <a:extLst>
              <a:ext uri="{FF2B5EF4-FFF2-40B4-BE49-F238E27FC236}">
                <a16:creationId xmlns:a16="http://schemas.microsoft.com/office/drawing/2014/main" id="{424D119C-5FF7-38D4-B5A7-758AACFC50A4}"/>
              </a:ext>
            </a:extLst>
          </p:cNvPr>
          <p:cNvCxnSpPr/>
          <p:nvPr/>
        </p:nvCxnSpPr>
        <p:spPr>
          <a:xfrm rot="10800000">
            <a:off x="-1529765" y="5441261"/>
            <a:ext cx="298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>
            <a:extLst>
              <a:ext uri="{FF2B5EF4-FFF2-40B4-BE49-F238E27FC236}">
                <a16:creationId xmlns:a16="http://schemas.microsoft.com/office/drawing/2014/main" id="{0276C4D8-9C42-9255-7B12-163A3300C602}"/>
              </a:ext>
            </a:extLst>
          </p:cNvPr>
          <p:cNvCxnSpPr/>
          <p:nvPr/>
        </p:nvCxnSpPr>
        <p:spPr>
          <a:xfrm rot="10800000">
            <a:off x="-1565436" y="5741161"/>
            <a:ext cx="3124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>
            <a:extLst>
              <a:ext uri="{FF2B5EF4-FFF2-40B4-BE49-F238E27FC236}">
                <a16:creationId xmlns:a16="http://schemas.microsoft.com/office/drawing/2014/main" id="{55A8392C-7100-E647-BA52-615862BD8231}"/>
              </a:ext>
            </a:extLst>
          </p:cNvPr>
          <p:cNvCxnSpPr/>
          <p:nvPr/>
        </p:nvCxnSpPr>
        <p:spPr>
          <a:xfrm flipH="1" flipV="1">
            <a:off x="-836080" y="5741162"/>
            <a:ext cx="438413" cy="20229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>
            <a:extLst>
              <a:ext uri="{FF2B5EF4-FFF2-40B4-BE49-F238E27FC236}">
                <a16:creationId xmlns:a16="http://schemas.microsoft.com/office/drawing/2014/main" id="{F32CA329-9A06-732B-088C-FCD62CBCE14D}"/>
              </a:ext>
            </a:extLst>
          </p:cNvPr>
          <p:cNvCxnSpPr/>
          <p:nvPr/>
        </p:nvCxnSpPr>
        <p:spPr>
          <a:xfrm flipH="1">
            <a:off x="-808260" y="5527265"/>
            <a:ext cx="42594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>
            <a:extLst>
              <a:ext uri="{FF2B5EF4-FFF2-40B4-BE49-F238E27FC236}">
                <a16:creationId xmlns:a16="http://schemas.microsoft.com/office/drawing/2014/main" id="{E0BF1F57-A105-FD63-6D6C-41486909A8DE}"/>
              </a:ext>
            </a:extLst>
          </p:cNvPr>
          <p:cNvCxnSpPr/>
          <p:nvPr/>
        </p:nvCxnSpPr>
        <p:spPr>
          <a:xfrm rot="10800000">
            <a:off x="-932676" y="598928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" name="Google Shape;67;p14">
            <a:extLst>
              <a:ext uri="{FF2B5EF4-FFF2-40B4-BE49-F238E27FC236}">
                <a16:creationId xmlns:a16="http://schemas.microsoft.com/office/drawing/2014/main" id="{3F540C72-0A8A-8EFD-4BF5-EBBDF84C8738}"/>
              </a:ext>
            </a:extLst>
          </p:cNvPr>
          <p:cNvCxnSpPr/>
          <p:nvPr/>
        </p:nvCxnSpPr>
        <p:spPr>
          <a:xfrm>
            <a:off x="-734995" y="5991469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" name="Google Shape;98;p14">
            <a:extLst>
              <a:ext uri="{FF2B5EF4-FFF2-40B4-BE49-F238E27FC236}">
                <a16:creationId xmlns:a16="http://schemas.microsoft.com/office/drawing/2014/main" id="{5535DDDB-5FAC-822A-1D94-31BA2D5BBE1F}"/>
              </a:ext>
            </a:extLst>
          </p:cNvPr>
          <p:cNvCxnSpPr/>
          <p:nvPr/>
        </p:nvCxnSpPr>
        <p:spPr>
          <a:xfrm rot="10800000">
            <a:off x="-595290" y="6050604"/>
            <a:ext cx="317595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" name="Google Shape;99;p14">
            <a:extLst>
              <a:ext uri="{FF2B5EF4-FFF2-40B4-BE49-F238E27FC236}">
                <a16:creationId xmlns:a16="http://schemas.microsoft.com/office/drawing/2014/main" id="{90CABA05-90F4-F7A1-6254-CDF844D9BEF4}"/>
              </a:ext>
            </a:extLst>
          </p:cNvPr>
          <p:cNvCxnSpPr/>
          <p:nvPr/>
        </p:nvCxnSpPr>
        <p:spPr>
          <a:xfrm>
            <a:off x="-583948" y="6301604"/>
            <a:ext cx="319196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" name="Google Shape;74;p14">
            <a:extLst>
              <a:ext uri="{FF2B5EF4-FFF2-40B4-BE49-F238E27FC236}">
                <a16:creationId xmlns:a16="http://schemas.microsoft.com/office/drawing/2014/main" id="{3980A96A-892B-514A-0DAF-C6E2762B8C8F}"/>
              </a:ext>
            </a:extLst>
          </p:cNvPr>
          <p:cNvCxnSpPr/>
          <p:nvPr/>
        </p:nvCxnSpPr>
        <p:spPr>
          <a:xfrm rot="10800000">
            <a:off x="-1689127" y="593088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>
            <a:extLst>
              <a:ext uri="{FF2B5EF4-FFF2-40B4-BE49-F238E27FC236}">
                <a16:creationId xmlns:a16="http://schemas.microsoft.com/office/drawing/2014/main" id="{272C70DC-E690-38DD-CD82-87F539CE5BFE}"/>
              </a:ext>
            </a:extLst>
          </p:cNvPr>
          <p:cNvCxnSpPr/>
          <p:nvPr/>
        </p:nvCxnSpPr>
        <p:spPr>
          <a:xfrm>
            <a:off x="-1491444" y="5933061"/>
            <a:ext cx="0" cy="402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" name="Google Shape;100;p14">
            <a:extLst>
              <a:ext uri="{FF2B5EF4-FFF2-40B4-BE49-F238E27FC236}">
                <a16:creationId xmlns:a16="http://schemas.microsoft.com/office/drawing/2014/main" id="{F51A93BD-4C49-B1DD-7199-48558137051C}"/>
              </a:ext>
            </a:extLst>
          </p:cNvPr>
          <p:cNvCxnSpPr/>
          <p:nvPr/>
        </p:nvCxnSpPr>
        <p:spPr>
          <a:xfrm rot="10800000">
            <a:off x="-1370120" y="6002309"/>
            <a:ext cx="2948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01;p14">
            <a:extLst>
              <a:ext uri="{FF2B5EF4-FFF2-40B4-BE49-F238E27FC236}">
                <a16:creationId xmlns:a16="http://schemas.microsoft.com/office/drawing/2014/main" id="{990469F2-B559-F7B9-ED8C-C2C812090B96}"/>
              </a:ext>
            </a:extLst>
          </p:cNvPr>
          <p:cNvCxnSpPr/>
          <p:nvPr/>
        </p:nvCxnSpPr>
        <p:spPr>
          <a:xfrm>
            <a:off x="-1364853" y="6252039"/>
            <a:ext cx="312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>
            <a:extLst>
              <a:ext uri="{FF2B5EF4-FFF2-40B4-BE49-F238E27FC236}">
                <a16:creationId xmlns:a16="http://schemas.microsoft.com/office/drawing/2014/main" id="{1F46C419-05E5-F802-618B-465241AE74E1}"/>
              </a:ext>
            </a:extLst>
          </p:cNvPr>
          <p:cNvSpPr/>
          <p:nvPr/>
        </p:nvSpPr>
        <p:spPr>
          <a:xfrm>
            <a:off x="-1093333" y="3356241"/>
            <a:ext cx="390144" cy="195072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Rectangle 328">
            <a:extLst>
              <a:ext uri="{FF2B5EF4-FFF2-40B4-BE49-F238E27FC236}">
                <a16:creationId xmlns:a16="http://schemas.microsoft.com/office/drawing/2014/main" id="{9F72A5D3-4D39-1B5F-3B5F-071AFF1E6E3F}"/>
              </a:ext>
            </a:extLst>
          </p:cNvPr>
          <p:cNvSpPr/>
          <p:nvPr/>
        </p:nvSpPr>
        <p:spPr>
          <a:xfrm>
            <a:off x="-703189" y="3976810"/>
            <a:ext cx="434213" cy="37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Rectangle 331">
            <a:extLst>
              <a:ext uri="{FF2B5EF4-FFF2-40B4-BE49-F238E27FC236}">
                <a16:creationId xmlns:a16="http://schemas.microsoft.com/office/drawing/2014/main" id="{D9114038-169D-2C06-39F2-0AFDFEEB7EAC}"/>
              </a:ext>
            </a:extLst>
          </p:cNvPr>
          <p:cNvSpPr/>
          <p:nvPr/>
        </p:nvSpPr>
        <p:spPr>
          <a:xfrm>
            <a:off x="-1579424" y="3956992"/>
            <a:ext cx="434213" cy="372225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Rectangle 108">
            <a:extLst>
              <a:ext uri="{FF2B5EF4-FFF2-40B4-BE49-F238E27FC236}">
                <a16:creationId xmlns:a16="http://schemas.microsoft.com/office/drawing/2014/main" id="{D98D778A-978E-5358-BED2-9A2CFB1C640A}"/>
              </a:ext>
            </a:extLst>
          </p:cNvPr>
          <p:cNvSpPr/>
          <p:nvPr/>
        </p:nvSpPr>
        <p:spPr>
          <a:xfrm>
            <a:off x="-1093333" y="3633309"/>
            <a:ext cx="390144" cy="195072"/>
          </a:xfrm>
          <a:prstGeom prst="rect">
            <a:avLst/>
          </a:prstGeom>
          <a:solidFill>
            <a:srgbClr val="FF33C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Rectangle 220">
            <a:extLst>
              <a:ext uri="{FF2B5EF4-FFF2-40B4-BE49-F238E27FC236}">
                <a16:creationId xmlns:a16="http://schemas.microsoft.com/office/drawing/2014/main" id="{7D9D895B-1A43-3CBB-19C5-A4F16522C0AD}"/>
              </a:ext>
            </a:extLst>
          </p:cNvPr>
          <p:cNvSpPr/>
          <p:nvPr/>
        </p:nvSpPr>
        <p:spPr>
          <a:xfrm>
            <a:off x="-711248" y="4452574"/>
            <a:ext cx="425753" cy="32173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32" name="Google Shape;115;p14">
            <a:extLst>
              <a:ext uri="{FF2B5EF4-FFF2-40B4-BE49-F238E27FC236}">
                <a16:creationId xmlns:a16="http://schemas.microsoft.com/office/drawing/2014/main" id="{3840F2F5-C768-880B-77E2-EA3F7E2A8ECB}"/>
              </a:ext>
            </a:extLst>
          </p:cNvPr>
          <p:cNvCxnSpPr/>
          <p:nvPr/>
        </p:nvCxnSpPr>
        <p:spPr>
          <a:xfrm rot="10800000">
            <a:off x="-1536784" y="4577289"/>
            <a:ext cx="289600" cy="0"/>
          </a:xfrm>
          <a:prstGeom prst="straightConnector1">
            <a:avLst/>
          </a:prstGeom>
          <a:ln w="19050"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037064A3-F331-4688-8573-9B17C3B8B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"/>
            <a:ext cx="14630400" cy="82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274</Words>
  <Application>Microsoft Office PowerPoint</Application>
  <PresentationFormat>自定义</PresentationFormat>
  <Paragraphs>114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宋体</vt:lpstr>
      <vt:lpstr>Arial</vt:lpstr>
      <vt:lpstr>Calibri</vt:lpstr>
      <vt:lpstr>Constantia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润庭 邓</cp:lastModifiedBy>
  <cp:revision>42</cp:revision>
  <dcterms:created xsi:type="dcterms:W3CDTF">2024-11-18T09:15:00Z</dcterms:created>
  <dcterms:modified xsi:type="dcterms:W3CDTF">2024-11-19T12:53:18Z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1033-12.2.0.18911</vt:lpwstr>
  </property>
  <property fmtid="{D5CDD505-2E9C-101B-9397-08002B2CF9AE}" pid="3" name="ICV">
    <vt:lpwstr>11B80277EE1C4EF7B30F8390160D97EF_12</vt:lpwstr>
  </property>
</Properties>
</file>