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SOB (#2 of 5) 00m05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31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Why Beginners Scalp  Smallest Risk per Trade 03m16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971425" y="1743975"/>
            <a:ext cx="458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Beginners  Ignore Probability and Reward 03m36s.jp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Increase Probability  Wide Stops and Scaling In 06m30s.jpg"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445200" y="773900"/>
            <a:ext cx="412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81根5分K线，1个点的剥头皮机会至少有40个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大多数有经验的scalper一天做10-20比剥头皮交易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227250" y="225275"/>
            <a:ext cx="348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提高胜率：宽止损、加仓</a:t>
            </a:r>
            <a:endParaRPr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Why Beginners Scalp  Smallest Risk per Trade 09m07s.jpg"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Main Points  Two Time Frames 09m55s.jpg"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TR  Make Money Buying or Selling at Any Time 12m13s.jpg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Two Time Frames  Trend on Higher, Entry on Smaller 15m15s.jpg" id="145" name="Google Shape;1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1 Min Chart  Most Should Avoid Since Many Mistakes 16m40s.jpg"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1 Min Chart  Often Quick Move in Final Seconds 20m42s.jpg" id="159" name="Google Shape;1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1 Min Chart  Beginner Always Sees Reversals and Loses 24m29s.jpg" id="166" name="Google Shape;1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Review 25m35s.jpg" id="173" name="Google Shape;17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