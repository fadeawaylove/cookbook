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50C (#3 of 5) 00m05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21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Scalping  Ticks Greater Than 700 — 1,000 (up or Down) 02m59s.jp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Tick Extreme  Usually Not End of Trend 05m17s.jp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Scalping  Other Ways to Sell 06m38s.jp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Scalping  Ticks Greater Than 700 — 1,000 (up or Down) 07m53s.jp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Scalping  Other Ways to Buy 08m40s.jpg"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Scalping  Now, Ticks 1,000 10m23s.jpg"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Extreme Ticks  Can Be Climax 12m27s.jpg"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Extreme Ticks  Usually Only 1St Extreme Is Important 13m44s.jpg"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Main Points  Tick Divergence 13m52s.jpg"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Scalping  Tick Divergence Buy Climax 15m38s.jpg" id="163" name="Google Shape;1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Tick Divergence Buy Climax  Bears Sometimes Sell 18m17s.jpg" id="170" name="Google Shape;1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Scalping  Tick Divergence After Sell Climax 19m12s.jpg"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Tick Divergence Sell Climax  Bulls Sometimes Buy 20m59s.jpg" id="184" name="Google Shape;1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Tick Resistance  Sell 22m18s.jpg" id="191" name="Google Shape;19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Tick Support  Buy 24m06s.jpg"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Tick Support  If Mostly Above 0, Increased Chance of Bull BO 24m55s.jpg" id="205" name="Google Shape;2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