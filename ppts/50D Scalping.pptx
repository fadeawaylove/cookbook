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50D (#4 of 5) 00m05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16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Scalping  Most Traders Take Some Scalps 01m49s.jp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847925" y="4487175"/>
            <a:ext cx="458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7490125" y="4629150"/>
            <a:ext cx="4580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3C47D"/>
                </a:highlight>
                <a:latin typeface="Calibri"/>
                <a:ea typeface="Calibri"/>
                <a:cs typeface="Calibri"/>
                <a:sym typeface="Calibri"/>
              </a:rPr>
              <a:t>大部分交易利润还是来源于swing trade</a:t>
            </a:r>
            <a:endParaRPr>
              <a:solidFill>
                <a:schemeClr val="dk1"/>
              </a:solidFill>
              <a:highlight>
                <a:srgbClr val="93C47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3C47D"/>
                </a:highlight>
                <a:latin typeface="Calibri"/>
                <a:ea typeface="Calibri"/>
                <a:cs typeface="Calibri"/>
                <a:sym typeface="Calibri"/>
              </a:rPr>
              <a:t>但是如果能及时发现scalp机会，并且觉得能管理好这笔交易，那么就去做</a:t>
            </a:r>
            <a:endParaRPr>
              <a:solidFill>
                <a:schemeClr val="dk1"/>
              </a:solidFill>
              <a:highlight>
                <a:srgbClr val="93C47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490125" y="3807000"/>
            <a:ext cx="512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5A6BD"/>
                </a:highlight>
                <a:latin typeface="Calibri"/>
                <a:ea typeface="Calibri"/>
                <a:cs typeface="Calibri"/>
                <a:sym typeface="Calibri"/>
              </a:rPr>
              <a:t>如果不能及时发现scalp机会，晚了几秒钟，错过几个tick</a:t>
            </a:r>
            <a:endParaRPr>
              <a:solidFill>
                <a:schemeClr val="dk1"/>
              </a:solidFill>
              <a:highlight>
                <a:srgbClr val="D5A6B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5A6BD"/>
                </a:highlight>
                <a:latin typeface="Calibri"/>
                <a:ea typeface="Calibri"/>
                <a:cs typeface="Calibri"/>
                <a:sym typeface="Calibri"/>
              </a:rPr>
              <a:t>那么就不要进行这笔交易，因为scalp交易中，每个tick都很重要</a:t>
            </a:r>
            <a:endParaRPr>
              <a:solidFill>
                <a:schemeClr val="dk1"/>
              </a:solidFill>
              <a:highlight>
                <a:srgbClr val="D5A6B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2 d Signal  Higher Probability 03m10s.jp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4055150" y="3000300"/>
            <a:ext cx="5152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2次入场信号，胜率更高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在k4 buy stop，1个点的地方止盈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1.昨天是TTR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2.微型双底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3.k3第一次尝试向上,k4第二次尝试向上，所以k4买入做多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394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5335300" y="3071850"/>
            <a:ext cx="45801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操作：sell close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1.虽然不错的阳线，但是涨到了TR上方附近，如果在这里买入，止损放在下面，大多数人可能并不会买，盈亏比太差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2.如果不愿意买入，那么就是好的做空点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注意：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1.永远不要再区间上方买，下方卖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2.区间中经常出现很好的卖出、买入信号，但是大多数时候是陷阱，会被反转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3.这里其实不是非常好的scalp机会，如果要做，要做好逢高加仓的准备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Bear Flag  If Low Probability, Then Buyers Below 07m18s.jpg"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5597725" y="3604600"/>
            <a:ext cx="5176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操作：buy 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1.靠近区间下沿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2.不好的做空信号，那么更多人其实愿意在下方做多而不是做空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When Buying  Higher Probability If Bars Close on High 08m38s.jpg"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6074800" y="3493275"/>
            <a:ext cx="4580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操作：buy stop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1.微型双底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2.第二次从TR下沿反转向上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BO  Need Follow-Through, Else It Is Trap and Will Reverse 10m18s.jpg"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>
            <a:off x="516825" y="805725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EAD3"/>
                </a:highlight>
                <a:latin typeface="Calibri"/>
                <a:ea typeface="Calibri"/>
                <a:cs typeface="Calibri"/>
                <a:sym typeface="Calibri"/>
              </a:rPr>
              <a:t>突破需要跟随，不然就是陷阱，会被反转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631400" y="4057825"/>
            <a:ext cx="4580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操作：前高limit sell 或者sell k close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1.区间上沿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2.区间突破80%失败，需要跟随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Low 2 Bear Flag  Can Be Big and Complex 11m26s.jpg"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6885825" y="3564825"/>
            <a:ext cx="4580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操作：sell stop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1.双顶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2.开盘AIS，目前还没有被推翻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3.预测会测试通道底部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9 Buy Signal  When Weak, Expect Sellers Above 12m22s.jpg" id="157" name="Google Shape;1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/>
        </p:nvSpPr>
        <p:spPr>
          <a:xfrm>
            <a:off x="7784325" y="3898800"/>
            <a:ext cx="4580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sell limit above 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1.连续3根阴线，反转会失败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2.不是好的做多信号，那么更多人上方sell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19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/>
        </p:nvSpPr>
        <p:spPr>
          <a:xfrm>
            <a:off x="5526150" y="3100475"/>
            <a:ext cx="718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personally would rarely ever take that sell, even though it's a fairly tight bear channel.</a:t>
            </a:r>
            <a:endParaRPr/>
          </a:p>
        </p:txBody>
      </p:sp>
      <p:sp>
        <p:nvSpPr>
          <p:cNvPr id="165" name="Google Shape;165;p23"/>
          <p:cNvSpPr txBox="1"/>
          <p:nvPr/>
        </p:nvSpPr>
        <p:spPr>
          <a:xfrm>
            <a:off x="5526150" y="2700275"/>
            <a:ext cx="69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general, I don't like to sell near the bottom of a tight trading range.</a:t>
            </a:r>
            <a:endParaRPr/>
          </a:p>
        </p:txBody>
      </p:sp>
      <p:sp>
        <p:nvSpPr>
          <p:cNvPr id="166" name="Google Shape;166;p23"/>
          <p:cNvSpPr txBox="1"/>
          <p:nvPr/>
        </p:nvSpPr>
        <p:spPr>
          <a:xfrm>
            <a:off x="5526150" y="4367900"/>
            <a:ext cx="4580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k线上方sell stop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1.连续4根阴线，下降窄通道，第一次反转大概率失败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2.持续很长的TTR，所以进入BOM了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注意：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阿布个人很少做这种交易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1 Gap  Trapped Bulls Will Have to Sell 15m37s.jpg" id="173" name="Google Shape;1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/>
        </p:nvSpPr>
        <p:spPr>
          <a:xfrm>
            <a:off x="4659475" y="391470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h2 buy 失败</a:t>
            </a:r>
            <a:endParaRPr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7227725" y="3771575"/>
            <a:ext cx="4580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sell close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1.收盘到了区间下方，困住了早盘做多的多头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2.90分钟定理，90%概率当天最高最低已经出现，那么最高可能就是k1的高点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3.BOM突破后，价格幅度可能翻倍（TTR）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2 Follow-Through  Increases Probability of More down Bars 16m35s.jpg" id="182" name="Google Shape;1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/>
        </p:nvSpPr>
        <p:spPr>
          <a:xfrm>
            <a:off x="6448500" y="3954450"/>
            <a:ext cx="4580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sell close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1.突破又有跟随，那么继续下跌的概率提高了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3 Sell The Close  Need Quick Decisions 17m42s.jpg" id="190" name="Google Shape;19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6631400" y="4646225"/>
            <a:ext cx="458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sell the close trend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出现阳线，让人失望，但是大概率是小反转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如果逢高加仓，在第一入场点离场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那么大概率一笔打平，一笔盈利，小赚出局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4 Sell The Close Trend  Usually Ends After 3 — 6 Bars 19m17s.jpg" id="198" name="Google Shape;1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/>
          <p:nvPr/>
        </p:nvSpPr>
        <p:spPr>
          <a:xfrm>
            <a:off x="7362900" y="482115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76A5AF"/>
                </a:highlight>
                <a:latin typeface="Calibri"/>
                <a:ea typeface="Calibri"/>
                <a:cs typeface="Calibri"/>
                <a:sym typeface="Calibri"/>
              </a:rPr>
              <a:t>如果加仓点，价差小于最小scalp，那么久不要加仓</a:t>
            </a:r>
            <a:endParaRPr>
              <a:solidFill>
                <a:schemeClr val="dk1"/>
              </a:solidFill>
              <a:highlight>
                <a:srgbClr val="76A5A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5 Support and Resistance  All Trends End There 21m28s.jpg" id="206" name="Google Shape;2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