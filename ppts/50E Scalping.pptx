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a3af6a98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a3af6a9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0E (#5 of 5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17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59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7418575" y="4208900"/>
            <a:ext cx="4580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1.买收盘 2.买跟随的收盘 3.买突破stop order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1.微型双底，阳线收在最高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2.向下运行过沉重，跟随不是很好，出现比较大的阳线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所以更可能是bear leg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2480750" y="2449788"/>
            <a:ext cx="458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很好的波段交易入场机会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但是也可以做scalp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胜率也足够高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1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7386750" y="3429675"/>
            <a:ext cx="458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 limit below 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1.连续三根阳线，bad sell signal，会被买起来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2.有双底，可信的底部支持2 legs up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2 d Leg Up  Sometimes Only 1 — 2 Bars 07m45s.jpg"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8046725" y="4511050"/>
            <a:ext cx="4580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 close，1pt加仓（我更喜欢阴线下方加仓）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第一入场点打平加小赚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1.距离前面高点还有空间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2.大阳线，更可能还会往上涨一点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TR  Bears BetAgainst Strong Follow-Through Bars 08m45s.jpg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8134175" y="3246775"/>
            <a:ext cx="458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close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1.前面双顶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2.双顶加仓的准备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TR  Swings Often End with 2nd Leg 10m18s.jpg"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8619225" y="280945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4个阴线doji，但是体积很小并且一直在缩小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对于bull BO来说是bad follow，所以可能是FF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8810050" y="4153225"/>
            <a:ext cx="458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前高sell limit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1.突破跟随不好，可能FF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2.愿意在前面高点加仓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8802075" y="2865125"/>
            <a:ext cx="4580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操作：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理由：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1.是一种L4形态了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2.判断会形成LH，向下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3.愿意高点加仓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4.连续三根阴线了，出现bad buy signal，所以上面sell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TTR  Limit Order Market 12m45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DT Bear Flag  Easy to Overlook 15m03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7633250" y="241200"/>
            <a:ext cx="45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双顶熊旗，很容易忽视</a:t>
            </a:r>
            <a:endParaRPr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7450375" y="1848150"/>
            <a:ext cx="547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Calibri"/>
                <a:ea typeface="Calibri"/>
                <a:cs typeface="Calibri"/>
                <a:sym typeface="Calibri"/>
              </a:rPr>
              <a:t>通常有一个buy climax bar，然后开始修正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Calibri"/>
                <a:ea typeface="Calibri"/>
                <a:cs typeface="Calibri"/>
                <a:sym typeface="Calibri"/>
              </a:rPr>
              <a:t>会靠近这个bar的起点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Calibri"/>
                <a:ea typeface="Calibri"/>
                <a:cs typeface="Calibri"/>
                <a:sym typeface="Calibri"/>
              </a:rPr>
              <a:t>必须靠近这个bar的起点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7577575" y="334220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不反对在这里买，但是通常看到明显的磁铁，并且低点只差1-2pt就到了，市场通常都会测试到这个磁铁位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23"/>
          <p:cNvCxnSpPr>
            <a:stCxn id="159" idx="2"/>
          </p:cNvCxnSpPr>
          <p:nvPr/>
        </p:nvCxnSpPr>
        <p:spPr>
          <a:xfrm flipH="1">
            <a:off x="8253325" y="3957800"/>
            <a:ext cx="1614300" cy="105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Bear BO  Always Think of Measuring Gap 17m13s.jp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Sell The Close  As Long as Room to Support 18m22s.jpg"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Sell The Close  Big Tail at Support 80 Might Be End of Trend 18m52s.jp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TR  Even When Strong Bear Swing, Don't Sell at Bottom 19m37s.jpg" id="188" name="Google Shape;1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Test of Prior Low  Look for Major Trend Reversal 21m59s.jpg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Reversal  Often Begins with 3 — 4 Small Bars 23m21s.jpg" id="202" name="Google Shape;2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Review 23m29s.jpg" id="209" name="Google Shape;2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