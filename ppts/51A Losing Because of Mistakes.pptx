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1A (#1 of 4) 00m06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15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Beginners  Psychological Mistakes 01m23s.jp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Beginners  Lose Because of Ignorance 03m41s.jp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Beginners  Bad Management Decisions 07m56s.jp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Confused Goals  Plan to Swing, but Trade Like Scalp 10m45s.jp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Confused Goals  Plan to Scalp, but Trade Like Swing 14m13s.jpg" id="128" name="Google Shape;1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Confused Goals  If Scalp, Manage Like a Scalp 16m24s.jpg" id="135" name="Google Shape;13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6 Market Cycle  10% 0f Bars Are in Strong BO 18m56s.jpg" id="142" name="Google Shape;1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7 Market Cycle  90% of Bars Are in Channel or TR 19m14s.jpg" id="149" name="Google Shape;1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8 Market Cycle  90% 0f Bars Are in Channel or TR 19m20s.jpg"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9 Market Cycle  90% of Bars Are in Channel or TR 19m34s.jpg" id="163" name="Google Shape;1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0 Market Cycle  90% 0f Bars Are in Channel or TR 19m40s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1 Market Cycle  90% 0f Bars Are in Channel or TR 19m56s.jpg"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2 Market Cycle  90% 0f Bars Are in Channel or TR 20m05s.jp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3 Market Cycle  90% of Bars Are in Channel or TR 20m34s.jpg"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4 Market Cycle  90% 0f Bars Are in Channel or TR 20m40s.jpg" id="198" name="Google Shape;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5 Market Cycle  90% of Bars Are in Channel or TR 21m00s.jpg" id="205" name="Google Shape;2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6 Market Cycle  90% of Bars Are in Channel or TR 21m44s.jpg" id="212" name="Google Shape;2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7 Market Cycle  90% 0f Bars Are in Channel or TR 21m50s.jpg"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8 Market Cycle  90% of Bars Are in Channel or TR 21m59s.jpg" id="226" name="Google Shape;2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29 90% of Bars  Can Buy or Sell and Make Money 23m04s.jpg" id="233" name="Google Shape;2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0 90% of Bars  Can Buy or Se“ and Make Money 23m10s.jpg" id="240" name="Google Shape;2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1 90% of Bars  Can Buy or Sell and Make Money 24m06s.jpg" id="247" name="Google Shape;24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32 Review 24m34s.jpg" id="254" name="Google Shape;2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