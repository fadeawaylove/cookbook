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1 B (#2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17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Bad Management  Causes Most Losses 02m06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Good Management  Can Save Most Bad Trades 05m28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Good Management  Can Scale In to Avoid Loss 07m48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Lose Money  Experts Lose, butAre Quick to React 10m12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8261375" y="940900"/>
            <a:ext cx="458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专家也会因为做坏交易而亏钱</a:t>
            </a:r>
            <a:endParaRPr sz="12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但是他们反应很快</a:t>
            </a:r>
            <a:endParaRPr sz="12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意识到自己做错了就会立马出局（止损也要出局）</a:t>
            </a:r>
            <a:endParaRPr sz="12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因为有时候，有的交易会很难通过manage来避免亏损</a:t>
            </a:r>
            <a:endParaRPr sz="12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那么不如尽早出局，专注一下一次交易机会</a:t>
            </a:r>
            <a:endParaRPr sz="12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8197800" y="4630300"/>
            <a:ext cx="45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很难管理赚钱的交易</a:t>
            </a:r>
            <a:endParaRPr sz="12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1.卖多头突破</a:t>
            </a:r>
            <a:endParaRPr sz="12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2.TTR上方买，尤其是用stop order买入</a:t>
            </a:r>
            <a:endParaRPr sz="12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如果你意识到你做了类似的交易，通常最好是立马止损离场</a:t>
            </a:r>
            <a:endParaRPr sz="12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Enter by Mistake  Get out Immediately 12m38s.jpg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Bad Trade  Bad Trader's Equation 15m22s.jpg"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421425" y="6133125"/>
            <a:ext cx="458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新手eager to buy，但是忽略了胜率</a:t>
            </a:r>
            <a:endParaRPr sz="12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买多胜率很低，所以是bad equation</a:t>
            </a:r>
            <a:endParaRPr sz="12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Bad Trade  Also Need to Consider Reward and Probability 17m18s.jpg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Bad Trade  Opposite Trade ls Often Good! 19m32s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9907325" y="265050"/>
            <a:ext cx="45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坏交易，反向交易通常是好交易</a:t>
            </a:r>
            <a:endParaRPr sz="12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Bad Trade  Beginners Manage Badly 21m39s.jpg"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Lose Money  Bad Trade Selection 25m21s.jp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Lose Money  Buys Too High and Sells Too Low 27m13s.jpg"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2957875" y="3046350"/>
            <a:ext cx="458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新手害怕risk太大，同时也想要高胜率</a:t>
            </a:r>
            <a:endParaRPr sz="12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然后把动量等同于概率</a:t>
            </a:r>
            <a:endParaRPr sz="12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Lose Money  By Not Doing What You Need to Do 29m00s.jpg"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Lose Money on Good Trades  Bad Management 30m37s.jpg"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Lose Money on Good Trades  Use Appropriate Stop 31m30s.jpg" id="196" name="Google Shape;1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Lose Money on Good Trades  Exits Too Soon 32m41s.jpg" id="203" name="Google Shape;2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 txBox="1"/>
          <p:nvPr/>
        </p:nvSpPr>
        <p:spPr>
          <a:xfrm>
            <a:off x="6726825" y="993925"/>
            <a:ext cx="691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Beginners get so anxious when they're in a trade that they're looking for any reason to get out.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Review 33m06s.jpg"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