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2A (#1 of 2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5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Lose  From Mistakes 01m50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Lose  From Bad Luck 03m15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Avoid Big Loss  Need Rules 03m55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Rules  3 Types of Protection for Every Trade 06m15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Most Important Rule  No Mental Stops 07m52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Appropriate Stop  If Wrong, Get out Early 10m02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10137900" y="677825"/>
            <a:ext cx="236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如果明显错了</a:t>
            </a:r>
            <a:endParaRPr sz="1600">
              <a:solidFill>
                <a:srgbClr val="000000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那么立马出局</a:t>
            </a:r>
            <a:endParaRPr sz="1600">
              <a:solidFill>
                <a:srgbClr val="000000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不要等到止损被打到</a:t>
            </a:r>
            <a:endParaRPr sz="1600">
              <a:solidFill>
                <a:srgbClr val="000000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64525" y="3365375"/>
            <a:ext cx="337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这里做多scalp，结果跟随是这样，那么在跟随k下方离场</a:t>
            </a:r>
            <a:endParaRPr sz="1600">
              <a:solidFill>
                <a:srgbClr val="000000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Stopped Out  Re-enter If Trend Resumes 11m44s.jpg" id="144" name="Google Shape;1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End of Session  Get out Faster 13m38s.jpg" id="151" name="Google Shape;1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469125" y="3167250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尾盘的时候要更快离场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  <a:latin typeface="Calibri"/>
                <a:ea typeface="Calibri"/>
                <a:cs typeface="Calibri"/>
                <a:sym typeface="Calibri"/>
              </a:rPr>
              <a:t>因为时间不够行情走回来避免损失</a:t>
            </a:r>
            <a:endParaRPr sz="1600">
              <a:solidFill>
                <a:schemeClr val="dk1"/>
              </a:solidFill>
              <a:highlight>
                <a:srgbClr val="FFE5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If No Reversal Signal  Exit lf Strong opposite Momentum 17m17s.jpg"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4452750" y="726200"/>
            <a:ext cx="45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B6D7A8"/>
                </a:highlight>
                <a:latin typeface="Calibri"/>
                <a:ea typeface="Calibri"/>
                <a:cs typeface="Calibri"/>
                <a:sym typeface="Calibri"/>
              </a:rPr>
              <a:t>反方向的运动，也可以离场</a:t>
            </a:r>
            <a:endParaRPr sz="2000">
              <a:solidFill>
                <a:schemeClr val="dk1"/>
              </a:solidFill>
              <a:highlight>
                <a:srgbClr val="B6D7A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Main Points  All Trends Eventually Disappoint Traders 17m27s.jpg"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Strong Trends  Eventual Disappointment 19m06s.jpg"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Buy The Close  Always Has Final Trend Bar 20m27s.jpg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Easiest Acceptable Management  Just Rely on Stop 21m59s.jpg" id="188" name="Google Shape;1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/>
        </p:nvSpPr>
        <p:spPr>
          <a:xfrm>
            <a:off x="516825" y="1044250"/>
            <a:ext cx="45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只要前提还存在，最简单的方式就是信赖止损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Scale In  Increments Based on Size of Smallest Scalp 22m38s.jpg" id="196" name="Google Shape;1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 txBox="1"/>
          <p:nvPr/>
        </p:nvSpPr>
        <p:spPr>
          <a:xfrm>
            <a:off x="7800225" y="1537250"/>
            <a:ext cx="45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A2C4C9"/>
                </a:highlight>
                <a:latin typeface="Calibri"/>
                <a:ea typeface="Calibri"/>
                <a:cs typeface="Calibri"/>
                <a:sym typeface="Calibri"/>
              </a:rPr>
              <a:t>加仓的位置，至少要等于最小scalp的距离</a:t>
            </a:r>
            <a:endParaRPr sz="1600">
              <a:solidFill>
                <a:schemeClr val="dk1"/>
              </a:solidFill>
              <a:highlight>
                <a:srgbClr val="A2C4C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Disappointment  Exit to Avoid Loss, Not to Make Profit 23m46s.jpg" id="204" name="Google Shape;2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Disappointed, but No PB  Get out Breakeven 25m04s.jpg" id="211" name="Google Shape;2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Possible Bad Trade, but Premise Still Valid  Rely on Stop 27m03s.jpg"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Review 27m24s.jpg" id="225" name="Google Shape;2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