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8229600" cx="146304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1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9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0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1 Video 523 (#2 of 2) 00m06s.jpg" id="86" name="Google Shape;8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2 Main Points 00m26s.jp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3 If Premise Changes  Ok to Exit 02m56s.jpg" id="100" name="Google Shape;10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7 Strong BO  15‘ PB Will Be Bought 04m36s.jpg" id="107" name="Google Shape;10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8 Deep PB  TR Likely 80 Exit near Top 06m13s.jpg" id="114" name="Google Shape;11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9 Deep PB  Ok to Exit Breakeven 07m21s.jpg" id="121" name="Google Shape;12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0 Buy above Bull Bar  Since Scale In Bulls Will Buy There 08m30s.jpg" id="128" name="Google Shape;12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1 Disappointing Follow-Through  Watch next 2 — 3 Bars 09m32s.jpg" id="135" name="Google Shape;13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2 Disappointing Follow-Through  Scale In to Exit without Loss 10m52s.jpg" id="142" name="Google Shape;14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3 Disappointing Follow-Through  Bears Try to Exit Breakeven 12m58s.jpg" id="149" name="Google Shape;14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4 Bears Cannot Get out Breakeven  Will Buy Higher 14m25s.jpg" id="156" name="Google Shape;15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5 Main Points  Trapped Traders 14m37s.jpg" id="163" name="Google Shape;16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6 Trapped Bears  Have to Chase Market up and Take Loss 15m41s.jpg" id="170" name="Google Shape;17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5"/>
          <p:cNvSpPr txBox="1"/>
          <p:nvPr/>
        </p:nvSpPr>
        <p:spPr>
          <a:xfrm>
            <a:off x="1701575" y="6234650"/>
            <a:ext cx="36258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93C47D"/>
                </a:solidFill>
              </a:rPr>
              <a:t>我们知道那些在收盘时卖出的空头没有在这里成功退出。他们被困住了。</a:t>
            </a:r>
            <a:endParaRPr>
              <a:solidFill>
                <a:srgbClr val="93C47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93C47D"/>
                </a:solidFill>
              </a:rPr>
              <a:t>他们提高了他们的限价单，他们仍然被困。</a:t>
            </a:r>
            <a:endParaRPr>
              <a:solidFill>
                <a:srgbClr val="93C47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93C47D"/>
                </a:solidFill>
              </a:rPr>
              <a:t>仍然没有成交。</a:t>
            </a:r>
            <a:endParaRPr>
              <a:solidFill>
                <a:srgbClr val="93C47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93C47D"/>
                </a:solidFill>
              </a:rPr>
              <a:t>这增加了我们将得到反转的机会。</a:t>
            </a:r>
            <a:endParaRPr>
              <a:solidFill>
                <a:srgbClr val="93C47D"/>
              </a:solidFill>
            </a:endParaRPr>
          </a:p>
        </p:txBody>
      </p:sp>
      <p:sp>
        <p:nvSpPr>
          <p:cNvPr id="172" name="Google Shape;172;p25"/>
          <p:cNvSpPr txBox="1"/>
          <p:nvPr/>
        </p:nvSpPr>
        <p:spPr>
          <a:xfrm>
            <a:off x="5557950" y="1160900"/>
            <a:ext cx="5971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highlight>
                  <a:srgbClr val="76A5AF"/>
                </a:highlight>
              </a:rPr>
              <a:t>紧密的熊市通道。</a:t>
            </a:r>
            <a:endParaRPr>
              <a:highlight>
                <a:srgbClr val="76A5A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highlight>
                  <a:srgbClr val="76A5AF"/>
                </a:highlight>
              </a:rPr>
              <a:t>即使我们确实得到了一个反转，它可能只是小幅的，</a:t>
            </a:r>
            <a:endParaRPr>
              <a:highlight>
                <a:srgbClr val="76A5A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highlight>
                  <a:srgbClr val="76A5AF"/>
                </a:highlight>
              </a:rPr>
              <a:t>这意味着多头最好的情况可能只是一个交易</a:t>
            </a:r>
            <a:r>
              <a:rPr lang="en-US">
                <a:highlight>
                  <a:srgbClr val="76A5AF"/>
                </a:highlight>
              </a:rPr>
              <a:t>区间</a:t>
            </a:r>
            <a:r>
              <a:rPr lang="en-US">
                <a:highlight>
                  <a:srgbClr val="76A5AF"/>
                </a:highlight>
              </a:rPr>
              <a:t>——他们确实得到了。</a:t>
            </a:r>
            <a:endParaRPr>
              <a:highlight>
                <a:srgbClr val="76A5AF"/>
              </a:highlight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7 Trapped Bears  Must Exit 17m05s.jpg" id="179" name="Google Shape;17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8 Reasonable Entries  Usually Get Tested within 1 — 3 Bars 18m01s.jpg" id="186" name="Google Shape;18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9 Trapped Bears  Expect Rally 18m50s.jpg" id="193" name="Google Shape;19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20 Reasonable Entries  Sometimes Tested after 20 bars 21m31s.jpg" id="200" name="Google Shape;200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3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21 Minimize Loss  Always Ok to Exit When No Longer Clear 24m12s.jpg" id="207" name="Google Shape;207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3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22 Strong Reversal  Exit Early, before Stop Is Hit 26m36s.jpg" id="214" name="Google Shape;214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3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23 Strong Reversal  Bears Sell 27m34s.jpg" id="221" name="Google Shape;22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3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24 Do Not Let Losses Grow  Can Always Buy Again Later 28m48s.jpg" id="228" name="Google Shape;228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3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25 Review 29m41s.jpg" id="235" name="Google Shape;235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